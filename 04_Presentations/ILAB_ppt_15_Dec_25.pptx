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8" r:id="rId5"/>
    <p:sldId id="296" r:id="rId6"/>
    <p:sldId id="327" r:id="rId7"/>
    <p:sldId id="319" r:id="rId8"/>
    <p:sldId id="321" r:id="rId9"/>
    <p:sldId id="341" r:id="rId10"/>
    <p:sldId id="342" r:id="rId11"/>
    <p:sldId id="344" r:id="rId12"/>
    <p:sldId id="343" r:id="rId13"/>
    <p:sldId id="279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1090"/>
    <a:srgbClr val="7A1A46"/>
    <a:srgbClr val="FFFFFF"/>
    <a:srgbClr val="F0866E"/>
    <a:srgbClr val="EBE9E1"/>
    <a:srgbClr val="5D9AD9"/>
    <a:srgbClr val="27ACAA"/>
    <a:srgbClr val="FFFF00"/>
    <a:srgbClr val="CC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53740-45F5-AC43-8692-367F41627E27}" v="11" dt="2025-12-14T18:04:32.763"/>
    <p1510:client id="{ED0F42D6-6D58-447A-9AAE-AB72C320EBD1}" v="19" dt="2025-12-14T10:50:08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j, Tomas" userId="24ba87dd-e0d6-46e4-b32b-c6bf33e42df2" providerId="ADAL" clId="{7B1B8F56-5866-4008-9BBB-243D261A6A02}"/>
    <pc:docChg chg="undo custSel addSld delSld modSld sldOrd modMainMaster">
      <pc:chgData name="Samaj, Tomas" userId="24ba87dd-e0d6-46e4-b32b-c6bf33e42df2" providerId="ADAL" clId="{7B1B8F56-5866-4008-9BBB-243D261A6A02}" dt="2025-12-15T08:30:24.755" v="7814" actId="20577"/>
      <pc:docMkLst>
        <pc:docMk/>
      </pc:docMkLst>
      <pc:sldChg chg="delSp modSp mod ord">
        <pc:chgData name="Samaj, Tomas" userId="24ba87dd-e0d6-46e4-b32b-c6bf33e42df2" providerId="ADAL" clId="{7B1B8F56-5866-4008-9BBB-243D261A6A02}" dt="2025-12-02T12:15:49.077" v="3458"/>
        <pc:sldMkLst>
          <pc:docMk/>
          <pc:sldMk cId="0" sldId="279"/>
        </pc:sldMkLst>
        <pc:picChg chg="mod">
          <ac:chgData name="Samaj, Tomas" userId="24ba87dd-e0d6-46e4-b32b-c6bf33e42df2" providerId="ADAL" clId="{7B1B8F56-5866-4008-9BBB-243D261A6A02}" dt="2025-11-15T11:12:57.227" v="264" actId="1076"/>
          <ac:picMkLst>
            <pc:docMk/>
            <pc:sldMk cId="0" sldId="279"/>
            <ac:picMk id="352" creationId="{00000000-0000-0000-0000-000000000000}"/>
          </ac:picMkLst>
        </pc:picChg>
      </pc:sldChg>
      <pc:sldChg chg="addSp delSp modSp mod ord">
        <pc:chgData name="Samaj, Tomas" userId="24ba87dd-e0d6-46e4-b32b-c6bf33e42df2" providerId="ADAL" clId="{7B1B8F56-5866-4008-9BBB-243D261A6A02}" dt="2025-12-14T10:10:51.064" v="5724" actId="20577"/>
        <pc:sldMkLst>
          <pc:docMk/>
          <pc:sldMk cId="361736959" sldId="296"/>
        </pc:sldMkLst>
        <pc:spChg chg="add del mod">
          <ac:chgData name="Samaj, Tomas" userId="24ba87dd-e0d6-46e4-b32b-c6bf33e42df2" providerId="ADAL" clId="{7B1B8F56-5866-4008-9BBB-243D261A6A02}" dt="2025-12-14T09:44:47.214" v="4914" actId="478"/>
          <ac:spMkLst>
            <pc:docMk/>
            <pc:sldMk cId="361736959" sldId="296"/>
            <ac:spMk id="2" creationId="{CCAEEFAC-1EC3-D090-ED33-FE7D63E2E118}"/>
          </ac:spMkLst>
        </pc:spChg>
        <pc:spChg chg="add del mod">
          <ac:chgData name="Samaj, Tomas" userId="24ba87dd-e0d6-46e4-b32b-c6bf33e42df2" providerId="ADAL" clId="{7B1B8F56-5866-4008-9BBB-243D261A6A02}" dt="2025-12-14T09:44:56.674" v="4919" actId="478"/>
          <ac:spMkLst>
            <pc:docMk/>
            <pc:sldMk cId="361736959" sldId="296"/>
            <ac:spMk id="3" creationId="{4FAD5849-CFD1-F784-F1BE-177C8CA651EA}"/>
          </ac:spMkLst>
        </pc:spChg>
        <pc:spChg chg="add del mod">
          <ac:chgData name="Samaj, Tomas" userId="24ba87dd-e0d6-46e4-b32b-c6bf33e42df2" providerId="ADAL" clId="{7B1B8F56-5866-4008-9BBB-243D261A6A02}" dt="2025-12-14T09:44:59.072" v="4920" actId="478"/>
          <ac:spMkLst>
            <pc:docMk/>
            <pc:sldMk cId="361736959" sldId="296"/>
            <ac:spMk id="4" creationId="{47AE7DEB-D27D-D202-A40C-386A25527B27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9" creationId="{0A86FFE2-C5A4-D33E-5242-FF5FB6C1E19E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29" creationId="{0C6BDF50-7426-183A-1915-694FAF6C2B0A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30" creationId="{A1155EB4-0991-16FF-630B-8600093CB589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Samaj, Tomas" userId="24ba87dd-e0d6-46e4-b32b-c6bf33e42df2" providerId="ADAL" clId="{7B1B8F56-5866-4008-9BBB-243D261A6A02}" dt="2025-12-14T10:10:51.064" v="5724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33" creationId="{5751F698-5533-8459-909C-EE5E9D1D31E0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34" creationId="{9FF43879-9D51-BC85-DBBC-2EF22D8ECA66}"/>
          </ac:spMkLst>
        </pc:spChg>
        <pc:spChg chg="del mod">
          <ac:chgData name="Samaj, Tomas" userId="24ba87dd-e0d6-46e4-b32b-c6bf33e42df2" providerId="ADAL" clId="{7B1B8F56-5866-4008-9BBB-243D261A6A02}" dt="2025-12-14T09:44:45.061" v="4913" actId="478"/>
          <ac:spMkLst>
            <pc:docMk/>
            <pc:sldMk cId="361736959" sldId="296"/>
            <ac:spMk id="35" creationId="{C23734EC-DFB3-5F1C-72C7-22DBC63EC47F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37" creationId="{7BBE7119-2E1F-2BFA-8618-FECBA1A79DC2}"/>
          </ac:spMkLst>
        </pc:spChg>
        <pc:spChg chg="mod">
          <ac:chgData name="Samaj, Tomas" userId="24ba87dd-e0d6-46e4-b32b-c6bf33e42df2" providerId="ADAL" clId="{7B1B8F56-5866-4008-9BBB-243D261A6A02}" dt="2025-11-28T12:26:37.835" v="1462" actId="1076"/>
          <ac:spMkLst>
            <pc:docMk/>
            <pc:sldMk cId="361736959" sldId="296"/>
            <ac:spMk id="39" creationId="{659A9A9C-C523-7E3A-1D06-79F69686BFF1}"/>
          </ac:spMkLst>
        </pc:spChg>
        <pc:spChg chg="del">
          <ac:chgData name="Samaj, Tomas" userId="24ba87dd-e0d6-46e4-b32b-c6bf33e42df2" providerId="ADAL" clId="{7B1B8F56-5866-4008-9BBB-243D261A6A02}" dt="2025-12-14T09:44:50.866" v="4916" actId="478"/>
          <ac:spMkLst>
            <pc:docMk/>
            <pc:sldMk cId="361736959" sldId="296"/>
            <ac:spMk id="40" creationId="{0B951665-5E67-07FC-E235-9CC09AB7BA17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41" creationId="{42A12E38-066B-265B-A0AC-EB5B9B493A3E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43" creationId="{A47C5C5B-EA00-88D9-7FF6-D82E3C246E5C}"/>
          </ac:spMkLst>
        </pc:spChg>
        <pc:spChg chg="mod">
          <ac:chgData name="Samaj, Tomas" userId="24ba87dd-e0d6-46e4-b32b-c6bf33e42df2" providerId="ADAL" clId="{7B1B8F56-5866-4008-9BBB-243D261A6A02}" dt="2025-12-14T09:45:21.979" v="4922" actId="164"/>
          <ac:spMkLst>
            <pc:docMk/>
            <pc:sldMk cId="361736959" sldId="296"/>
            <ac:spMk id="44" creationId="{7824D5B7-28B6-333A-1603-CDA04BAFA926}"/>
          </ac:spMkLst>
        </pc:spChg>
        <pc:spChg chg="del mod">
          <ac:chgData name="Samaj, Tomas" userId="24ba87dd-e0d6-46e4-b32b-c6bf33e42df2" providerId="ADAL" clId="{7B1B8F56-5866-4008-9BBB-243D261A6A02}" dt="2025-12-14T09:44:53.740" v="4917" actId="478"/>
          <ac:spMkLst>
            <pc:docMk/>
            <pc:sldMk cId="361736959" sldId="296"/>
            <ac:spMk id="45" creationId="{5E239547-9A86-AD84-8993-54EEAFFB69BF}"/>
          </ac:spMkLst>
        </pc:spChg>
        <pc:grpChg chg="mod">
          <ac:chgData name="Samaj, Tomas" userId="24ba87dd-e0d6-46e4-b32b-c6bf33e42df2" providerId="ADAL" clId="{7B1B8F56-5866-4008-9BBB-243D261A6A02}" dt="2025-12-14T09:45:27.578" v="4923" actId="1076"/>
          <ac:grpSpMkLst>
            <pc:docMk/>
            <pc:sldMk cId="361736959" sldId="296"/>
            <ac:grpSpMk id="11" creationId="{A2486F66-9B67-3CCF-87DE-43D9A0F7B322}"/>
          </ac:grpSpMkLst>
        </pc:grpChg>
        <pc:cxnChg chg="add del mod">
          <ac:chgData name="Samaj, Tomas" userId="24ba87dd-e0d6-46e4-b32b-c6bf33e42df2" providerId="ADAL" clId="{7B1B8F56-5866-4008-9BBB-243D261A6A02}" dt="2025-12-14T09:44:55.582" v="4918" actId="478"/>
          <ac:cxnSpMkLst>
            <pc:docMk/>
            <pc:sldMk cId="361736959" sldId="296"/>
            <ac:cxnSpMk id="10" creationId="{C73E4DCF-E2CE-F380-CE8E-D9AC82B41A7E}"/>
          </ac:cxnSpMkLst>
        </pc:cxnChg>
        <pc:cxnChg chg="del mod">
          <ac:chgData name="Samaj, Tomas" userId="24ba87dd-e0d6-46e4-b32b-c6bf33e42df2" providerId="ADAL" clId="{7B1B8F56-5866-4008-9BBB-243D261A6A02}" dt="2025-12-14T09:44:49.532" v="4915" actId="478"/>
          <ac:cxnSpMkLst>
            <pc:docMk/>
            <pc:sldMk cId="361736959" sldId="296"/>
            <ac:cxnSpMk id="50" creationId="{5C1F5090-862C-90A8-03A0-A681FAC7B8BC}"/>
          </ac:cxnSpMkLst>
        </pc:cxnChg>
      </pc:sldChg>
      <pc:sldChg chg="delSp modSp add del mod">
        <pc:chgData name="Samaj, Tomas" userId="24ba87dd-e0d6-46e4-b32b-c6bf33e42df2" providerId="ADAL" clId="{7B1B8F56-5866-4008-9BBB-243D261A6A02}" dt="2025-12-14T09:42:10.516" v="4829" actId="1035"/>
        <pc:sldMkLst>
          <pc:docMk/>
          <pc:sldMk cId="3443664567" sldId="298"/>
        </pc:sldMkLst>
        <pc:spChg chg="mod">
          <ac:chgData name="Samaj, Tomas" userId="24ba87dd-e0d6-46e4-b32b-c6bf33e42df2" providerId="ADAL" clId="{7B1B8F56-5866-4008-9BBB-243D261A6A02}" dt="2025-12-14T09:42:00.514" v="4785" actId="20577"/>
          <ac:spMkLst>
            <pc:docMk/>
            <pc:sldMk cId="3443664567" sldId="298"/>
            <ac:spMk id="8" creationId="{D2A83BC8-33B0-80E3-64CC-B5C4B4902DAF}"/>
          </ac:spMkLst>
        </pc:spChg>
        <pc:spChg chg="mod">
          <ac:chgData name="Samaj, Tomas" userId="24ba87dd-e0d6-46e4-b32b-c6bf33e42df2" providerId="ADAL" clId="{7B1B8F56-5866-4008-9BBB-243D261A6A02}" dt="2025-12-14T09:42:10.516" v="4829" actId="1035"/>
          <ac:spMkLst>
            <pc:docMk/>
            <pc:sldMk cId="3443664567" sldId="298"/>
            <ac:spMk id="9" creationId="{7F397B07-A739-A37D-09CD-A8561FBB4B96}"/>
          </ac:spMkLst>
        </pc:spChg>
        <pc:spChg chg="mod">
          <ac:chgData name="Samaj, Tomas" userId="24ba87dd-e0d6-46e4-b32b-c6bf33e42df2" providerId="ADAL" clId="{7B1B8F56-5866-4008-9BBB-243D261A6A02}" dt="2025-12-14T09:42:06.949" v="4812" actId="1035"/>
          <ac:spMkLst>
            <pc:docMk/>
            <pc:sldMk cId="3443664567" sldId="298"/>
            <ac:spMk id="10" creationId="{F8B0A37E-7A11-EECA-1CD9-E4DD56413B52}"/>
          </ac:spMkLst>
        </pc:spChg>
      </pc:sldChg>
      <pc:sldChg chg="addSp delSp 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2558002867" sldId="299"/>
        </pc:sldMkLst>
      </pc:sldChg>
      <pc:sldChg chg="delSp 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1029923139" sldId="300"/>
        </pc:sldMkLst>
      </pc:sldChg>
      <pc:sldChg chg="delSp modSp add del mod">
        <pc:chgData name="Samaj, Tomas" userId="24ba87dd-e0d6-46e4-b32b-c6bf33e42df2" providerId="ADAL" clId="{7B1B8F56-5866-4008-9BBB-243D261A6A02}" dt="2025-12-14T10:42:36.274" v="7568" actId="2696"/>
        <pc:sldMkLst>
          <pc:docMk/>
          <pc:sldMk cId="2637423123" sldId="301"/>
        </pc:sldMkLst>
        <pc:spChg chg="del">
          <ac:chgData name="Samaj, Tomas" userId="24ba87dd-e0d6-46e4-b32b-c6bf33e42df2" providerId="ADAL" clId="{7B1B8F56-5866-4008-9BBB-243D261A6A02}" dt="2025-12-14T10:35:22.787" v="6584" actId="21"/>
          <ac:spMkLst>
            <pc:docMk/>
            <pc:sldMk cId="2637423123" sldId="301"/>
            <ac:spMk id="6" creationId="{2947C342-AF08-B533-D3E5-CB5C266324FF}"/>
          </ac:spMkLst>
        </pc:spChg>
      </pc:sldChg>
      <pc:sldChg chg="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671357987" sldId="302"/>
        </pc:sldMkLst>
      </pc:sldChg>
      <pc:sldChg chg="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1358173030" sldId="304"/>
        </pc:sldMkLst>
      </pc:sldChg>
      <pc:sldChg chg="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1831038472" sldId="305"/>
        </pc:sldMkLst>
      </pc:sldChg>
      <pc:sldChg chg="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4253474625" sldId="306"/>
        </pc:sldMkLst>
      </pc:sldChg>
      <pc:sldChg chg="modSp add del mod">
        <pc:chgData name="Samaj, Tomas" userId="24ba87dd-e0d6-46e4-b32b-c6bf33e42df2" providerId="ADAL" clId="{7B1B8F56-5866-4008-9BBB-243D261A6A02}" dt="2025-12-14T10:42:48.800" v="7569" actId="2696"/>
        <pc:sldMkLst>
          <pc:docMk/>
          <pc:sldMk cId="2655942713" sldId="307"/>
        </pc:sldMkLst>
      </pc:sldChg>
      <pc:sldChg chg="del">
        <pc:chgData name="Samaj, Tomas" userId="24ba87dd-e0d6-46e4-b32b-c6bf33e42df2" providerId="ADAL" clId="{7B1B8F56-5866-4008-9BBB-243D261A6A02}" dt="2025-12-14T10:42:48.800" v="7569" actId="2696"/>
        <pc:sldMkLst>
          <pc:docMk/>
          <pc:sldMk cId="2234285471" sldId="308"/>
        </pc:sldMkLst>
      </pc:sldChg>
      <pc:sldChg chg="addSp delSp modSp del mod ord">
        <pc:chgData name="Samaj, Tomas" userId="24ba87dd-e0d6-46e4-b32b-c6bf33e42df2" providerId="ADAL" clId="{7B1B8F56-5866-4008-9BBB-243D261A6A02}" dt="2025-12-14T10:42:36.274" v="7568" actId="2696"/>
        <pc:sldMkLst>
          <pc:docMk/>
          <pc:sldMk cId="1041337751" sldId="309"/>
        </pc:sldMkLst>
      </pc:sldChg>
      <pc:sldChg chg="del">
        <pc:chgData name="Samaj, Tomas" userId="24ba87dd-e0d6-46e4-b32b-c6bf33e42df2" providerId="ADAL" clId="{7B1B8F56-5866-4008-9BBB-243D261A6A02}" dt="2025-12-14T10:42:48.800" v="7569" actId="2696"/>
        <pc:sldMkLst>
          <pc:docMk/>
          <pc:sldMk cId="3296314721" sldId="310"/>
        </pc:sldMkLst>
      </pc:sldChg>
      <pc:sldChg chg="del">
        <pc:chgData name="Samaj, Tomas" userId="24ba87dd-e0d6-46e4-b32b-c6bf33e42df2" providerId="ADAL" clId="{7B1B8F56-5866-4008-9BBB-243D261A6A02}" dt="2025-12-14T10:42:48.800" v="7569" actId="2696"/>
        <pc:sldMkLst>
          <pc:docMk/>
          <pc:sldMk cId="3438206939" sldId="311"/>
        </pc:sldMkLst>
      </pc:sldChg>
      <pc:sldChg chg="del">
        <pc:chgData name="Samaj, Tomas" userId="24ba87dd-e0d6-46e4-b32b-c6bf33e42df2" providerId="ADAL" clId="{7B1B8F56-5866-4008-9BBB-243D261A6A02}" dt="2025-12-14T10:42:48.800" v="7569" actId="2696"/>
        <pc:sldMkLst>
          <pc:docMk/>
          <pc:sldMk cId="1621703401" sldId="312"/>
        </pc:sldMkLst>
      </pc:sldChg>
      <pc:sldChg chg="addSp delSp modSp add mod">
        <pc:chgData name="Samaj, Tomas" userId="24ba87dd-e0d6-46e4-b32b-c6bf33e42df2" providerId="ADAL" clId="{7B1B8F56-5866-4008-9BBB-243D261A6A02}" dt="2025-12-14T10:50:43.240" v="7812" actId="113"/>
        <pc:sldMkLst>
          <pc:docMk/>
          <pc:sldMk cId="3556147786" sldId="319"/>
        </pc:sldMkLst>
        <pc:spChg chg="del mod">
          <ac:chgData name="Samaj, Tomas" userId="24ba87dd-e0d6-46e4-b32b-c6bf33e42df2" providerId="ADAL" clId="{7B1B8F56-5866-4008-9BBB-243D261A6A02}" dt="2025-12-14T10:12:01.865" v="5734" actId="478"/>
          <ac:spMkLst>
            <pc:docMk/>
            <pc:sldMk cId="3556147786" sldId="319"/>
            <ac:spMk id="3" creationId="{BB97E845-0C3A-525F-C1B2-E724E146CD51}"/>
          </ac:spMkLst>
        </pc:spChg>
        <pc:spChg chg="add mod">
          <ac:chgData name="Samaj, Tomas" userId="24ba87dd-e0d6-46e4-b32b-c6bf33e42df2" providerId="ADAL" clId="{7B1B8F56-5866-4008-9BBB-243D261A6A02}" dt="2025-12-14T10:50:43.240" v="7812" actId="113"/>
          <ac:spMkLst>
            <pc:docMk/>
            <pc:sldMk cId="3556147786" sldId="319"/>
            <ac:spMk id="4" creationId="{25E65975-CBE8-D4B7-9BB6-44630F58F140}"/>
          </ac:spMkLst>
        </pc:spChg>
        <pc:spChg chg="mod">
          <ac:chgData name="Samaj, Tomas" userId="24ba87dd-e0d6-46e4-b32b-c6bf33e42df2" providerId="ADAL" clId="{7B1B8F56-5866-4008-9BBB-243D261A6A02}" dt="2025-12-14T10:10:56.984" v="5732" actId="20577"/>
          <ac:spMkLst>
            <pc:docMk/>
            <pc:sldMk cId="3556147786" sldId="319"/>
            <ac:spMk id="7" creationId="{4E474119-918C-74A7-49C3-C1845F19DC28}"/>
          </ac:spMkLst>
        </pc:spChg>
        <pc:spChg chg="mod">
          <ac:chgData name="Samaj, Tomas" userId="24ba87dd-e0d6-46e4-b32b-c6bf33e42df2" providerId="ADAL" clId="{7B1B8F56-5866-4008-9BBB-243D261A6A02}" dt="2025-12-14T09:47:23.046" v="5070" actId="20577"/>
          <ac:spMkLst>
            <pc:docMk/>
            <pc:sldMk cId="3556147786" sldId="319"/>
            <ac:spMk id="8" creationId="{D91FC12F-5F7D-6412-EFE2-80649120930C}"/>
          </ac:spMkLst>
        </pc:spChg>
        <pc:picChg chg="del">
          <ac:chgData name="Samaj, Tomas" userId="24ba87dd-e0d6-46e4-b32b-c6bf33e42df2" providerId="ADAL" clId="{7B1B8F56-5866-4008-9BBB-243D261A6A02}" dt="2025-12-14T09:47:09.592" v="5033" actId="478"/>
          <ac:picMkLst>
            <pc:docMk/>
            <pc:sldMk cId="3556147786" sldId="319"/>
            <ac:picMk id="2" creationId="{7D04322B-5994-F512-45DA-8CB27AB95CC6}"/>
          </ac:picMkLst>
        </pc:picChg>
      </pc:sldChg>
      <pc:sldChg chg="addSp delSp modSp add mod">
        <pc:chgData name="Samaj, Tomas" userId="24ba87dd-e0d6-46e4-b32b-c6bf33e42df2" providerId="ADAL" clId="{7B1B8F56-5866-4008-9BBB-243D261A6A02}" dt="2025-12-14T10:38:16.325" v="7077" actId="20577"/>
        <pc:sldMkLst>
          <pc:docMk/>
          <pc:sldMk cId="3546382590" sldId="321"/>
        </pc:sldMkLst>
        <pc:spChg chg="del mod">
          <ac:chgData name="Samaj, Tomas" userId="24ba87dd-e0d6-46e4-b32b-c6bf33e42df2" providerId="ADAL" clId="{7B1B8F56-5866-4008-9BBB-243D261A6A02}" dt="2025-12-14T10:21:52.102" v="6139" actId="478"/>
          <ac:spMkLst>
            <pc:docMk/>
            <pc:sldMk cId="3546382590" sldId="321"/>
            <ac:spMk id="2" creationId="{BB9792BC-591B-B715-11F0-B8D9520D5F27}"/>
          </ac:spMkLst>
        </pc:spChg>
        <pc:spChg chg="add mod">
          <ac:chgData name="Samaj, Tomas" userId="24ba87dd-e0d6-46e4-b32b-c6bf33e42df2" providerId="ADAL" clId="{7B1B8F56-5866-4008-9BBB-243D261A6A02}" dt="2025-12-14T10:38:16.325" v="7077" actId="20577"/>
          <ac:spMkLst>
            <pc:docMk/>
            <pc:sldMk cId="3546382590" sldId="321"/>
            <ac:spMk id="3" creationId="{3E0B14C9-F6C9-5BAA-C9E5-240179275A5A}"/>
          </ac:spMkLst>
        </pc:spChg>
        <pc:spChg chg="mod">
          <ac:chgData name="Samaj, Tomas" userId="24ba87dd-e0d6-46e4-b32b-c6bf33e42df2" providerId="ADAL" clId="{7B1B8F56-5866-4008-9BBB-243D261A6A02}" dt="2025-12-14T09:46:51.230" v="4995" actId="20577"/>
          <ac:spMkLst>
            <pc:docMk/>
            <pc:sldMk cId="3546382590" sldId="321"/>
            <ac:spMk id="7" creationId="{F91C6AA8-B424-514B-2355-5356D9428F49}"/>
          </ac:spMkLst>
        </pc:spChg>
        <pc:spChg chg="mod">
          <ac:chgData name="Samaj, Tomas" userId="24ba87dd-e0d6-46e4-b32b-c6bf33e42df2" providerId="ADAL" clId="{7B1B8F56-5866-4008-9BBB-243D261A6A02}" dt="2025-12-14T09:47:34.104" v="5078" actId="20577"/>
          <ac:spMkLst>
            <pc:docMk/>
            <pc:sldMk cId="3546382590" sldId="321"/>
            <ac:spMk id="8" creationId="{86878CA6-468B-19E9-C466-E85E2EEFDDD2}"/>
          </ac:spMkLst>
        </pc:spChg>
        <pc:picChg chg="del">
          <ac:chgData name="Samaj, Tomas" userId="24ba87dd-e0d6-46e4-b32b-c6bf33e42df2" providerId="ADAL" clId="{7B1B8F56-5866-4008-9BBB-243D261A6A02}" dt="2025-12-14T09:47:07.252" v="5032" actId="478"/>
          <ac:picMkLst>
            <pc:docMk/>
            <pc:sldMk cId="3546382590" sldId="321"/>
            <ac:picMk id="5" creationId="{DF9EB608-2DE2-A022-7A35-7FEB22C8F7DA}"/>
          </ac:picMkLst>
        </pc:picChg>
        <pc:picChg chg="add mod modCrop">
          <ac:chgData name="Samaj, Tomas" userId="24ba87dd-e0d6-46e4-b32b-c6bf33e42df2" providerId="ADAL" clId="{7B1B8F56-5866-4008-9BBB-243D261A6A02}" dt="2025-12-14T10:37:13.612" v="6870" actId="1076"/>
          <ac:picMkLst>
            <pc:docMk/>
            <pc:sldMk cId="3546382590" sldId="321"/>
            <ac:picMk id="6" creationId="{2C8261FA-F0F0-809B-55CF-D3CD5E42FD53}"/>
          </ac:picMkLst>
        </pc:picChg>
        <pc:picChg chg="add del mod modCrop">
          <ac:chgData name="Samaj, Tomas" userId="24ba87dd-e0d6-46e4-b32b-c6bf33e42df2" providerId="ADAL" clId="{7B1B8F56-5866-4008-9BBB-243D261A6A02}" dt="2025-12-14T10:26:41.475" v="6360" actId="478"/>
          <ac:picMkLst>
            <pc:docMk/>
            <pc:sldMk cId="3546382590" sldId="321"/>
            <ac:picMk id="10" creationId="{415C64E6-58EF-9CA5-97A3-59EDC92591DA}"/>
          </ac:picMkLst>
        </pc:picChg>
        <pc:picChg chg="add del mod modCrop">
          <ac:chgData name="Samaj, Tomas" userId="24ba87dd-e0d6-46e4-b32b-c6bf33e42df2" providerId="ADAL" clId="{7B1B8F56-5866-4008-9BBB-243D261A6A02}" dt="2025-12-14T10:29:12.045" v="6473" actId="478"/>
          <ac:picMkLst>
            <pc:docMk/>
            <pc:sldMk cId="3546382590" sldId="321"/>
            <ac:picMk id="12" creationId="{D9A84132-6C81-AF4F-3877-4C0D3C6E20F3}"/>
          </ac:picMkLst>
        </pc:picChg>
        <pc:picChg chg="add mod modCrop">
          <ac:chgData name="Samaj, Tomas" userId="24ba87dd-e0d6-46e4-b32b-c6bf33e42df2" providerId="ADAL" clId="{7B1B8F56-5866-4008-9BBB-243D261A6A02}" dt="2025-12-14T10:37:15.811" v="6871" actId="1076"/>
          <ac:picMkLst>
            <pc:docMk/>
            <pc:sldMk cId="3546382590" sldId="321"/>
            <ac:picMk id="14" creationId="{2B5E532A-08F5-7180-B0F5-D45EA6AF3991}"/>
          </ac:picMkLst>
        </pc:picChg>
      </pc:sldChg>
      <pc:sldChg chg="modSp add del mod ord">
        <pc:chgData name="Samaj, Tomas" userId="24ba87dd-e0d6-46e4-b32b-c6bf33e42df2" providerId="ADAL" clId="{7B1B8F56-5866-4008-9BBB-243D261A6A02}" dt="2025-12-14T10:42:36.274" v="7568" actId="2696"/>
        <pc:sldMkLst>
          <pc:docMk/>
          <pc:sldMk cId="3340008971" sldId="322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3019480427" sldId="325"/>
        </pc:sldMkLst>
      </pc:sldChg>
      <pc:sldChg chg="addSp delSp modSp mod">
        <pc:chgData name="Samaj, Tomas" userId="24ba87dd-e0d6-46e4-b32b-c6bf33e42df2" providerId="ADAL" clId="{7B1B8F56-5866-4008-9BBB-243D261A6A02}" dt="2025-12-15T08:30:24.755" v="7814" actId="20577"/>
        <pc:sldMkLst>
          <pc:docMk/>
          <pc:sldMk cId="2362282143" sldId="327"/>
        </pc:sldMkLst>
        <pc:spChg chg="del mod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2" creationId="{1786D7E1-4A30-7E5F-45BB-D6EC3026A5F1}"/>
          </ac:spMkLst>
        </pc:spChg>
        <pc:spChg chg="del mod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3" creationId="{A4832966-EA4F-6436-6125-728312B67C24}"/>
          </ac:spMkLst>
        </pc:spChg>
        <pc:spChg chg="del mod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4" creationId="{95CA65BD-3A08-26CF-12A7-C1E3CC7D9729}"/>
          </ac:spMkLst>
        </pc:spChg>
        <pc:spChg chg="del">
          <ac:chgData name="Samaj, Tomas" userId="24ba87dd-e0d6-46e4-b32b-c6bf33e42df2" providerId="ADAL" clId="{7B1B8F56-5866-4008-9BBB-243D261A6A02}" dt="2025-12-14T09:51:15.662" v="5366" actId="478"/>
          <ac:spMkLst>
            <pc:docMk/>
            <pc:sldMk cId="2362282143" sldId="327"/>
            <ac:spMk id="5" creationId="{D269C8B3-D24A-A607-DB05-2B8C5752984D}"/>
          </ac:spMkLst>
        </pc:spChg>
        <pc:spChg chg="del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6" creationId="{03B95D00-2CA0-4287-EA0D-0574FDBB6B69}"/>
          </ac:spMkLst>
        </pc:spChg>
        <pc:spChg chg="mod">
          <ac:chgData name="Samaj, Tomas" userId="24ba87dd-e0d6-46e4-b32b-c6bf33e42df2" providerId="ADAL" clId="{7B1B8F56-5866-4008-9BBB-243D261A6A02}" dt="2025-12-14T09:45:41.656" v="4947" actId="20577"/>
          <ac:spMkLst>
            <pc:docMk/>
            <pc:sldMk cId="2362282143" sldId="327"/>
            <ac:spMk id="7" creationId="{44635FD9-F625-24D1-0057-4FDA4A4A4699}"/>
          </ac:spMkLst>
        </pc:spChg>
        <pc:spChg chg="mod">
          <ac:chgData name="Samaj, Tomas" userId="24ba87dd-e0d6-46e4-b32b-c6bf33e42df2" providerId="ADAL" clId="{7B1B8F56-5866-4008-9BBB-243D261A6A02}" dt="2025-12-14T09:48:00.926" v="5165" actId="20577"/>
          <ac:spMkLst>
            <pc:docMk/>
            <pc:sldMk cId="2362282143" sldId="327"/>
            <ac:spMk id="8" creationId="{DA90A538-4FA2-B5AF-DBE3-5C710B300E3C}"/>
          </ac:spMkLst>
        </pc:spChg>
        <pc:spChg chg="del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9" creationId="{48A8DA30-BB07-4227-4674-22D2F5135C65}"/>
          </ac:spMkLst>
        </pc:spChg>
        <pc:spChg chg="del">
          <ac:chgData name="Samaj, Tomas" userId="24ba87dd-e0d6-46e4-b32b-c6bf33e42df2" providerId="ADAL" clId="{7B1B8F56-5866-4008-9BBB-243D261A6A02}" dt="2025-12-14T09:51:20.896" v="5368" actId="478"/>
          <ac:spMkLst>
            <pc:docMk/>
            <pc:sldMk cId="2362282143" sldId="327"/>
            <ac:spMk id="10" creationId="{F371BCA4-2944-8E0F-9DC9-8659F272845D}"/>
          </ac:spMkLst>
        </pc:spChg>
        <pc:spChg chg="del mod">
          <ac:chgData name="Samaj, Tomas" userId="24ba87dd-e0d6-46e4-b32b-c6bf33e42df2" providerId="ADAL" clId="{7B1B8F56-5866-4008-9BBB-243D261A6A02}" dt="2025-12-14T09:51:18.076" v="5367" actId="478"/>
          <ac:spMkLst>
            <pc:docMk/>
            <pc:sldMk cId="2362282143" sldId="327"/>
            <ac:spMk id="11" creationId="{2993670B-D792-6554-99A2-403E29990DD4}"/>
          </ac:spMkLst>
        </pc:spChg>
        <pc:spChg chg="add mod">
          <ac:chgData name="Samaj, Tomas" userId="24ba87dd-e0d6-46e4-b32b-c6bf33e42df2" providerId="ADAL" clId="{7B1B8F56-5866-4008-9BBB-243D261A6A02}" dt="2025-12-14T09:49:33.204" v="5345"/>
          <ac:spMkLst>
            <pc:docMk/>
            <pc:sldMk cId="2362282143" sldId="327"/>
            <ac:spMk id="12" creationId="{32BDEFEB-051C-DBD4-42F1-DEE9320266D6}"/>
          </ac:spMkLst>
        </pc:spChg>
        <pc:spChg chg="add mod">
          <ac:chgData name="Samaj, Tomas" userId="24ba87dd-e0d6-46e4-b32b-c6bf33e42df2" providerId="ADAL" clId="{7B1B8F56-5866-4008-9BBB-243D261A6A02}" dt="2025-12-15T08:30:24.755" v="7814" actId="20577"/>
          <ac:spMkLst>
            <pc:docMk/>
            <pc:sldMk cId="2362282143" sldId="327"/>
            <ac:spMk id="13" creationId="{34EB4662-D653-E6DF-6F4B-7C5F9319EA2D}"/>
          </ac:spMkLst>
        </pc:spChg>
      </pc:sldChg>
      <pc:sldChg chg="addSp delSp modSp add del mod ord">
        <pc:chgData name="Samaj, Tomas" userId="24ba87dd-e0d6-46e4-b32b-c6bf33e42df2" providerId="ADAL" clId="{7B1B8F56-5866-4008-9BBB-243D261A6A02}" dt="2025-12-14T10:42:36.274" v="7568" actId="2696"/>
        <pc:sldMkLst>
          <pc:docMk/>
          <pc:sldMk cId="2853515888" sldId="329"/>
        </pc:sldMkLst>
      </pc:sldChg>
      <pc:sldChg chg="delSp modSp add del mod ord">
        <pc:chgData name="Samaj, Tomas" userId="24ba87dd-e0d6-46e4-b32b-c6bf33e42df2" providerId="ADAL" clId="{7B1B8F56-5866-4008-9BBB-243D261A6A02}" dt="2025-12-14T10:42:36.274" v="7568" actId="2696"/>
        <pc:sldMkLst>
          <pc:docMk/>
          <pc:sldMk cId="2251769621" sldId="330"/>
        </pc:sldMkLst>
        <pc:spChg chg="del mod">
          <ac:chgData name="Samaj, Tomas" userId="24ba87dd-e0d6-46e4-b32b-c6bf33e42df2" providerId="ADAL" clId="{7B1B8F56-5866-4008-9BBB-243D261A6A02}" dt="2025-12-14T09:51:11.548" v="5365" actId="21"/>
          <ac:spMkLst>
            <pc:docMk/>
            <pc:sldMk cId="2251769621" sldId="330"/>
            <ac:spMk id="2" creationId="{34EB4662-D653-E6DF-6F4B-7C5F9319EA2D}"/>
          </ac:spMkLst>
        </pc:spChg>
      </pc:sldChg>
      <pc:sldChg chg="addSp delSp modSp add del mod ord">
        <pc:chgData name="Samaj, Tomas" userId="24ba87dd-e0d6-46e4-b32b-c6bf33e42df2" providerId="ADAL" clId="{7B1B8F56-5866-4008-9BBB-243D261A6A02}" dt="2025-12-14T10:42:36.274" v="7568" actId="2696"/>
        <pc:sldMkLst>
          <pc:docMk/>
          <pc:sldMk cId="1386796280" sldId="331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684989005" sldId="332"/>
        </pc:sldMkLst>
      </pc:sldChg>
      <pc:sldChg chg="del">
        <pc:chgData name="Samaj, Tomas" userId="24ba87dd-e0d6-46e4-b32b-c6bf33e42df2" providerId="ADAL" clId="{7B1B8F56-5866-4008-9BBB-243D261A6A02}" dt="2025-12-14T10:42:48.800" v="7569" actId="2696"/>
        <pc:sldMkLst>
          <pc:docMk/>
          <pc:sldMk cId="1420953659" sldId="333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2911385746" sldId="334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3989720971" sldId="335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793516716" sldId="336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3492829462" sldId="337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3725205047" sldId="338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4171016288" sldId="339"/>
        </pc:sldMkLst>
      </pc:sldChg>
      <pc:sldChg chg="del">
        <pc:chgData name="Samaj, Tomas" userId="24ba87dd-e0d6-46e4-b32b-c6bf33e42df2" providerId="ADAL" clId="{7B1B8F56-5866-4008-9BBB-243D261A6A02}" dt="2025-12-14T10:42:36.274" v="7568" actId="2696"/>
        <pc:sldMkLst>
          <pc:docMk/>
          <pc:sldMk cId="1399541042" sldId="340"/>
        </pc:sldMkLst>
      </pc:sldChg>
      <pc:sldChg chg="addSp delSp modSp add mod">
        <pc:chgData name="Samaj, Tomas" userId="24ba87dd-e0d6-46e4-b32b-c6bf33e42df2" providerId="ADAL" clId="{7B1B8F56-5866-4008-9BBB-243D261A6A02}" dt="2025-12-14T10:33:28.751" v="6568" actId="732"/>
        <pc:sldMkLst>
          <pc:docMk/>
          <pc:sldMk cId="1067842236" sldId="341"/>
        </pc:sldMkLst>
        <pc:spChg chg="del">
          <ac:chgData name="Samaj, Tomas" userId="24ba87dd-e0d6-46e4-b32b-c6bf33e42df2" providerId="ADAL" clId="{7B1B8F56-5866-4008-9BBB-243D261A6A02}" dt="2025-12-14T10:26:38.282" v="6358" actId="478"/>
          <ac:spMkLst>
            <pc:docMk/>
            <pc:sldMk cId="1067842236" sldId="341"/>
            <ac:spMk id="3" creationId="{6B220271-F0A5-D4C9-B0E8-76A08984EB85}"/>
          </ac:spMkLst>
        </pc:spChg>
        <pc:picChg chg="add mod modCrop">
          <ac:chgData name="Samaj, Tomas" userId="24ba87dd-e0d6-46e4-b32b-c6bf33e42df2" providerId="ADAL" clId="{7B1B8F56-5866-4008-9BBB-243D261A6A02}" dt="2025-12-14T10:33:28.751" v="6568" actId="732"/>
          <ac:picMkLst>
            <pc:docMk/>
            <pc:sldMk cId="1067842236" sldId="341"/>
            <ac:picMk id="4" creationId="{9C50C448-ACBA-9A86-CAFC-62C8A3504A46}"/>
          </ac:picMkLst>
        </pc:picChg>
        <pc:picChg chg="del">
          <ac:chgData name="Samaj, Tomas" userId="24ba87dd-e0d6-46e4-b32b-c6bf33e42df2" providerId="ADAL" clId="{7B1B8F56-5866-4008-9BBB-243D261A6A02}" dt="2025-12-14T10:26:39.457" v="6359" actId="478"/>
          <ac:picMkLst>
            <pc:docMk/>
            <pc:sldMk cId="1067842236" sldId="341"/>
            <ac:picMk id="6" creationId="{83F04DE1-4823-00A1-480E-FB3C898E8942}"/>
          </ac:picMkLst>
        </pc:picChg>
        <pc:picChg chg="add mod modCrop">
          <ac:chgData name="Samaj, Tomas" userId="24ba87dd-e0d6-46e4-b32b-c6bf33e42df2" providerId="ADAL" clId="{7B1B8F56-5866-4008-9BBB-243D261A6A02}" dt="2025-12-14T10:33:24.811" v="6567" actId="1076"/>
          <ac:picMkLst>
            <pc:docMk/>
            <pc:sldMk cId="1067842236" sldId="341"/>
            <ac:picMk id="9" creationId="{99DBBA1A-4062-846A-F3FE-B705DD37158B}"/>
          </ac:picMkLst>
        </pc:picChg>
        <pc:picChg chg="del mod">
          <ac:chgData name="Samaj, Tomas" userId="24ba87dd-e0d6-46e4-b32b-c6bf33e42df2" providerId="ADAL" clId="{7B1B8F56-5866-4008-9BBB-243D261A6A02}" dt="2025-12-14T10:32:25.843" v="6557" actId="478"/>
          <ac:picMkLst>
            <pc:docMk/>
            <pc:sldMk cId="1067842236" sldId="341"/>
            <ac:picMk id="10" creationId="{356B2138-513D-4D74-3355-828A0F12DE0E}"/>
          </ac:picMkLst>
        </pc:picChg>
      </pc:sldChg>
      <pc:sldChg chg="addSp delSp modSp add mod">
        <pc:chgData name="Samaj, Tomas" userId="24ba87dd-e0d6-46e4-b32b-c6bf33e42df2" providerId="ADAL" clId="{7B1B8F56-5866-4008-9BBB-243D261A6A02}" dt="2025-12-14T10:37:02.772" v="6869" actId="20577"/>
        <pc:sldMkLst>
          <pc:docMk/>
          <pc:sldMk cId="861226187" sldId="342"/>
        </pc:sldMkLst>
        <pc:spChg chg="add del mod">
          <ac:chgData name="Samaj, Tomas" userId="24ba87dd-e0d6-46e4-b32b-c6bf33e42df2" providerId="ADAL" clId="{7B1B8F56-5866-4008-9BBB-243D261A6A02}" dt="2025-12-14T10:35:26.736" v="6585" actId="478"/>
          <ac:spMkLst>
            <pc:docMk/>
            <pc:sldMk cId="861226187" sldId="342"/>
            <ac:spMk id="5" creationId="{8A88E957-488D-4369-BCEC-B9A048AA263A}"/>
          </ac:spMkLst>
        </pc:spChg>
        <pc:spChg chg="add mod">
          <ac:chgData name="Samaj, Tomas" userId="24ba87dd-e0d6-46e4-b32b-c6bf33e42df2" providerId="ADAL" clId="{7B1B8F56-5866-4008-9BBB-243D261A6A02}" dt="2025-12-14T10:37:02.772" v="6869" actId="20577"/>
          <ac:spMkLst>
            <pc:docMk/>
            <pc:sldMk cId="861226187" sldId="342"/>
            <ac:spMk id="6" creationId="{2947C342-AF08-B533-D3E5-CB5C266324FF}"/>
          </ac:spMkLst>
        </pc:spChg>
        <pc:picChg chg="add mod modCrop">
          <ac:chgData name="Samaj, Tomas" userId="24ba87dd-e0d6-46e4-b32b-c6bf33e42df2" providerId="ADAL" clId="{7B1B8F56-5866-4008-9BBB-243D261A6A02}" dt="2025-12-14T10:34:19.040" v="6578" actId="732"/>
          <ac:picMkLst>
            <pc:docMk/>
            <pc:sldMk cId="861226187" sldId="342"/>
            <ac:picMk id="3" creationId="{8FCEEAA2-CF1F-2B96-0C91-5C528AA8E6F1}"/>
          </ac:picMkLst>
        </pc:picChg>
        <pc:picChg chg="del">
          <ac:chgData name="Samaj, Tomas" userId="24ba87dd-e0d6-46e4-b32b-c6bf33e42df2" providerId="ADAL" clId="{7B1B8F56-5866-4008-9BBB-243D261A6A02}" dt="2025-12-14T10:33:34.267" v="6569" actId="478"/>
          <ac:picMkLst>
            <pc:docMk/>
            <pc:sldMk cId="861226187" sldId="342"/>
            <ac:picMk id="4" creationId="{0AB5C694-FBAE-E909-9AD0-3615C4683691}"/>
          </ac:picMkLst>
        </pc:picChg>
        <pc:picChg chg="mod modCrop">
          <ac:chgData name="Samaj, Tomas" userId="24ba87dd-e0d6-46e4-b32b-c6bf33e42df2" providerId="ADAL" clId="{7B1B8F56-5866-4008-9BBB-243D261A6A02}" dt="2025-12-14T10:34:25.834" v="6580" actId="732"/>
          <ac:picMkLst>
            <pc:docMk/>
            <pc:sldMk cId="861226187" sldId="342"/>
            <ac:picMk id="10" creationId="{76AC2D40-3D32-97CF-8567-B979411058A7}"/>
          </ac:picMkLst>
        </pc:picChg>
      </pc:sldChg>
      <pc:sldChg chg="modSp add mod ord">
        <pc:chgData name="Samaj, Tomas" userId="24ba87dd-e0d6-46e4-b32b-c6bf33e42df2" providerId="ADAL" clId="{7B1B8F56-5866-4008-9BBB-243D261A6A02}" dt="2025-12-14T10:42:10.425" v="7567" actId="20577"/>
        <pc:sldMkLst>
          <pc:docMk/>
          <pc:sldMk cId="2359129299" sldId="343"/>
        </pc:sldMkLst>
        <pc:spChg chg="mod">
          <ac:chgData name="Samaj, Tomas" userId="24ba87dd-e0d6-46e4-b32b-c6bf33e42df2" providerId="ADAL" clId="{7B1B8F56-5866-4008-9BBB-243D261A6A02}" dt="2025-12-14T10:42:10.425" v="7567" actId="20577"/>
          <ac:spMkLst>
            <pc:docMk/>
            <pc:sldMk cId="2359129299" sldId="343"/>
            <ac:spMk id="4" creationId="{B52B68B9-A130-3E8B-BD75-716205A9B42D}"/>
          </ac:spMkLst>
        </pc:spChg>
        <pc:spChg chg="mod">
          <ac:chgData name="Samaj, Tomas" userId="24ba87dd-e0d6-46e4-b32b-c6bf33e42df2" providerId="ADAL" clId="{7B1B8F56-5866-4008-9BBB-243D261A6A02}" dt="2025-12-14T10:38:43.317" v="7090" actId="20577"/>
          <ac:spMkLst>
            <pc:docMk/>
            <pc:sldMk cId="2359129299" sldId="343"/>
            <ac:spMk id="7" creationId="{43216BCC-0769-D7AB-FCA4-201CA074C5A1}"/>
          </ac:spMkLst>
        </pc:spChg>
        <pc:spChg chg="mod">
          <ac:chgData name="Samaj, Tomas" userId="24ba87dd-e0d6-46e4-b32b-c6bf33e42df2" providerId="ADAL" clId="{7B1B8F56-5866-4008-9BBB-243D261A6A02}" dt="2025-12-14T10:38:55.388" v="7131" actId="20577"/>
          <ac:spMkLst>
            <pc:docMk/>
            <pc:sldMk cId="2359129299" sldId="343"/>
            <ac:spMk id="8" creationId="{03D244DE-F6E0-0EDA-B852-EC1D13C99592}"/>
          </ac:spMkLst>
        </pc:spChg>
      </pc:sldChg>
      <pc:sldMasterChg chg="modSldLayout">
        <pc:chgData name="Samaj, Tomas" userId="24ba87dd-e0d6-46e4-b32b-c6bf33e42df2" providerId="ADAL" clId="{7B1B8F56-5866-4008-9BBB-243D261A6A02}" dt="2025-11-15T11:12:19.406" v="257" actId="14100"/>
        <pc:sldMasterMkLst>
          <pc:docMk/>
          <pc:sldMasterMk cId="798062927" sldId="2147483648"/>
        </pc:sldMasterMkLst>
        <pc:sldLayoutChg chg="delSp modSp mod">
          <pc:chgData name="Samaj, Tomas" userId="24ba87dd-e0d6-46e4-b32b-c6bf33e42df2" providerId="ADAL" clId="{7B1B8F56-5866-4008-9BBB-243D261A6A02}" dt="2025-11-15T11:12:19.406" v="257" actId="14100"/>
          <pc:sldLayoutMkLst>
            <pc:docMk/>
            <pc:sldMasterMk cId="798062927" sldId="2147483648"/>
            <pc:sldLayoutMk cId="2715244599" sldId="2147483664"/>
          </pc:sldLayoutMkLst>
          <pc:spChg chg="mod">
            <ac:chgData name="Samaj, Tomas" userId="24ba87dd-e0d6-46e4-b32b-c6bf33e42df2" providerId="ADAL" clId="{7B1B8F56-5866-4008-9BBB-243D261A6A02}" dt="2025-11-15T11:12:19.406" v="257" actId="14100"/>
            <ac:spMkLst>
              <pc:docMk/>
              <pc:sldMasterMk cId="798062927" sldId="2147483648"/>
              <pc:sldLayoutMk cId="2715244599" sldId="2147483664"/>
              <ac:spMk id="18" creationId="{7A2B6DAA-3D2E-4851-803C-B1FAE19AE4B0}"/>
            </ac:spMkLst>
          </pc:spChg>
          <pc:picChg chg="mod">
            <ac:chgData name="Samaj, Tomas" userId="24ba87dd-e0d6-46e4-b32b-c6bf33e42df2" providerId="ADAL" clId="{7B1B8F56-5866-4008-9BBB-243D261A6A02}" dt="2025-11-15T11:12:09.970" v="255" actId="1076"/>
            <ac:picMkLst>
              <pc:docMk/>
              <pc:sldMasterMk cId="798062927" sldId="2147483648"/>
              <pc:sldLayoutMk cId="2715244599" sldId="2147483664"/>
              <ac:picMk id="3" creationId="{910648F3-FB8E-D9F3-3FE7-7042347B3A9C}"/>
            </ac:picMkLst>
          </pc:picChg>
        </pc:sldLayoutChg>
      </pc:sldMasterChg>
    </pc:docChg>
  </pc:docChgLst>
  <pc:docChgLst>
    <pc:chgData name="Iepure, Giulio-Robert" userId="S::h12427782@s.wu.ac.at::67277953-3767-40ff-8a1a-02d47f4f8f7f" providerId="AD" clId="Web-{E919943F-11A5-8EEB-D5FD-D60732415310}"/>
    <pc:docChg chg="modSld">
      <pc:chgData name="Iepure, Giulio-Robert" userId="S::h12427782@s.wu.ac.at::67277953-3767-40ff-8a1a-02d47f4f8f7f" providerId="AD" clId="Web-{E919943F-11A5-8EEB-D5FD-D60732415310}" dt="2025-12-03T08:24:32.958" v="2" actId="1076"/>
      <pc:docMkLst>
        <pc:docMk/>
      </pc:docMkLst>
    </pc:docChg>
  </pc:docChgLst>
  <pc:docChgLst>
    <pc:chgData name="Tallos, Farkas Pal" userId="86c36b7f-01a8-446e-ba97-4074199c5aa5" providerId="ADAL" clId="{AC718F3F-4AF9-5DC4-BCC8-87FB61EEB03E}"/>
    <pc:docChg chg="undo redo custSel addSld delSld modSld sldOrd">
      <pc:chgData name="Tallos, Farkas Pal" userId="86c36b7f-01a8-446e-ba97-4074199c5aa5" providerId="ADAL" clId="{AC718F3F-4AF9-5DC4-BCC8-87FB61EEB03E}" dt="2025-12-14T18:18:43.828" v="1231" actId="14100"/>
      <pc:docMkLst>
        <pc:docMk/>
      </pc:docMkLst>
      <pc:sldChg chg="modSp mod">
        <pc:chgData name="Tallos, Farkas Pal" userId="86c36b7f-01a8-446e-ba97-4074199c5aa5" providerId="ADAL" clId="{AC718F3F-4AF9-5DC4-BCC8-87FB61EEB03E}" dt="2025-12-01T20:23:28.199" v="33" actId="1076"/>
        <pc:sldMkLst>
          <pc:docMk/>
          <pc:sldMk cId="3443664567" sldId="298"/>
        </pc:sldMkLst>
        <pc:spChg chg="mod">
          <ac:chgData name="Tallos, Farkas Pal" userId="86c36b7f-01a8-446e-ba97-4074199c5aa5" providerId="ADAL" clId="{AC718F3F-4AF9-5DC4-BCC8-87FB61EEB03E}" dt="2025-12-01T20:23:25.320" v="31" actId="1076"/>
          <ac:spMkLst>
            <pc:docMk/>
            <pc:sldMk cId="3443664567" sldId="298"/>
            <ac:spMk id="9" creationId="{7F397B07-A739-A37D-09CD-A8561FBB4B96}"/>
          </ac:spMkLst>
        </pc:spChg>
        <pc:picChg chg="mod">
          <ac:chgData name="Tallos, Farkas Pal" userId="86c36b7f-01a8-446e-ba97-4074199c5aa5" providerId="ADAL" clId="{AC718F3F-4AF9-5DC4-BCC8-87FB61EEB03E}" dt="2025-12-01T20:23:28.199" v="33" actId="1076"/>
          <ac:picMkLst>
            <pc:docMk/>
            <pc:sldMk cId="3443664567" sldId="298"/>
            <ac:picMk id="2" creationId="{DBD9CD5C-D8DF-5A5F-6665-5D3EB1AB0FC8}"/>
          </ac:picMkLst>
        </pc:picChg>
      </pc:sldChg>
      <pc:sldChg chg="addSp delSp modSp mod">
        <pc:chgData name="Tallos, Farkas Pal" userId="86c36b7f-01a8-446e-ba97-4074199c5aa5" providerId="ADAL" clId="{AC718F3F-4AF9-5DC4-BCC8-87FB61EEB03E}" dt="2025-12-14T17:49:20.468" v="1175" actId="1038"/>
        <pc:sldMkLst>
          <pc:docMk/>
          <pc:sldMk cId="3546382590" sldId="321"/>
        </pc:sldMkLst>
        <pc:picChg chg="add del mod">
          <ac:chgData name="Tallos, Farkas Pal" userId="86c36b7f-01a8-446e-ba97-4074199c5aa5" providerId="ADAL" clId="{AC718F3F-4AF9-5DC4-BCC8-87FB61EEB03E}" dt="2025-12-14T17:33:54.432" v="1031" actId="478"/>
          <ac:picMkLst>
            <pc:docMk/>
            <pc:sldMk cId="3546382590" sldId="321"/>
            <ac:picMk id="2" creationId="{D8440508-77D1-4F17-A940-31FEFA76D256}"/>
          </ac:picMkLst>
        </pc:picChg>
        <pc:picChg chg="add mod">
          <ac:chgData name="Tallos, Farkas Pal" userId="86c36b7f-01a8-446e-ba97-4074199c5aa5" providerId="ADAL" clId="{AC718F3F-4AF9-5DC4-BCC8-87FB61EEB03E}" dt="2025-12-14T17:33:35.624" v="1027" actId="14100"/>
          <ac:picMkLst>
            <pc:docMk/>
            <pc:sldMk cId="3546382590" sldId="321"/>
            <ac:picMk id="4" creationId="{04340F2D-438F-CDD1-59E8-E66A68709642}"/>
          </ac:picMkLst>
        </pc:picChg>
        <pc:picChg chg="add mod">
          <ac:chgData name="Tallos, Farkas Pal" userId="86c36b7f-01a8-446e-ba97-4074199c5aa5" providerId="ADAL" clId="{AC718F3F-4AF9-5DC4-BCC8-87FB61EEB03E}" dt="2025-12-14T17:35:39.891" v="1036" actId="14826"/>
          <ac:picMkLst>
            <pc:docMk/>
            <pc:sldMk cId="3546382590" sldId="321"/>
            <ac:picMk id="5" creationId="{7E05984E-96E9-EFDF-7AE8-9A0EE759F184}"/>
          </ac:picMkLst>
        </pc:picChg>
        <pc:picChg chg="del">
          <ac:chgData name="Tallos, Farkas Pal" userId="86c36b7f-01a8-446e-ba97-4074199c5aa5" providerId="ADAL" clId="{AC718F3F-4AF9-5DC4-BCC8-87FB61EEB03E}" dt="2025-12-14T17:31:59.415" v="1018" actId="478"/>
          <ac:picMkLst>
            <pc:docMk/>
            <pc:sldMk cId="3546382590" sldId="321"/>
            <ac:picMk id="6" creationId="{2C8261FA-F0F0-809B-55CF-D3CD5E42FD53}"/>
          </ac:picMkLst>
        </pc:picChg>
        <pc:picChg chg="add mod">
          <ac:chgData name="Tallos, Farkas Pal" userId="86c36b7f-01a8-446e-ba97-4074199c5aa5" providerId="ADAL" clId="{AC718F3F-4AF9-5DC4-BCC8-87FB61EEB03E}" dt="2025-12-14T17:49:20.468" v="1175" actId="1038"/>
          <ac:picMkLst>
            <pc:docMk/>
            <pc:sldMk cId="3546382590" sldId="321"/>
            <ac:picMk id="9" creationId="{CB1CE89A-AEF1-1790-65A1-9E8B639AF4A5}"/>
          </ac:picMkLst>
        </pc:picChg>
        <pc:picChg chg="add del">
          <ac:chgData name="Tallos, Farkas Pal" userId="86c36b7f-01a8-446e-ba97-4074199c5aa5" providerId="ADAL" clId="{AC718F3F-4AF9-5DC4-BCC8-87FB61EEB03E}" dt="2025-12-14T17:37:39.425" v="1045" actId="478"/>
          <ac:picMkLst>
            <pc:docMk/>
            <pc:sldMk cId="3546382590" sldId="321"/>
            <ac:picMk id="14" creationId="{2B5E532A-08F5-7180-B0F5-D45EA6AF3991}"/>
          </ac:picMkLst>
        </pc:picChg>
      </pc:sldChg>
      <pc:sldChg chg="modSp mod">
        <pc:chgData name="Tallos, Farkas Pal" userId="86c36b7f-01a8-446e-ba97-4074199c5aa5" providerId="ADAL" clId="{AC718F3F-4AF9-5DC4-BCC8-87FB61EEB03E}" dt="2025-12-02T19:51:22.754" v="989" actId="14100"/>
        <pc:sldMkLst>
          <pc:docMk/>
          <pc:sldMk cId="2362282143" sldId="327"/>
        </pc:sldMkLst>
        <pc:spChg chg="mod">
          <ac:chgData name="Tallos, Farkas Pal" userId="86c36b7f-01a8-446e-ba97-4074199c5aa5" providerId="ADAL" clId="{AC718F3F-4AF9-5DC4-BCC8-87FB61EEB03E}" dt="2025-12-02T19:51:22.754" v="989" actId="14100"/>
          <ac:spMkLst>
            <pc:docMk/>
            <pc:sldMk cId="2362282143" sldId="327"/>
            <ac:spMk id="8" creationId="{DA90A538-4FA2-B5AF-DBE3-5C710B300E3C}"/>
          </ac:spMkLst>
        </pc:spChg>
      </pc:sldChg>
      <pc:sldChg chg="addSp delSp modSp mod">
        <pc:chgData name="Tallos, Farkas Pal" userId="86c36b7f-01a8-446e-ba97-4074199c5aa5" providerId="ADAL" clId="{AC718F3F-4AF9-5DC4-BCC8-87FB61EEB03E}" dt="2025-12-14T18:18:43.828" v="1231" actId="14100"/>
        <pc:sldMkLst>
          <pc:docMk/>
          <pc:sldMk cId="1067842236" sldId="341"/>
        </pc:sldMkLst>
        <pc:picChg chg="add mod">
          <ac:chgData name="Tallos, Farkas Pal" userId="86c36b7f-01a8-446e-ba97-4074199c5aa5" providerId="ADAL" clId="{AC718F3F-4AF9-5DC4-BCC8-87FB61EEB03E}" dt="2025-12-14T18:18:43.828" v="1231" actId="14100"/>
          <ac:picMkLst>
            <pc:docMk/>
            <pc:sldMk cId="1067842236" sldId="341"/>
            <ac:picMk id="2" creationId="{51910982-16D4-2557-0B1E-E5F6C7FF0367}"/>
          </ac:picMkLst>
        </pc:picChg>
        <pc:picChg chg="add mod">
          <ac:chgData name="Tallos, Farkas Pal" userId="86c36b7f-01a8-446e-ba97-4074199c5aa5" providerId="ADAL" clId="{AC718F3F-4AF9-5DC4-BCC8-87FB61EEB03E}" dt="2025-12-14T18:17:56.812" v="1230" actId="14100"/>
          <ac:picMkLst>
            <pc:docMk/>
            <pc:sldMk cId="1067842236" sldId="341"/>
            <ac:picMk id="3" creationId="{E477454E-B13F-0FB1-5CE7-A19EFE9F81DF}"/>
          </ac:picMkLst>
        </pc:picChg>
        <pc:picChg chg="del">
          <ac:chgData name="Tallos, Farkas Pal" userId="86c36b7f-01a8-446e-ba97-4074199c5aa5" providerId="ADAL" clId="{AC718F3F-4AF9-5DC4-BCC8-87FB61EEB03E}" dt="2025-12-14T17:38:25.291" v="1051" actId="478"/>
          <ac:picMkLst>
            <pc:docMk/>
            <pc:sldMk cId="1067842236" sldId="341"/>
            <ac:picMk id="4" creationId="{9C50C448-ACBA-9A86-CAFC-62C8A3504A46}"/>
          </ac:picMkLst>
        </pc:picChg>
        <pc:picChg chg="del">
          <ac:chgData name="Tallos, Farkas Pal" userId="86c36b7f-01a8-446e-ba97-4074199c5aa5" providerId="ADAL" clId="{AC718F3F-4AF9-5DC4-BCC8-87FB61EEB03E}" dt="2025-12-14T17:38:50.007" v="1055" actId="478"/>
          <ac:picMkLst>
            <pc:docMk/>
            <pc:sldMk cId="1067842236" sldId="341"/>
            <ac:picMk id="9" creationId="{99DBBA1A-4062-846A-F3FE-B705DD37158B}"/>
          </ac:picMkLst>
        </pc:picChg>
      </pc:sldChg>
      <pc:sldChg chg="addSp delSp modSp mod">
        <pc:chgData name="Tallos, Farkas Pal" userId="86c36b7f-01a8-446e-ba97-4074199c5aa5" providerId="ADAL" clId="{AC718F3F-4AF9-5DC4-BCC8-87FB61EEB03E}" dt="2025-12-14T18:17:20.228" v="1227" actId="14100"/>
        <pc:sldMkLst>
          <pc:docMk/>
          <pc:sldMk cId="861226187" sldId="342"/>
        </pc:sldMkLst>
        <pc:spChg chg="del">
          <ac:chgData name="Tallos, Farkas Pal" userId="86c36b7f-01a8-446e-ba97-4074199c5aa5" providerId="ADAL" clId="{AC718F3F-4AF9-5DC4-BCC8-87FB61EEB03E}" dt="2025-12-14T18:03:46.243" v="1184" actId="478"/>
          <ac:spMkLst>
            <pc:docMk/>
            <pc:sldMk cId="861226187" sldId="342"/>
            <ac:spMk id="6" creationId="{2947C342-AF08-B533-D3E5-CB5C266324FF}"/>
          </ac:spMkLst>
        </pc:spChg>
        <pc:picChg chg="add mod">
          <ac:chgData name="Tallos, Farkas Pal" userId="86c36b7f-01a8-446e-ba97-4074199c5aa5" providerId="ADAL" clId="{AC718F3F-4AF9-5DC4-BCC8-87FB61EEB03E}" dt="2025-12-14T18:17:20.228" v="1227" actId="14100"/>
          <ac:picMkLst>
            <pc:docMk/>
            <pc:sldMk cId="861226187" sldId="342"/>
            <ac:picMk id="2" creationId="{108C33B0-2340-2080-F033-0F36CF62F25E}"/>
          </ac:picMkLst>
        </pc:picChg>
        <pc:picChg chg="del">
          <ac:chgData name="Tallos, Farkas Pal" userId="86c36b7f-01a8-446e-ba97-4074199c5aa5" providerId="ADAL" clId="{AC718F3F-4AF9-5DC4-BCC8-87FB61EEB03E}" dt="2025-12-14T17:39:28.793" v="1116" actId="478"/>
          <ac:picMkLst>
            <pc:docMk/>
            <pc:sldMk cId="861226187" sldId="342"/>
            <ac:picMk id="3" creationId="{8FCEEAA2-CF1F-2B96-0C91-5C528AA8E6F1}"/>
          </ac:picMkLst>
        </pc:picChg>
        <pc:picChg chg="add mod">
          <ac:chgData name="Tallos, Farkas Pal" userId="86c36b7f-01a8-446e-ba97-4074199c5aa5" providerId="ADAL" clId="{AC718F3F-4AF9-5DC4-BCC8-87FB61EEB03E}" dt="2025-12-14T18:17:17.196" v="1226" actId="14100"/>
          <ac:picMkLst>
            <pc:docMk/>
            <pc:sldMk cId="861226187" sldId="342"/>
            <ac:picMk id="4" creationId="{23AA895C-0AA1-F7D0-B9CE-F24BD2A1CA3A}"/>
          </ac:picMkLst>
        </pc:picChg>
        <pc:picChg chg="del mod modCrop">
          <ac:chgData name="Tallos, Farkas Pal" userId="86c36b7f-01a8-446e-ba97-4074199c5aa5" providerId="ADAL" clId="{AC718F3F-4AF9-5DC4-BCC8-87FB61EEB03E}" dt="2025-12-14T17:36:52.748" v="1041" actId="478"/>
          <ac:picMkLst>
            <pc:docMk/>
            <pc:sldMk cId="861226187" sldId="342"/>
            <ac:picMk id="10" creationId="{76AC2D40-3D32-97CF-8567-B979411058A7}"/>
          </ac:picMkLst>
        </pc:picChg>
      </pc:sldChg>
      <pc:sldChg chg="addSp delSp modSp add mod">
        <pc:chgData name="Tallos, Farkas Pal" userId="86c36b7f-01a8-446e-ba97-4074199c5aa5" providerId="ADAL" clId="{AC718F3F-4AF9-5DC4-BCC8-87FB61EEB03E}" dt="2025-12-14T18:12:26.378" v="1224" actId="1036"/>
        <pc:sldMkLst>
          <pc:docMk/>
          <pc:sldMk cId="2773804745" sldId="344"/>
        </pc:sldMkLst>
        <pc:picChg chg="del">
          <ac:chgData name="Tallos, Farkas Pal" userId="86c36b7f-01a8-446e-ba97-4074199c5aa5" providerId="ADAL" clId="{AC718F3F-4AF9-5DC4-BCC8-87FB61EEB03E}" dt="2025-12-14T18:03:39.284" v="1182" actId="478"/>
          <ac:picMkLst>
            <pc:docMk/>
            <pc:sldMk cId="2773804745" sldId="344"/>
            <ac:picMk id="2" creationId="{D92ED285-6558-A4C9-9C48-75A504274AA6}"/>
          </ac:picMkLst>
        </pc:picChg>
        <pc:picChg chg="add del mod">
          <ac:chgData name="Tallos, Farkas Pal" userId="86c36b7f-01a8-446e-ba97-4074199c5aa5" providerId="ADAL" clId="{AC718F3F-4AF9-5DC4-BCC8-87FB61EEB03E}" dt="2025-12-14T18:04:31.320" v="1188" actId="478"/>
          <ac:picMkLst>
            <pc:docMk/>
            <pc:sldMk cId="2773804745" sldId="344"/>
            <ac:picMk id="3" creationId="{EE3F2EFC-1E23-8816-0CDE-3144FA3A59F2}"/>
          </ac:picMkLst>
        </pc:picChg>
        <pc:picChg chg="del">
          <ac:chgData name="Tallos, Farkas Pal" userId="86c36b7f-01a8-446e-ba97-4074199c5aa5" providerId="ADAL" clId="{AC718F3F-4AF9-5DC4-BCC8-87FB61EEB03E}" dt="2025-12-14T18:03:40.339" v="1183" actId="478"/>
          <ac:picMkLst>
            <pc:docMk/>
            <pc:sldMk cId="2773804745" sldId="344"/>
            <ac:picMk id="4" creationId="{A2B18CA4-D3A4-977A-A1AC-CD93DE562CB1}"/>
          </ac:picMkLst>
        </pc:picChg>
        <pc:picChg chg="add mod">
          <ac:chgData name="Tallos, Farkas Pal" userId="86c36b7f-01a8-446e-ba97-4074199c5aa5" providerId="ADAL" clId="{AC718F3F-4AF9-5DC4-BCC8-87FB61EEB03E}" dt="2025-12-14T18:12:26.378" v="1224" actId="1036"/>
          <ac:picMkLst>
            <pc:docMk/>
            <pc:sldMk cId="2773804745" sldId="344"/>
            <ac:picMk id="5" creationId="{3F47B2CA-5993-CDDF-4023-DD0F36163EE6}"/>
          </ac:picMkLst>
        </pc:picChg>
      </pc:sldChg>
    </pc:docChg>
  </pc:docChgLst>
  <pc:docChgLst>
    <pc:chgData name="Iepure, Giulio-Robert" userId="67277953-3767-40ff-8a1a-02d47f4f8f7f" providerId="ADAL" clId="{059C56E9-D8A9-5C3D-A13C-05BE381C40C2}"/>
    <pc:docChg chg="undo custSel addSld delSld modSld">
      <pc:chgData name="Iepure, Giulio-Robert" userId="67277953-3767-40ff-8a1a-02d47f4f8f7f" providerId="ADAL" clId="{059C56E9-D8A9-5C3D-A13C-05BE381C40C2}" dt="2025-12-02T21:07:13.877" v="861" actId="20577"/>
      <pc:docMkLst>
        <pc:docMk/>
      </pc:docMkLst>
      <pc:sldChg chg="addSp delSp modSp mod">
        <pc:chgData name="Iepure, Giulio-Robert" userId="67277953-3767-40ff-8a1a-02d47f4f8f7f" providerId="ADAL" clId="{059C56E9-D8A9-5C3D-A13C-05BE381C40C2}" dt="2025-11-15T11:11:22.834" v="176" actId="478"/>
        <pc:sldMkLst>
          <pc:docMk/>
          <pc:sldMk cId="361736959" sldId="296"/>
        </pc:sldMkLst>
        <pc:spChg chg="add mod">
          <ac:chgData name="Iepure, Giulio-Robert" userId="67277953-3767-40ff-8a1a-02d47f4f8f7f" providerId="ADAL" clId="{059C56E9-D8A9-5C3D-A13C-05BE381C40C2}" dt="2025-11-15T11:09:12.371" v="114" actId="20577"/>
          <ac:spMkLst>
            <pc:docMk/>
            <pc:sldMk cId="361736959" sldId="296"/>
            <ac:spMk id="9" creationId="{0A86FFE2-C5A4-D33E-5242-FF5FB6C1E19E}"/>
          </ac:spMkLst>
        </pc:spChg>
        <pc:spChg chg="mod">
          <ac:chgData name="Iepure, Giulio-Robert" userId="67277953-3767-40ff-8a1a-02d47f4f8f7f" providerId="ADAL" clId="{059C56E9-D8A9-5C3D-A13C-05BE381C40C2}" dt="2025-11-15T11:05:59.467" v="22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Iepure, Giulio-Robert" userId="67277953-3767-40ff-8a1a-02d47f4f8f7f" providerId="ADAL" clId="{059C56E9-D8A9-5C3D-A13C-05BE381C40C2}" dt="2025-11-15T11:06:20.580" v="33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Iepure, Giulio-Robert" userId="67277953-3767-40ff-8a1a-02d47f4f8f7f" providerId="ADAL" clId="{059C56E9-D8A9-5C3D-A13C-05BE381C40C2}" dt="2025-11-15T11:11:11.687" v="175" actId="20577"/>
          <ac:spMkLst>
            <pc:docMk/>
            <pc:sldMk cId="361736959" sldId="296"/>
            <ac:spMk id="33" creationId="{5751F698-5533-8459-909C-EE5E9D1D31E0}"/>
          </ac:spMkLst>
        </pc:spChg>
        <pc:spChg chg="mod">
          <ac:chgData name="Iepure, Giulio-Robert" userId="67277953-3767-40ff-8a1a-02d47f4f8f7f" providerId="ADAL" clId="{059C56E9-D8A9-5C3D-A13C-05BE381C40C2}" dt="2025-11-15T11:07:23.032" v="62" actId="20577"/>
          <ac:spMkLst>
            <pc:docMk/>
            <pc:sldMk cId="361736959" sldId="296"/>
            <ac:spMk id="34" creationId="{9FF43879-9D51-BC85-DBBC-2EF22D8ECA66}"/>
          </ac:spMkLst>
        </pc:spChg>
      </pc:sldChg>
    </pc:docChg>
  </pc:docChgLst>
  <pc:docChgLst>
    <pc:chgData name="Piacentini, Caterina" userId="f5cc0bf0-ba5e-47a2-9f46-1ab04c78f108" providerId="ADAL" clId="{33458103-1E0D-5382-9B65-34EE54475687}"/>
    <pc:docChg chg="undo custSel addSld delSld modSld sldOrd modMainMaster">
      <pc:chgData name="Piacentini, Caterina" userId="f5cc0bf0-ba5e-47a2-9f46-1ab04c78f108" providerId="ADAL" clId="{33458103-1E0D-5382-9B65-34EE54475687}" dt="2025-12-14T11:10:29.872" v="4656" actId="20577"/>
      <pc:docMkLst>
        <pc:docMk/>
      </pc:docMkLst>
      <pc:sldChg chg="addSp delSp modSp mod">
        <pc:chgData name="Piacentini, Caterina" userId="f5cc0bf0-ba5e-47a2-9f46-1ab04c78f108" providerId="ADAL" clId="{33458103-1E0D-5382-9B65-34EE54475687}" dt="2025-12-02T11:36:13.001" v="4461" actId="20577"/>
        <pc:sldMkLst>
          <pc:docMk/>
          <pc:sldMk cId="3556147786" sldId="319"/>
        </pc:sldMkLst>
      </pc:sldChg>
      <pc:sldChg chg="addSp delSp modSp mod">
        <pc:chgData name="Piacentini, Caterina" userId="f5cc0bf0-ba5e-47a2-9f46-1ab04c78f108" providerId="ADAL" clId="{33458103-1E0D-5382-9B65-34EE54475687}" dt="2025-12-03T08:19:28.510" v="4623" actId="113"/>
        <pc:sldMkLst>
          <pc:docMk/>
          <pc:sldMk cId="3546382590" sldId="321"/>
        </pc:sldMkLst>
      </pc:sldChg>
      <pc:sldChg chg="addSp modSp add mod">
        <pc:chgData name="Piacentini, Caterina" userId="f5cc0bf0-ba5e-47a2-9f46-1ab04c78f108" providerId="ADAL" clId="{33458103-1E0D-5382-9B65-34EE54475687}" dt="2025-12-02T12:26:22.161" v="4606" actId="255"/>
        <pc:sldMkLst>
          <pc:docMk/>
          <pc:sldMk cId="2362282143" sldId="327"/>
        </pc:sldMkLst>
        <pc:spChg chg="mod">
          <ac:chgData name="Piacentini, Caterina" userId="f5cc0bf0-ba5e-47a2-9f46-1ab04c78f108" providerId="ADAL" clId="{33458103-1E0D-5382-9B65-34EE54475687}" dt="2025-12-01T10:29:43.247" v="2023" actId="790"/>
          <ac:spMkLst>
            <pc:docMk/>
            <pc:sldMk cId="2362282143" sldId="327"/>
            <ac:spMk id="7" creationId="{44635FD9-F625-24D1-0057-4FDA4A4A4699}"/>
          </ac:spMkLst>
        </pc:spChg>
        <pc:spChg chg="mod">
          <ac:chgData name="Piacentini, Caterina" userId="f5cc0bf0-ba5e-47a2-9f46-1ab04c78f108" providerId="ADAL" clId="{33458103-1E0D-5382-9B65-34EE54475687}" dt="2025-12-01T10:50:34.194" v="2269" actId="20577"/>
          <ac:spMkLst>
            <pc:docMk/>
            <pc:sldMk cId="2362282143" sldId="327"/>
            <ac:spMk id="8" creationId="{DA90A538-4FA2-B5AF-DBE3-5C710B300E3C}"/>
          </ac:spMkLst>
        </pc:spChg>
      </pc:sldChg>
      <pc:sldChg chg="modSp mod">
        <pc:chgData name="Piacentini, Caterina" userId="f5cc0bf0-ba5e-47a2-9f46-1ab04c78f108" providerId="ADAL" clId="{33458103-1E0D-5382-9B65-34EE54475687}" dt="2025-12-14T11:10:29.872" v="4656" actId="20577"/>
        <pc:sldMkLst>
          <pc:docMk/>
          <pc:sldMk cId="2359129299" sldId="343"/>
        </pc:sldMkLst>
        <pc:spChg chg="mod">
          <ac:chgData name="Piacentini, Caterina" userId="f5cc0bf0-ba5e-47a2-9f46-1ab04c78f108" providerId="ADAL" clId="{33458103-1E0D-5382-9B65-34EE54475687}" dt="2025-12-14T11:10:29.872" v="4656" actId="20577"/>
          <ac:spMkLst>
            <pc:docMk/>
            <pc:sldMk cId="2359129299" sldId="343"/>
            <ac:spMk id="4" creationId="{B52B68B9-A130-3E8B-BD75-716205A9B42D}"/>
          </ac:spMkLst>
        </pc:spChg>
      </pc:sldChg>
      <pc:sldMasterChg chg="modSldLayout">
        <pc:chgData name="Piacentini, Caterina" userId="f5cc0bf0-ba5e-47a2-9f46-1ab04c78f108" providerId="ADAL" clId="{33458103-1E0D-5382-9B65-34EE54475687}" dt="2025-12-01T10:10:24.366" v="1999" actId="1076"/>
        <pc:sldMasterMkLst>
          <pc:docMk/>
          <pc:sldMasterMk cId="798062927" sldId="2147483648"/>
        </pc:sldMasterMkLst>
        <pc:sldLayoutChg chg="modSp">
          <pc:chgData name="Piacentini, Caterina" userId="f5cc0bf0-ba5e-47a2-9f46-1ab04c78f108" providerId="ADAL" clId="{33458103-1E0D-5382-9B65-34EE54475687}" dt="2025-12-01T10:09:36.134" v="1993" actId="735"/>
          <pc:sldLayoutMkLst>
            <pc:docMk/>
            <pc:sldMasterMk cId="798062927" sldId="2147483648"/>
            <pc:sldLayoutMk cId="2715244599" sldId="214748366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Tags: divider, simple, no image, left aligned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607FD67-848C-A6C6-F2B3-6826C7E9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4B6D142-49BE-D41E-8926-268B002A5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C8F89C83-08C5-D7F9-E00A-B5259CD6A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0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63FA5C1-FCF2-FBBD-6C79-F339C974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5D52156C-DAF0-40C3-1D87-F4A2063D1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F30A540D-8290-FCBA-0985-CBB5FC9F2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94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F6DFBAD-6A9B-48F4-3DEE-F4248767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05A8B51-8C62-A8F6-55E5-8843618B6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E15F18A-AC91-EF40-A8EB-1DD170EB6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6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8AFE82A-E625-8B3D-E74E-27BDB257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5BE417C-03B9-E6BB-5AD6-663BA8AD8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4E115FD5-F705-3188-0FF0-5C47BFC4B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9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8EA1B1E-694B-E002-EC7B-AFCB16A6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D8CA74F-58C9-8136-CEB7-C71851EC8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7BF91015-0243-2E0A-C242-E0D0932A5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57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A559D01-670F-E679-9627-BC0C7ED9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6AF764F0-7D60-5B00-5F5A-43277AC47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3659698B-240D-455B-B124-59D29372C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46C6FD3-F75D-B656-3C14-3A6F0B53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0B053704-DE41-4D50-790F-0DB5E7EB9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74E4FE16-3BFB-6F88-04D2-4C7DB1BBE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31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944fc36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2cb944fc36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8">
            <a:extLst>
              <a:ext uri="{FF2B5EF4-FFF2-40B4-BE49-F238E27FC236}">
                <a16:creationId xmlns:a16="http://schemas.microsoft.com/office/drawing/2014/main" id="{51D23840-E17D-FD8C-3E5E-D0FC70B42E21}"/>
              </a:ext>
            </a:extLst>
          </p:cNvPr>
          <p:cNvSpPr txBox="1"/>
          <p:nvPr userDrawn="1"/>
        </p:nvSpPr>
        <p:spPr>
          <a:xfrm>
            <a:off x="10858050" y="0"/>
            <a:ext cx="16539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de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ISK </a:t>
            </a:r>
            <a:r>
              <a:rPr lang="de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für strategische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Kapitalmarktforschung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469E9-8D72-95C8-1FDD-1EDB72DC98F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22702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95566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75968" y="109204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/>
            </a:lvl1pPr>
            <a:lvl2pPr marL="0" lvl="1" indent="0" algn="r">
              <a:spcBef>
                <a:spcPts val="0"/>
              </a:spcBef>
              <a:buNone/>
              <a:defRPr sz="1400" b="1"/>
            </a:lvl2pPr>
            <a:lvl3pPr marL="0" lvl="2" indent="0" algn="r">
              <a:spcBef>
                <a:spcPts val="0"/>
              </a:spcBef>
              <a:buNone/>
              <a:defRPr sz="1400" b="1"/>
            </a:lvl3pPr>
            <a:lvl4pPr marL="0" lvl="3" indent="0" algn="r">
              <a:spcBef>
                <a:spcPts val="0"/>
              </a:spcBef>
              <a:buNone/>
              <a:defRPr sz="1400" b="1"/>
            </a:lvl4pPr>
            <a:lvl5pPr marL="0" lvl="4" indent="0" algn="r">
              <a:spcBef>
                <a:spcPts val="0"/>
              </a:spcBef>
              <a:buNone/>
              <a:defRPr sz="1400" b="1"/>
            </a:lvl5pPr>
            <a:lvl6pPr marL="0" lvl="5" indent="0" algn="r">
              <a:spcBef>
                <a:spcPts val="0"/>
              </a:spcBef>
              <a:buNone/>
              <a:defRPr sz="1400" b="1"/>
            </a:lvl6pPr>
            <a:lvl7pPr marL="0" lvl="6" indent="0" algn="r">
              <a:spcBef>
                <a:spcPts val="0"/>
              </a:spcBef>
              <a:buNone/>
              <a:defRPr sz="1400" b="1"/>
            </a:lvl7pPr>
            <a:lvl8pPr marL="0" lvl="7" indent="0" algn="r">
              <a:spcBef>
                <a:spcPts val="0"/>
              </a:spcBef>
              <a:buNone/>
              <a:defRPr sz="1400" b="1"/>
            </a:lvl8pPr>
            <a:lvl9pPr marL="0" lvl="8" indent="0" algn="r">
              <a:spcBef>
                <a:spcPts val="0"/>
              </a:spcBef>
              <a:buNone/>
              <a:defRPr sz="14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DBD9CD5C-D8DF-5A5F-6665-5D3EB1AB0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owchart: Manual Operation 4">
            <a:extLst>
              <a:ext uri="{FF2B5EF4-FFF2-40B4-BE49-F238E27FC236}">
                <a16:creationId xmlns:a16="http://schemas.microsoft.com/office/drawing/2014/main" id="{AD92602E-37E8-2B87-7318-C55F83EC64B3}"/>
              </a:ext>
            </a:extLst>
          </p:cNvPr>
          <p:cNvSpPr/>
          <p:nvPr/>
        </p:nvSpPr>
        <p:spPr>
          <a:xfrm rot="11297026">
            <a:off x="-2137957" y="-537424"/>
            <a:ext cx="877604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lowchart: Manual Operation 5">
            <a:extLst>
              <a:ext uri="{FF2B5EF4-FFF2-40B4-BE49-F238E27FC236}">
                <a16:creationId xmlns:a16="http://schemas.microsoft.com/office/drawing/2014/main" id="{491F0452-A849-34DC-C8AF-08FDA1459794}"/>
              </a:ext>
            </a:extLst>
          </p:cNvPr>
          <p:cNvSpPr/>
          <p:nvPr/>
        </p:nvSpPr>
        <p:spPr>
          <a:xfrm rot="9995555">
            <a:off x="-1675859" y="-581934"/>
            <a:ext cx="834940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83BC8-33B0-80E3-64CC-B5C4B4902DAF}"/>
              </a:ext>
            </a:extLst>
          </p:cNvPr>
          <p:cNvSpPr txBox="1"/>
          <p:nvPr/>
        </p:nvSpPr>
        <p:spPr>
          <a:xfrm>
            <a:off x="268201" y="639599"/>
            <a:ext cx="519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noProof="0" dirty="0">
                <a:solidFill>
                  <a:schemeClr val="bg1">
                    <a:lumMod val="95000"/>
                  </a:schemeClr>
                </a:solidFill>
              </a:rPr>
              <a:t>ZZ </a:t>
            </a:r>
            <a:r>
              <a:rPr lang="cs-CZ" sz="3200" b="1" noProof="0" dirty="0" err="1">
                <a:solidFill>
                  <a:schemeClr val="bg1">
                    <a:lumMod val="95000"/>
                  </a:schemeClr>
                </a:solidFill>
              </a:rPr>
              <a:t>ILab</a:t>
            </a:r>
            <a:r>
              <a:rPr lang="cs-CZ" sz="3200" b="1" noProof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dirty="0" err="1">
                <a:solidFill>
                  <a:schemeClr val="bg1">
                    <a:lumMod val="95000"/>
                  </a:schemeClr>
                </a:solidFill>
              </a:rPr>
              <a:t>Presentation</a:t>
            </a:r>
            <a:r>
              <a:rPr lang="cs-CZ" sz="3200" b="1" noProof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3200" b="1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7B07-A739-A37D-09CD-A8561FBB4B96}"/>
              </a:ext>
            </a:extLst>
          </p:cNvPr>
          <p:cNvSpPr/>
          <p:nvPr/>
        </p:nvSpPr>
        <p:spPr>
          <a:xfrm>
            <a:off x="1263141" y="2024972"/>
            <a:ext cx="3204761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1600" b="0" i="1" u="none" strike="noStrike" cap="none" noProof="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Giulio</a:t>
            </a:r>
            <a:r>
              <a:rPr lang="cs-CZ" sz="1600" b="0" i="1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-CZ" sz="1600" b="0" i="1" u="none" strike="noStrike" cap="none" noProof="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Iepure</a:t>
            </a:r>
            <a:r>
              <a:rPr lang="en-US" sz="1600" b="0" i="1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Caterina Piacentini, Farkas Tallos, Tomas Samaj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A37E-7A11-EECA-1CD9-E4DD56413B52}"/>
              </a:ext>
            </a:extLst>
          </p:cNvPr>
          <p:cNvSpPr/>
          <p:nvPr/>
        </p:nvSpPr>
        <p:spPr>
          <a:xfrm>
            <a:off x="268201" y="1319565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3200" dirty="0">
                <a:solidFill>
                  <a:schemeClr val="bg1">
                    <a:lumMod val="95000"/>
                  </a:schemeClr>
                </a:solidFill>
                <a:sym typeface="Calibri"/>
              </a:rPr>
              <a:t>15</a:t>
            </a:r>
            <a:r>
              <a:rPr lang="en-US" sz="3200" noProof="0" dirty="0">
                <a:solidFill>
                  <a:schemeClr val="bg1">
                    <a:lumMod val="95000"/>
                  </a:schemeClr>
                </a:solidFill>
                <a:sym typeface="Calibri"/>
              </a:rPr>
              <a:t>.1</a:t>
            </a:r>
            <a:r>
              <a:rPr lang="cs-CZ" sz="3200" noProof="0" dirty="0">
                <a:solidFill>
                  <a:schemeClr val="bg1">
                    <a:lumMod val="95000"/>
                  </a:schemeClr>
                </a:solidFill>
                <a:sym typeface="Calibri"/>
              </a:rPr>
              <a:t>2</a:t>
            </a:r>
            <a:r>
              <a:rPr lang="en-US" sz="3200" noProof="0" dirty="0">
                <a:solidFill>
                  <a:schemeClr val="bg1">
                    <a:lumMod val="95000"/>
                  </a:schemeClr>
                </a:solidFill>
                <a:sym typeface="Calibri"/>
              </a:rPr>
              <a:t>.2025</a:t>
            </a:r>
          </a:p>
        </p:txBody>
      </p:sp>
    </p:spTree>
    <p:extLst>
      <p:ext uri="{BB962C8B-B14F-4D97-AF65-F5344CB8AC3E}">
        <p14:creationId xmlns:p14="http://schemas.microsoft.com/office/powerpoint/2010/main" val="34436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486F66-9B67-3CCF-87DE-43D9A0F7B322}"/>
              </a:ext>
            </a:extLst>
          </p:cNvPr>
          <p:cNvGrpSpPr/>
          <p:nvPr/>
        </p:nvGrpSpPr>
        <p:grpSpPr>
          <a:xfrm>
            <a:off x="5163913" y="1871614"/>
            <a:ext cx="6415347" cy="3114771"/>
            <a:chOff x="5163914" y="1574437"/>
            <a:chExt cx="6415347" cy="311477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6BDF50-7426-183A-1915-694FAF6C2B0A}"/>
                </a:ext>
              </a:extLst>
            </p:cNvPr>
            <p:cNvSpPr/>
            <p:nvPr/>
          </p:nvSpPr>
          <p:spPr>
            <a:xfrm>
              <a:off x="5163914" y="1574437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155EB4-0991-16FF-630B-8600093CB589}"/>
                </a:ext>
              </a:extLst>
            </p:cNvPr>
            <p:cNvSpPr/>
            <p:nvPr/>
          </p:nvSpPr>
          <p:spPr>
            <a:xfrm>
              <a:off x="5163914" y="2429814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07FB2F-E780-7DC7-9AA2-DD190F8DE8CF}"/>
                </a:ext>
              </a:extLst>
            </p:cNvPr>
            <p:cNvSpPr/>
            <p:nvPr/>
          </p:nvSpPr>
          <p:spPr>
            <a:xfrm>
              <a:off x="6276434" y="1628049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cs-CZ" dirty="0" err="1">
                  <a:solidFill>
                    <a:schemeClr val="tx1"/>
                  </a:solidFill>
                </a:rPr>
                <a:t>Moving</a:t>
              </a:r>
              <a:r>
                <a:rPr lang="cs-CZ" dirty="0">
                  <a:solidFill>
                    <a:schemeClr val="tx1"/>
                  </a:solidFill>
                </a:rPr>
                <a:t> to </a:t>
              </a:r>
              <a:r>
                <a:rPr lang="cs-CZ" dirty="0" err="1">
                  <a:solidFill>
                    <a:schemeClr val="tx1"/>
                  </a:solidFill>
                </a:rPr>
                <a:t>the</a:t>
              </a:r>
              <a:r>
                <a:rPr lang="cs-CZ" dirty="0">
                  <a:solidFill>
                    <a:schemeClr val="tx1"/>
                  </a:solidFill>
                </a:rPr>
                <a:t> 2nd part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0E8AE1-C503-1217-5863-3C626BE1B311}"/>
                </a:ext>
              </a:extLst>
            </p:cNvPr>
            <p:cNvSpPr/>
            <p:nvPr/>
          </p:nvSpPr>
          <p:spPr>
            <a:xfrm>
              <a:off x="6276434" y="2483426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 dirty="0">
                  <a:solidFill>
                    <a:schemeClr val="tx1"/>
                  </a:solidFill>
                </a:rPr>
                <a:t>Downloading WRDS + macro data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51F698-5533-8459-909C-EE5E9D1D31E0}"/>
                </a:ext>
              </a:extLst>
            </p:cNvPr>
            <p:cNvSpPr/>
            <p:nvPr/>
          </p:nvSpPr>
          <p:spPr>
            <a:xfrm>
              <a:off x="6276434" y="3338803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 dirty="0">
                  <a:solidFill>
                    <a:schemeClr val="tx1"/>
                  </a:solidFill>
                </a:rPr>
                <a:t>Replicating FF5 + Momentum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F43879-9D51-BC85-DBBC-2EF22D8ECA66}"/>
                </a:ext>
              </a:extLst>
            </p:cNvPr>
            <p:cNvSpPr/>
            <p:nvPr/>
          </p:nvSpPr>
          <p:spPr>
            <a:xfrm>
              <a:off x="6276434" y="4194180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BBE7119-2E1F-2BFA-8618-FECBA1A79DC2}"/>
                </a:ext>
              </a:extLst>
            </p:cNvPr>
            <p:cNvSpPr/>
            <p:nvPr/>
          </p:nvSpPr>
          <p:spPr>
            <a:xfrm>
              <a:off x="5163914" y="3285191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9A9A9C-C523-7E3A-1D06-79F69686BFF1}"/>
                </a:ext>
              </a:extLst>
            </p:cNvPr>
            <p:cNvSpPr/>
            <p:nvPr/>
          </p:nvSpPr>
          <p:spPr>
            <a:xfrm>
              <a:off x="5163914" y="4140568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A12E38-066B-265B-A0AC-EB5B9B493A3E}"/>
                </a:ext>
              </a:extLst>
            </p:cNvPr>
            <p:cNvSpPr/>
            <p:nvPr/>
          </p:nvSpPr>
          <p:spPr>
            <a:xfrm>
              <a:off x="5214206" y="1628049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1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A3A024-B3C7-5DCB-F4B0-D3884AC4FE76}"/>
                </a:ext>
              </a:extLst>
            </p:cNvPr>
            <p:cNvSpPr/>
            <p:nvPr/>
          </p:nvSpPr>
          <p:spPr>
            <a:xfrm>
              <a:off x="5214206" y="2483426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2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C5C5B-EA00-88D9-7FF6-D82E3C246E5C}"/>
                </a:ext>
              </a:extLst>
            </p:cNvPr>
            <p:cNvSpPr/>
            <p:nvPr/>
          </p:nvSpPr>
          <p:spPr>
            <a:xfrm>
              <a:off x="5214206" y="3338803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3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24D5B7-28B6-333A-1603-CDA04BAFA926}"/>
                </a:ext>
              </a:extLst>
            </p:cNvPr>
            <p:cNvSpPr/>
            <p:nvPr/>
          </p:nvSpPr>
          <p:spPr>
            <a:xfrm>
              <a:off x="5214206" y="4186488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4</a:t>
              </a: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AEA6DA5-C3E1-46C3-E5C9-933F49EB51CC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>
              <a:off x="5442806" y="2123077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29329B-C61F-6534-7E1A-FA9C2FCD534D}"/>
                </a:ext>
              </a:extLst>
            </p:cNvPr>
            <p:cNvCxnSpPr>
              <a:cxnSpLocks/>
              <a:stCxn id="30" idx="4"/>
              <a:endCxn id="37" idx="0"/>
            </p:cNvCxnSpPr>
            <p:nvPr/>
          </p:nvCxnSpPr>
          <p:spPr>
            <a:xfrm>
              <a:off x="5442806" y="2978454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0FB6B7E-DADD-F820-B4E7-ED7C1C84A529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>
            <a:xfrm>
              <a:off x="5442806" y="3833831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86FFE2-C5A4-D33E-5242-FF5FB6C1E19E}"/>
                </a:ext>
              </a:extLst>
            </p:cNvPr>
            <p:cNvSpPr txBox="1"/>
            <p:nvPr/>
          </p:nvSpPr>
          <p:spPr>
            <a:xfrm>
              <a:off x="6276435" y="4230222"/>
              <a:ext cx="5302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Next Steps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21CF0CD-689C-B524-DD3F-0151DDF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635FD9-F625-24D1-0057-4FDA4A4A4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Moving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2nd part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90A538-4FA2-B5AF-DBE3-5C710B300E3C}"/>
              </a:ext>
            </a:extLst>
          </p:cNvPr>
          <p:cNvSpPr/>
          <p:nvPr/>
        </p:nvSpPr>
        <p:spPr>
          <a:xfrm>
            <a:off x="391886" y="881744"/>
            <a:ext cx="11370732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What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we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did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since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the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midterm</a:t>
            </a:r>
            <a:r>
              <a:rPr lang="cs-CZ" b="1" dirty="0">
                <a:solidFill>
                  <a:schemeClr val="bg1"/>
                </a:solidFill>
              </a:rPr>
              <a:t> </a:t>
            </a:r>
            <a:r>
              <a:rPr lang="cs-CZ" b="1" dirty="0" err="1">
                <a:solidFill>
                  <a:schemeClr val="bg1"/>
                </a:solidFill>
              </a:rPr>
              <a:t>presentation</a:t>
            </a:r>
            <a:endParaRPr lang="en-US" sz="1800" b="1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B4662-D653-E6DF-6F4B-7C5F9319EA2D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>
                <a:solidFill>
                  <a:schemeClr val="tx1"/>
                </a:solidFill>
              </a:rPr>
              <a:t>Gained access to the WRDS database</a:t>
            </a:r>
            <a:r>
              <a:rPr lang="cs-CZ" sz="1600" b="1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cs-CZ" sz="1600" b="1" dirty="0" err="1">
                <a:solidFill>
                  <a:schemeClr val="tx1"/>
                </a:solidFill>
              </a:rPr>
              <a:t>Downloaded</a:t>
            </a:r>
            <a:r>
              <a:rPr lang="cs-CZ" sz="1600" b="1" dirty="0">
                <a:solidFill>
                  <a:schemeClr val="tx1"/>
                </a:solidFill>
              </a:rPr>
              <a:t> single </a:t>
            </a:r>
            <a:r>
              <a:rPr lang="cs-CZ" sz="1600" b="1" dirty="0" err="1">
                <a:solidFill>
                  <a:schemeClr val="tx1"/>
                </a:solidFill>
              </a:rPr>
              <a:t>stock</a:t>
            </a:r>
            <a:r>
              <a:rPr lang="cs-CZ" sz="1600" b="1" dirty="0">
                <a:solidFill>
                  <a:schemeClr val="tx1"/>
                </a:solidFill>
              </a:rPr>
              <a:t> data (WRDS) + CPI data (FRED) + </a:t>
            </a:r>
            <a:r>
              <a:rPr lang="cs-CZ" sz="1600" b="1" dirty="0" err="1">
                <a:solidFill>
                  <a:schemeClr val="tx1"/>
                </a:solidFill>
              </a:rPr>
              <a:t>Macroeconomic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Predictors</a:t>
            </a:r>
            <a:r>
              <a:rPr lang="cs-CZ" sz="1600" b="1" dirty="0">
                <a:solidFill>
                  <a:schemeClr val="tx1"/>
                </a:solidFill>
              </a:rPr>
              <a:t> (</a:t>
            </a:r>
            <a:r>
              <a:rPr lang="cs-CZ" sz="1600" b="1" dirty="0" err="1">
                <a:solidFill>
                  <a:schemeClr val="tx1"/>
                </a:solidFill>
              </a:rPr>
              <a:t>Goyal</a:t>
            </a:r>
            <a:r>
              <a:rPr lang="cs-CZ" sz="1600" b="1" dirty="0">
                <a:solidFill>
                  <a:schemeClr val="tx1"/>
                </a:solidFill>
              </a:rPr>
              <a:t>/</a:t>
            </a:r>
            <a:r>
              <a:rPr lang="cs-CZ" sz="1600" b="1" dirty="0" err="1">
                <a:solidFill>
                  <a:schemeClr val="tx1"/>
                </a:solidFill>
              </a:rPr>
              <a:t>Welch</a:t>
            </a:r>
            <a:r>
              <a:rPr lang="cs-CZ" sz="1600" b="1" dirty="0">
                <a:solidFill>
                  <a:schemeClr val="tx1"/>
                </a:solidFill>
              </a:rPr>
              <a:t>).</a:t>
            </a:r>
            <a:endParaRPr lang="en-GB" sz="1600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>
                <a:solidFill>
                  <a:schemeClr val="tx1"/>
                </a:solidFill>
              </a:rPr>
              <a:t>Replicated FF5 + Momentum factors from single stock data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using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tidyfinance</a:t>
            </a:r>
            <a:r>
              <a:rPr lang="cs-CZ" sz="1600" b="1" dirty="0">
                <a:solidFill>
                  <a:schemeClr val="tx1"/>
                </a:solidFill>
              </a:rPr>
              <a:t>: </a:t>
            </a:r>
            <a:r>
              <a:rPr lang="cs-CZ" sz="1600" dirty="0" err="1">
                <a:solidFill>
                  <a:schemeClr val="tx1"/>
                </a:solidFill>
              </a:rPr>
              <a:t>Results</a:t>
            </a:r>
            <a:r>
              <a:rPr lang="cs-CZ" sz="1600" dirty="0">
                <a:solidFill>
                  <a:schemeClr val="tx1"/>
                </a:solidFill>
              </a:rPr>
              <a:t> show </a:t>
            </a:r>
            <a:r>
              <a:rPr lang="cs-CZ" sz="1600" dirty="0" err="1">
                <a:solidFill>
                  <a:schemeClr val="tx1"/>
                </a:solidFill>
              </a:rPr>
              <a:t>that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managed</a:t>
            </a:r>
            <a:r>
              <a:rPr lang="cs-CZ" sz="1600" dirty="0">
                <a:solidFill>
                  <a:schemeClr val="tx1"/>
                </a:solidFill>
              </a:rPr>
              <a:t> to </a:t>
            </a:r>
            <a:r>
              <a:rPr lang="cs-CZ" sz="1600" dirty="0" err="1">
                <a:solidFill>
                  <a:schemeClr val="tx1"/>
                </a:solidFill>
              </a:rPr>
              <a:t>replicate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quite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precisely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  <a:endParaRPr lang="hu-HU" sz="1600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b="1" dirty="0">
                <a:solidFill>
                  <a:schemeClr val="tx1"/>
                </a:solidFill>
              </a:rPr>
              <a:t>Tried to replicate other factors from the 1st part</a:t>
            </a:r>
            <a:r>
              <a:rPr lang="hu-HU" sz="1600" b="1" dirty="0">
                <a:solidFill>
                  <a:schemeClr val="tx1"/>
                </a:solidFill>
              </a:rPr>
              <a:t>: </a:t>
            </a:r>
            <a:r>
              <a:rPr lang="hu-HU" sz="1600" dirty="0">
                <a:solidFill>
                  <a:schemeClr val="tx1"/>
                </a:solidFill>
              </a:rPr>
              <a:t>Work in progress.</a:t>
            </a:r>
            <a:endParaRPr lang="hu-HU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8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8ECFFDE-9146-4F17-63EC-CA49DE88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474119-918C-74A7-49C3-C1845F19D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Downloading</a:t>
            </a:r>
            <a:r>
              <a:rPr lang="cs-CZ" dirty="0"/>
              <a:t> WRDS + </a:t>
            </a:r>
            <a:r>
              <a:rPr lang="cs-CZ" dirty="0" err="1"/>
              <a:t>macro</a:t>
            </a:r>
            <a:r>
              <a:rPr lang="cs-CZ" dirty="0"/>
              <a:t> data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FC12F-5F7D-6412-EFE2-8064912093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Downloading</a:t>
            </a:r>
            <a:r>
              <a:rPr lang="cs-CZ" sz="1800" b="1" noProof="0" dirty="0">
                <a:solidFill>
                  <a:schemeClr val="bg1"/>
                </a:solidFill>
              </a:rPr>
              <a:t> single </a:t>
            </a:r>
            <a:r>
              <a:rPr lang="cs-CZ" sz="1800" b="1" noProof="0" dirty="0" err="1">
                <a:solidFill>
                  <a:schemeClr val="bg1"/>
                </a:solidFill>
              </a:rPr>
              <a:t>stock</a:t>
            </a:r>
            <a:r>
              <a:rPr lang="cs-CZ" sz="1800" b="1" noProof="0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65975-CBE8-D4B7-9BB6-44630F58F140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WRDS database </a:t>
            </a: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downloaded</a:t>
            </a:r>
            <a:r>
              <a:rPr lang="cs-CZ" sz="1600" dirty="0">
                <a:solidFill>
                  <a:schemeClr val="tx1"/>
                </a:solidFill>
              </a:rPr>
              <a:t> (</a:t>
            </a:r>
            <a:r>
              <a:rPr lang="cs-CZ" sz="1600" dirty="0" err="1">
                <a:solidFill>
                  <a:schemeClr val="tx1"/>
                </a:solidFill>
              </a:rPr>
              <a:t>using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RSQLite</a:t>
            </a:r>
            <a:r>
              <a:rPr lang="cs-CZ" sz="1600" dirty="0">
                <a:solidFill>
                  <a:schemeClr val="tx1"/>
                </a:solidFill>
              </a:rPr>
              <a:t> and </a:t>
            </a:r>
            <a:r>
              <a:rPr lang="cs-CZ" sz="1600" dirty="0" err="1">
                <a:solidFill>
                  <a:schemeClr val="tx1"/>
                </a:solidFill>
              </a:rPr>
              <a:t>RPostgres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packages</a:t>
            </a:r>
            <a:r>
              <a:rPr lang="cs-CZ" sz="1600" dirty="0">
                <a:solidFill>
                  <a:schemeClr val="tx1"/>
                </a:solidFill>
              </a:rPr>
              <a:t>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b="1" dirty="0">
                <a:solidFill>
                  <a:schemeClr val="tx1"/>
                </a:solidFill>
              </a:rPr>
              <a:t>CRSP </a:t>
            </a:r>
            <a:r>
              <a:rPr lang="cs-CZ" sz="1600" b="1" dirty="0" err="1">
                <a:solidFill>
                  <a:schemeClr val="tx1"/>
                </a:solidFill>
              </a:rPr>
              <a:t>Monthly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Returns</a:t>
            </a:r>
            <a:endParaRPr lang="cs-CZ" sz="1600" b="1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b="1" dirty="0" err="1">
                <a:solidFill>
                  <a:schemeClr val="tx1"/>
                </a:solidFill>
              </a:rPr>
              <a:t>Compustat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Fundamental</a:t>
            </a:r>
            <a:r>
              <a:rPr lang="cs-CZ" sz="1600" b="1" dirty="0">
                <a:solidFill>
                  <a:schemeClr val="tx1"/>
                </a:solidFill>
              </a:rPr>
              <a:t> Data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obtain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b="1" dirty="0">
                <a:solidFill>
                  <a:schemeClr val="tx1"/>
                </a:solidFill>
              </a:rPr>
              <a:t>FRED CPI Data </a:t>
            </a:r>
            <a:r>
              <a:rPr lang="cs-CZ" sz="1600" dirty="0">
                <a:solidFill>
                  <a:schemeClr val="tx1"/>
                </a:solidFill>
              </a:rPr>
              <a:t>and </a:t>
            </a:r>
            <a:r>
              <a:rPr lang="cs-CZ" sz="1600" b="1" dirty="0" err="1">
                <a:solidFill>
                  <a:schemeClr val="tx1"/>
                </a:solidFill>
              </a:rPr>
              <a:t>Goyal</a:t>
            </a:r>
            <a:r>
              <a:rPr lang="cs-CZ" sz="1600" b="1" dirty="0">
                <a:solidFill>
                  <a:schemeClr val="tx1"/>
                </a:solidFill>
              </a:rPr>
              <a:t>/</a:t>
            </a:r>
            <a:r>
              <a:rPr lang="cs-CZ" sz="1600" b="1" dirty="0" err="1">
                <a:solidFill>
                  <a:schemeClr val="tx1"/>
                </a:solidFill>
              </a:rPr>
              <a:t>Welch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Macroeconomic</a:t>
            </a:r>
            <a:r>
              <a:rPr lang="cs-CZ" sz="1600" b="1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Predictors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  <a:endParaRPr lang="cs-CZ" sz="1600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/>
                </a:solidFill>
              </a:rPr>
              <a:t>=&gt; </a:t>
            </a:r>
            <a:r>
              <a:rPr lang="cs-CZ" sz="1600" dirty="0" err="1">
                <a:solidFill>
                  <a:schemeClr val="tx1"/>
                </a:solidFill>
              </a:rPr>
              <a:t>Monthly</a:t>
            </a:r>
            <a:r>
              <a:rPr lang="cs-CZ" sz="1600" dirty="0">
                <a:solidFill>
                  <a:schemeClr val="tx1"/>
                </a:solidFill>
              </a:rPr>
              <a:t> data </a:t>
            </a: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Jan. 1960 to Dec. 2024 </a:t>
            </a:r>
            <a:r>
              <a:rPr lang="cs-CZ" sz="1600" dirty="0" err="1">
                <a:solidFill>
                  <a:schemeClr val="tx1"/>
                </a:solidFill>
              </a:rPr>
              <a:t>for</a:t>
            </a:r>
            <a:r>
              <a:rPr lang="cs-CZ" sz="1600" dirty="0">
                <a:solidFill>
                  <a:schemeClr val="tx1"/>
                </a:solidFill>
              </a:rPr>
              <a:t> a </a:t>
            </a:r>
            <a:r>
              <a:rPr lang="cs-CZ" sz="1600" dirty="0" err="1">
                <a:solidFill>
                  <a:schemeClr val="tx1"/>
                </a:solidFill>
              </a:rPr>
              <a:t>total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number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of</a:t>
            </a:r>
            <a:r>
              <a:rPr lang="cs-CZ" sz="1600" dirty="0">
                <a:solidFill>
                  <a:schemeClr val="tx1"/>
                </a:solidFill>
              </a:rPr>
              <a:t> 26,237 </a:t>
            </a:r>
            <a:r>
              <a:rPr lang="cs-CZ" sz="1600" dirty="0" err="1">
                <a:solidFill>
                  <a:schemeClr val="tx1"/>
                </a:solidFill>
              </a:rPr>
              <a:t>unique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stocks</a:t>
            </a:r>
            <a:r>
              <a:rPr lang="cs-CZ" sz="1600" dirty="0">
                <a:solidFill>
                  <a:schemeClr val="tx1"/>
                </a:solidFill>
              </a:rPr>
              <a:t> (</a:t>
            </a:r>
            <a:r>
              <a:rPr lang="cs-CZ" sz="1600" dirty="0" err="1">
                <a:solidFill>
                  <a:schemeClr val="tx1"/>
                </a:solidFill>
              </a:rPr>
              <a:t>avg</a:t>
            </a:r>
            <a:r>
              <a:rPr lang="cs-CZ" sz="1600" dirty="0">
                <a:solidFill>
                  <a:schemeClr val="tx1"/>
                </a:solidFill>
              </a:rPr>
              <a:t>. 4,396 </a:t>
            </a:r>
            <a:r>
              <a:rPr lang="cs-CZ" sz="1600" dirty="0" err="1">
                <a:solidFill>
                  <a:schemeClr val="tx1"/>
                </a:solidFill>
              </a:rPr>
              <a:t>stocks</a:t>
            </a:r>
            <a:r>
              <a:rPr lang="cs-CZ" sz="1600" dirty="0">
                <a:solidFill>
                  <a:schemeClr val="tx1"/>
                </a:solidFill>
              </a:rPr>
              <a:t> per </a:t>
            </a:r>
            <a:r>
              <a:rPr lang="cs-CZ" sz="1600" dirty="0" err="1">
                <a:solidFill>
                  <a:schemeClr val="tx1"/>
                </a:solidFill>
              </a:rPr>
              <a:t>month</a:t>
            </a:r>
            <a:r>
              <a:rPr lang="cs-CZ" sz="1600" dirty="0">
                <a:solidFill>
                  <a:schemeClr val="tx1"/>
                </a:solidFill>
              </a:rPr>
              <a:t>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downloaded</a:t>
            </a:r>
            <a:r>
              <a:rPr lang="cs-CZ" sz="1600" dirty="0">
                <a:solidFill>
                  <a:schemeClr val="tx1"/>
                </a:solidFill>
              </a:rPr>
              <a:t> FF5 + </a:t>
            </a:r>
            <a:r>
              <a:rPr lang="cs-CZ" sz="1600" dirty="0" err="1">
                <a:solidFill>
                  <a:schemeClr val="tx1"/>
                </a:solidFill>
              </a:rPr>
              <a:t>Momentum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as </a:t>
            </a:r>
            <a:r>
              <a:rPr lang="cs-CZ" sz="1600" dirty="0" err="1">
                <a:solidFill>
                  <a:schemeClr val="tx1"/>
                </a:solidFill>
              </a:rPr>
              <a:t>benchmarks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Kenneth </a:t>
            </a:r>
            <a:r>
              <a:rPr lang="cs-CZ" sz="1600" dirty="0" err="1">
                <a:solidFill>
                  <a:schemeClr val="tx1"/>
                </a:solidFill>
              </a:rPr>
              <a:t>French‘s</a:t>
            </a:r>
            <a:r>
              <a:rPr lang="cs-CZ" sz="1600" dirty="0">
                <a:solidFill>
                  <a:schemeClr val="tx1"/>
                </a:solidFill>
              </a:rPr>
              <a:t> Data </a:t>
            </a:r>
            <a:r>
              <a:rPr lang="cs-CZ" sz="1600" dirty="0" err="1">
                <a:solidFill>
                  <a:schemeClr val="tx1"/>
                </a:solidFill>
              </a:rPr>
              <a:t>Library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14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1579F0-A923-1E08-D9B4-F9E36431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1C6AA8-B424-514B-2355-5356D9428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Replicating</a:t>
            </a:r>
            <a:r>
              <a:rPr lang="cs-CZ" dirty="0"/>
              <a:t> FF5 + </a:t>
            </a:r>
            <a:r>
              <a:rPr lang="cs-CZ" dirty="0" err="1"/>
              <a:t>Momentum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78CA6-468B-19E9-C466-E85E2EEFDDD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Factor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b="1" dirty="0">
                <a:solidFill>
                  <a:schemeClr val="bg1"/>
                </a:solidFill>
              </a:rPr>
              <a:t>r</a:t>
            </a:r>
            <a:r>
              <a:rPr lang="cs-CZ" sz="1800" b="1" noProof="0" dirty="0" err="1">
                <a:solidFill>
                  <a:schemeClr val="bg1"/>
                </a:solidFill>
              </a:rPr>
              <a:t>eplication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from</a:t>
            </a:r>
            <a:r>
              <a:rPr lang="cs-CZ" sz="1800" b="1" noProof="0" dirty="0">
                <a:solidFill>
                  <a:schemeClr val="bg1"/>
                </a:solidFill>
              </a:rPr>
              <a:t> single </a:t>
            </a:r>
            <a:r>
              <a:rPr lang="cs-CZ" b="1" dirty="0">
                <a:solidFill>
                  <a:schemeClr val="bg1"/>
                </a:solidFill>
              </a:rPr>
              <a:t>s</a:t>
            </a:r>
            <a:r>
              <a:rPr lang="cs-CZ" sz="1800" b="1" noProof="0" dirty="0" err="1">
                <a:solidFill>
                  <a:schemeClr val="bg1"/>
                </a:solidFill>
              </a:rPr>
              <a:t>tock</a:t>
            </a:r>
            <a:r>
              <a:rPr lang="cs-CZ" sz="1800" b="1" noProof="0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0B14C9-F6C9-5BAA-C9E5-240179275A5A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Replication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of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b="1" dirty="0">
                <a:solidFill>
                  <a:schemeClr val="tx1"/>
                </a:solidFill>
              </a:rPr>
              <a:t>FF5 </a:t>
            </a:r>
            <a:r>
              <a:rPr lang="cs-CZ" sz="1600" b="1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using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code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tidyfinance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Replication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of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Momentum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following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methodology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of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b="1" dirty="0" err="1">
                <a:solidFill>
                  <a:schemeClr val="tx1"/>
                </a:solidFill>
              </a:rPr>
              <a:t>Jegadeesh</a:t>
            </a:r>
            <a:r>
              <a:rPr lang="cs-CZ" sz="1600" b="1" dirty="0">
                <a:solidFill>
                  <a:schemeClr val="tx1"/>
                </a:solidFill>
              </a:rPr>
              <a:t> &amp; </a:t>
            </a:r>
            <a:r>
              <a:rPr lang="cs-CZ" sz="1600" b="1" dirty="0" err="1">
                <a:solidFill>
                  <a:schemeClr val="tx1"/>
                </a:solidFill>
              </a:rPr>
              <a:t>Titman</a:t>
            </a:r>
            <a:r>
              <a:rPr lang="cs-CZ" sz="1600" b="1" dirty="0">
                <a:solidFill>
                  <a:schemeClr val="tx1"/>
                </a:solidFill>
              </a:rPr>
              <a:t> (1993)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/>
                </a:solidFill>
              </a:rPr>
              <a:t>=&gt; </a:t>
            </a: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regress</a:t>
            </a:r>
            <a:r>
              <a:rPr lang="cs-CZ" sz="1600" dirty="0">
                <a:solidFill>
                  <a:schemeClr val="tx1"/>
                </a:solidFill>
              </a:rPr>
              <a:t> FF benchmark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on </a:t>
            </a:r>
            <a:r>
              <a:rPr lang="cs-CZ" sz="1600" dirty="0" err="1">
                <a:solidFill>
                  <a:schemeClr val="tx1"/>
                </a:solidFill>
              </a:rPr>
              <a:t>our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replicated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to </a:t>
            </a:r>
            <a:r>
              <a:rPr lang="cs-CZ" sz="1600" dirty="0" err="1">
                <a:solidFill>
                  <a:schemeClr val="tx1"/>
                </a:solidFill>
              </a:rPr>
              <a:t>see</a:t>
            </a:r>
            <a:r>
              <a:rPr lang="cs-CZ" sz="1600" dirty="0">
                <a:solidFill>
                  <a:schemeClr val="tx1"/>
                </a:solidFill>
              </a:rPr>
              <a:t>, </a:t>
            </a:r>
            <a:r>
              <a:rPr lang="cs-CZ" sz="1600" dirty="0" err="1">
                <a:solidFill>
                  <a:schemeClr val="tx1"/>
                </a:solidFill>
              </a:rPr>
              <a:t>how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close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we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get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with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replication</a:t>
            </a:r>
            <a:r>
              <a:rPr lang="cs-CZ" sz="1600" dirty="0">
                <a:solidFill>
                  <a:schemeClr val="tx1"/>
                </a:solidFill>
              </a:rPr>
              <a:t>. 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5984E-96E9-EFDF-7AE8-9A0EE759F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761" y="3168626"/>
            <a:ext cx="5207371" cy="3197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1CE89A-AEF1-1790-65A1-9E8B639AF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000" y="3168626"/>
            <a:ext cx="4609295" cy="31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8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945C690-FA3E-35CA-DE15-205DC7E2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795A5A-5A24-1C1C-550F-E356FCCD8B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Replicating</a:t>
            </a:r>
            <a:r>
              <a:rPr lang="cs-CZ" dirty="0"/>
              <a:t> FF5 + </a:t>
            </a:r>
            <a:r>
              <a:rPr lang="cs-CZ" dirty="0" err="1"/>
              <a:t>Momentum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4F43A-8A76-A289-5CC8-B05893B118A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Factor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b="1" dirty="0">
                <a:solidFill>
                  <a:schemeClr val="bg1"/>
                </a:solidFill>
              </a:rPr>
              <a:t>r</a:t>
            </a:r>
            <a:r>
              <a:rPr lang="cs-CZ" sz="1800" b="1" noProof="0" dirty="0" err="1">
                <a:solidFill>
                  <a:schemeClr val="bg1"/>
                </a:solidFill>
              </a:rPr>
              <a:t>eplication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from</a:t>
            </a:r>
            <a:r>
              <a:rPr lang="cs-CZ" sz="1800" b="1" noProof="0" dirty="0">
                <a:solidFill>
                  <a:schemeClr val="bg1"/>
                </a:solidFill>
              </a:rPr>
              <a:t> single </a:t>
            </a:r>
            <a:r>
              <a:rPr lang="cs-CZ" b="1" dirty="0">
                <a:solidFill>
                  <a:schemeClr val="bg1"/>
                </a:solidFill>
              </a:rPr>
              <a:t>s</a:t>
            </a:r>
            <a:r>
              <a:rPr lang="cs-CZ" sz="1800" b="1" noProof="0" dirty="0" err="1">
                <a:solidFill>
                  <a:schemeClr val="bg1"/>
                </a:solidFill>
              </a:rPr>
              <a:t>tock</a:t>
            </a:r>
            <a:r>
              <a:rPr lang="cs-CZ" sz="1800" b="1" noProof="0" dirty="0">
                <a:solidFill>
                  <a:schemeClr val="bg1"/>
                </a:solidFill>
              </a:rPr>
              <a:t>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10982-16D4-2557-0B1E-E5F6C7FF0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2" y="1539881"/>
            <a:ext cx="5730506" cy="3993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77454E-B13F-0FB1-5CE7-A19EFE9F8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6415" y="1539881"/>
            <a:ext cx="5580021" cy="39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4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B6D06CD-12DF-E660-4AA2-D69ACF25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EAF3D9-393B-1FF9-5E40-E5961B79D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Replicating</a:t>
            </a:r>
            <a:r>
              <a:rPr lang="cs-CZ" dirty="0"/>
              <a:t> FF5 + </a:t>
            </a:r>
            <a:r>
              <a:rPr lang="cs-CZ" dirty="0" err="1"/>
              <a:t>Momentum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25CE-D891-D07F-2959-24D3FECC8B6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Factor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b="1" dirty="0">
                <a:solidFill>
                  <a:schemeClr val="bg1"/>
                </a:solidFill>
              </a:rPr>
              <a:t>r</a:t>
            </a:r>
            <a:r>
              <a:rPr lang="cs-CZ" sz="1800" b="1" noProof="0" dirty="0" err="1">
                <a:solidFill>
                  <a:schemeClr val="bg1"/>
                </a:solidFill>
              </a:rPr>
              <a:t>eplication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from</a:t>
            </a:r>
            <a:r>
              <a:rPr lang="cs-CZ" sz="1800" b="1" noProof="0" dirty="0">
                <a:solidFill>
                  <a:schemeClr val="bg1"/>
                </a:solidFill>
              </a:rPr>
              <a:t> single </a:t>
            </a:r>
            <a:r>
              <a:rPr lang="cs-CZ" b="1" dirty="0">
                <a:solidFill>
                  <a:schemeClr val="bg1"/>
                </a:solidFill>
              </a:rPr>
              <a:t>s</a:t>
            </a:r>
            <a:r>
              <a:rPr lang="cs-CZ" sz="1800" b="1" noProof="0" dirty="0" err="1">
                <a:solidFill>
                  <a:schemeClr val="bg1"/>
                </a:solidFill>
              </a:rPr>
              <a:t>tock</a:t>
            </a:r>
            <a:r>
              <a:rPr lang="cs-CZ" sz="1800" b="1" noProof="0" dirty="0">
                <a:solidFill>
                  <a:schemeClr val="bg1"/>
                </a:solidFill>
              </a:rPr>
              <a:t>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8C33B0-2340-2080-F033-0F36CF62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636" y="1518110"/>
            <a:ext cx="5477801" cy="37473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AA895C-0AA1-F7D0-B9CE-F24BD2A1C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666" y="1564173"/>
            <a:ext cx="4965550" cy="37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2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D0D077C-BBC4-50BB-B8D5-4ADB70A4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B4717-E2AD-E2E7-AAE3-209F3ACAE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Replicating</a:t>
            </a:r>
            <a:r>
              <a:rPr lang="cs-CZ" dirty="0"/>
              <a:t> FF5 + </a:t>
            </a:r>
            <a:r>
              <a:rPr lang="cs-CZ" dirty="0" err="1"/>
              <a:t>Momentum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3DF72-F868-A9ED-BC33-1B269CEED3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Factor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b="1" dirty="0">
                <a:solidFill>
                  <a:schemeClr val="bg1"/>
                </a:solidFill>
              </a:rPr>
              <a:t>r</a:t>
            </a:r>
            <a:r>
              <a:rPr lang="cs-CZ" sz="1800" b="1" noProof="0" dirty="0" err="1">
                <a:solidFill>
                  <a:schemeClr val="bg1"/>
                </a:solidFill>
              </a:rPr>
              <a:t>eplication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from</a:t>
            </a:r>
            <a:r>
              <a:rPr lang="cs-CZ" sz="1800" b="1" noProof="0" dirty="0">
                <a:solidFill>
                  <a:schemeClr val="bg1"/>
                </a:solidFill>
              </a:rPr>
              <a:t> single </a:t>
            </a:r>
            <a:r>
              <a:rPr lang="cs-CZ" b="1" dirty="0">
                <a:solidFill>
                  <a:schemeClr val="bg1"/>
                </a:solidFill>
              </a:rPr>
              <a:t>s</a:t>
            </a:r>
            <a:r>
              <a:rPr lang="cs-CZ" sz="1800" b="1" noProof="0" dirty="0" err="1">
                <a:solidFill>
                  <a:schemeClr val="bg1"/>
                </a:solidFill>
              </a:rPr>
              <a:t>tock</a:t>
            </a:r>
            <a:r>
              <a:rPr lang="cs-CZ" sz="1800" b="1" noProof="0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C1181AF-53D2-7B07-8B0F-2AF8B870A31B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dirty="0" err="1"/>
              <a:t>We</a:t>
            </a:r>
            <a:r>
              <a:rPr lang="cs-CZ" sz="1600" dirty="0"/>
              <a:t> </a:t>
            </a:r>
            <a:r>
              <a:rPr lang="cs-CZ" sz="1600" dirty="0" err="1"/>
              <a:t>managed</a:t>
            </a:r>
            <a:r>
              <a:rPr lang="cs-CZ" sz="1600" dirty="0"/>
              <a:t> to </a:t>
            </a:r>
            <a:r>
              <a:rPr lang="cs-CZ" sz="1600" dirty="0" err="1"/>
              <a:t>replicate</a:t>
            </a:r>
            <a:r>
              <a:rPr lang="cs-CZ" sz="1600" dirty="0"/>
              <a:t> </a:t>
            </a:r>
            <a:r>
              <a:rPr lang="cs-CZ" sz="1600" dirty="0" err="1"/>
              <a:t>all</a:t>
            </a:r>
            <a:r>
              <a:rPr lang="cs-CZ" sz="1600" dirty="0"/>
              <a:t> 6 </a:t>
            </a:r>
            <a:r>
              <a:rPr lang="cs-CZ" sz="1600" dirty="0" err="1"/>
              <a:t>factors</a:t>
            </a:r>
            <a:r>
              <a:rPr lang="cs-CZ" sz="1600" dirty="0"/>
              <a:t> </a:t>
            </a:r>
            <a:r>
              <a:rPr lang="cs-CZ" sz="1600" dirty="0" err="1"/>
              <a:t>closely</a:t>
            </a:r>
            <a:r>
              <a:rPr lang="cs-CZ" sz="1600" dirty="0"/>
              <a:t>, </a:t>
            </a:r>
            <a:r>
              <a:rPr lang="cs-CZ" sz="1600" dirty="0" err="1"/>
              <a:t>with</a:t>
            </a:r>
            <a:r>
              <a:rPr lang="cs-CZ" sz="1600" dirty="0"/>
              <a:t> </a:t>
            </a:r>
            <a:r>
              <a:rPr lang="cs-CZ" sz="1600" dirty="0" err="1"/>
              <a:t>all</a:t>
            </a:r>
            <a:r>
              <a:rPr lang="cs-CZ" sz="1600" dirty="0"/>
              <a:t> </a:t>
            </a:r>
            <a:r>
              <a:rPr lang="cs-CZ" sz="1600" dirty="0" err="1"/>
              <a:t>Betas</a:t>
            </a:r>
            <a:r>
              <a:rPr lang="cs-CZ" sz="1600" dirty="0"/>
              <a:t> </a:t>
            </a:r>
            <a:r>
              <a:rPr lang="cs-CZ" sz="1600" dirty="0" err="1"/>
              <a:t>highly</a:t>
            </a:r>
            <a:r>
              <a:rPr lang="cs-CZ" sz="1600" dirty="0"/>
              <a:t> </a:t>
            </a:r>
            <a:r>
              <a:rPr lang="cs-CZ" sz="1600" dirty="0" err="1"/>
              <a:t>significant</a:t>
            </a:r>
            <a:r>
              <a:rPr lang="cs-CZ" sz="1600" dirty="0"/>
              <a:t> and </a:t>
            </a:r>
            <a:r>
              <a:rPr lang="cs-CZ" sz="1600" dirty="0" err="1"/>
              <a:t>close</a:t>
            </a:r>
            <a:r>
              <a:rPr lang="cs-CZ" sz="1600" dirty="0"/>
              <a:t> to 1, </a:t>
            </a:r>
            <a:r>
              <a:rPr lang="cs-CZ" sz="1600" dirty="0" err="1"/>
              <a:t>compared</a:t>
            </a:r>
            <a:r>
              <a:rPr lang="cs-CZ" sz="1600" dirty="0"/>
              <a:t> to </a:t>
            </a:r>
            <a:r>
              <a:rPr lang="cs-CZ" sz="1600" dirty="0" err="1"/>
              <a:t>the</a:t>
            </a:r>
            <a:r>
              <a:rPr lang="cs-CZ" sz="1600" dirty="0"/>
              <a:t> benchmark FF </a:t>
            </a:r>
            <a:r>
              <a:rPr lang="cs-CZ" sz="1600" dirty="0" err="1"/>
              <a:t>factors</a:t>
            </a:r>
            <a:r>
              <a:rPr lang="cs-CZ" sz="1600" dirty="0"/>
              <a:t>.</a:t>
            </a:r>
            <a:endParaRPr lang="it-IT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B2CA-5993-CDDF-4023-DD0F36163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8688" y="1445982"/>
            <a:ext cx="9134622" cy="42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AFB6F0D-B595-2461-86A0-F36B3D74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216BCC-0769-D7AB-FCA4-201CA074C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dirty="0" err="1"/>
              <a:t>Next</a:t>
            </a:r>
            <a:r>
              <a:rPr lang="cs-CZ" dirty="0"/>
              <a:t> </a:t>
            </a:r>
            <a:r>
              <a:rPr lang="cs-CZ" dirty="0" err="1"/>
              <a:t>Steps</a:t>
            </a:r>
            <a:endParaRPr lang="de-A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D244DE-F6E0-0EDA-B852-EC1D13C9959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dirty="0" err="1">
                <a:solidFill>
                  <a:schemeClr val="bg1"/>
                </a:solidFill>
              </a:rPr>
              <a:t>Outline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of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the</a:t>
            </a:r>
            <a:r>
              <a:rPr lang="cs-CZ" sz="1800" b="1" noProof="0" dirty="0">
                <a:solidFill>
                  <a:schemeClr val="bg1"/>
                </a:solidFill>
              </a:rPr>
              <a:t> 2nd part </a:t>
            </a:r>
            <a:r>
              <a:rPr lang="cs-CZ" sz="1800" b="1" noProof="0" dirty="0" err="1">
                <a:solidFill>
                  <a:schemeClr val="bg1"/>
                </a:solidFill>
              </a:rPr>
              <a:t>for</a:t>
            </a:r>
            <a:r>
              <a:rPr lang="cs-CZ" sz="1800" b="1" noProof="0" dirty="0">
                <a:solidFill>
                  <a:schemeClr val="bg1"/>
                </a:solidFill>
              </a:rPr>
              <a:t> </a:t>
            </a:r>
            <a:r>
              <a:rPr lang="cs-CZ" sz="1800" b="1" noProof="0" dirty="0" err="1">
                <a:solidFill>
                  <a:schemeClr val="bg1"/>
                </a:solidFill>
              </a:rPr>
              <a:t>January</a:t>
            </a:r>
            <a:endParaRPr lang="cs-CZ" sz="1800" b="1" noProof="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2B68B9-A130-3E8B-BD75-716205A9B42D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Explore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„</a:t>
            </a:r>
            <a:r>
              <a:rPr lang="cs-CZ" sz="1600" dirty="0" err="1">
                <a:solidFill>
                  <a:schemeClr val="tx1"/>
                </a:solidFill>
              </a:rPr>
              <a:t>Crisis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Diversifier</a:t>
            </a:r>
            <a:r>
              <a:rPr lang="cs-CZ" sz="1600" dirty="0">
                <a:solidFill>
                  <a:schemeClr val="tx1"/>
                </a:solidFill>
              </a:rPr>
              <a:t>“ role </a:t>
            </a:r>
            <a:r>
              <a:rPr lang="cs-CZ" sz="1600" dirty="0" err="1">
                <a:solidFill>
                  <a:schemeClr val="tx1"/>
                </a:solidFill>
              </a:rPr>
              <a:t>of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Momentum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strategy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only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using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Long leg.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/>
                </a:solidFill>
              </a:rPr>
              <a:t>Try to </a:t>
            </a:r>
            <a:r>
              <a:rPr lang="cs-CZ" sz="1600" dirty="0" err="1">
                <a:solidFill>
                  <a:schemeClr val="tx1"/>
                </a:solidFill>
              </a:rPr>
              <a:t>replicate</a:t>
            </a:r>
            <a:r>
              <a:rPr lang="cs-CZ" sz="1600" dirty="0">
                <a:solidFill>
                  <a:schemeClr val="tx1"/>
                </a:solidFill>
              </a:rPr>
              <a:t> as many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1st part </a:t>
            </a:r>
            <a:r>
              <a:rPr lang="cs-CZ" sz="1600" dirty="0" err="1">
                <a:solidFill>
                  <a:schemeClr val="tx1"/>
                </a:solidFill>
              </a:rPr>
              <a:t>from</a:t>
            </a:r>
            <a:r>
              <a:rPr lang="cs-CZ" sz="1600" dirty="0">
                <a:solidFill>
                  <a:schemeClr val="tx1"/>
                </a:solidFill>
              </a:rPr>
              <a:t> single </a:t>
            </a:r>
            <a:r>
              <a:rPr lang="cs-CZ" sz="1600" dirty="0" err="1">
                <a:solidFill>
                  <a:schemeClr val="tx1"/>
                </a:solidFill>
              </a:rPr>
              <a:t>stock</a:t>
            </a:r>
            <a:r>
              <a:rPr lang="cs-CZ" sz="1600" dirty="0">
                <a:solidFill>
                  <a:schemeClr val="tx1"/>
                </a:solidFill>
              </a:rPr>
              <a:t> data as </a:t>
            </a:r>
            <a:r>
              <a:rPr lang="cs-CZ" sz="1600" dirty="0" err="1">
                <a:solidFill>
                  <a:schemeClr val="tx1"/>
                </a:solidFill>
              </a:rPr>
              <a:t>possible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How</a:t>
            </a:r>
            <a:r>
              <a:rPr lang="cs-CZ" sz="1600" dirty="0">
                <a:solidFill>
                  <a:schemeClr val="tx1"/>
                </a:solidFill>
              </a:rPr>
              <a:t> many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 to </a:t>
            </a:r>
            <a:r>
              <a:rPr lang="cs-CZ" sz="1600" dirty="0" err="1">
                <a:solidFill>
                  <a:schemeClr val="tx1"/>
                </a:solidFill>
              </a:rPr>
              <a:t>include</a:t>
            </a:r>
            <a:r>
              <a:rPr lang="cs-CZ" sz="1600" dirty="0">
                <a:solidFill>
                  <a:schemeClr val="tx1"/>
                </a:solidFill>
              </a:rPr>
              <a:t>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Construct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Momentum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portfolios</a:t>
            </a:r>
            <a:r>
              <a:rPr lang="cs-CZ" sz="1600" dirty="0">
                <a:solidFill>
                  <a:schemeClr val="tx1"/>
                </a:solidFill>
              </a:rPr>
              <a:t> (Long-</a:t>
            </a:r>
            <a:r>
              <a:rPr lang="cs-CZ" sz="1600" dirty="0" err="1">
                <a:solidFill>
                  <a:schemeClr val="tx1"/>
                </a:solidFill>
              </a:rPr>
              <a:t>Short</a:t>
            </a:r>
            <a:r>
              <a:rPr lang="cs-CZ" sz="1600" dirty="0">
                <a:solidFill>
                  <a:schemeClr val="tx1"/>
                </a:solidFill>
              </a:rPr>
              <a:t> / Long leg </a:t>
            </a:r>
            <a:r>
              <a:rPr lang="cs-CZ" sz="1600" dirty="0" err="1">
                <a:solidFill>
                  <a:schemeClr val="tx1"/>
                </a:solidFill>
              </a:rPr>
              <a:t>only</a:t>
            </a:r>
            <a:r>
              <a:rPr lang="cs-CZ" sz="1600" dirty="0">
                <a:solidFill>
                  <a:schemeClr val="tx1"/>
                </a:solidFill>
              </a:rPr>
              <a:t>?).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Compare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performance to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1st part </a:t>
            </a:r>
            <a:r>
              <a:rPr lang="cs-CZ" sz="1600" dirty="0" err="1">
                <a:solidFill>
                  <a:schemeClr val="tx1"/>
                </a:solidFill>
              </a:rPr>
              <a:t>results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Implement</a:t>
            </a:r>
            <a:r>
              <a:rPr lang="cs-CZ" sz="1600" dirty="0">
                <a:solidFill>
                  <a:schemeClr val="tx1"/>
                </a:solidFill>
              </a:rPr>
              <a:t> in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Rshiny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app</a:t>
            </a:r>
            <a:r>
              <a:rPr lang="cs-CZ" sz="16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cs-CZ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12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/>
        </p:nvSpPr>
        <p:spPr>
          <a:xfrm>
            <a:off x="716541" y="5441960"/>
            <a:ext cx="8556800" cy="25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</a:pPr>
            <a:br>
              <a:rPr lang="de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0" descr="A picture containing 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748" y="240292"/>
            <a:ext cx="624097" cy="5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/>
          <p:nvPr/>
        </p:nvSpPr>
        <p:spPr>
          <a:xfrm flipH="1">
            <a:off x="1093405" y="1640341"/>
            <a:ext cx="9997440" cy="4878067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>
            <a:off x="4677905" y="1963117"/>
            <a:ext cx="2836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de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246759795E1504D9402D042697C5BAE" ma:contentTypeVersion="3" ma:contentTypeDescription="Ein neues Dokument erstellen." ma:contentTypeScope="" ma:versionID="05648b9e2d246499041856ba33987b4c">
  <xsd:schema xmlns:xsd="http://www.w3.org/2001/XMLSchema" xmlns:xs="http://www.w3.org/2001/XMLSchema" xmlns:p="http://schemas.microsoft.com/office/2006/metadata/properties" xmlns:ns2="90e81457-e148-4058-bb4c-48b2d4dcffb2" targetNamespace="http://schemas.microsoft.com/office/2006/metadata/properties" ma:root="true" ma:fieldsID="06b95f702a1b8b02ad9cce81634253e3" ns2:_="">
    <xsd:import namespace="90e81457-e148-4058-bb4c-48b2d4dcf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81457-e148-4058-bb4c-48b2d4dcf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2E953-6F6D-499C-9B19-5C01CCEE4166}">
  <ds:schemaRefs>
    <ds:schemaRef ds:uri="http://purl.org/dc/dcmitype/"/>
    <ds:schemaRef ds:uri="http://schemas.microsoft.com/office/2006/documentManagement/types"/>
    <ds:schemaRef ds:uri="http://www.w3.org/XML/1998/namespace"/>
    <ds:schemaRef ds:uri="90e81457-e148-4058-bb4c-48b2d4dcffb2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1BC378-C764-4688-AE2C-8DAE56765E5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Widescreen</PresentationFormat>
  <Paragraphs>53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Nexa Black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lastModifiedBy>Samaj, Tomas</cp:lastModifiedBy>
  <cp:revision>1</cp:revision>
  <dcterms:created xsi:type="dcterms:W3CDTF">2022-03-14T08:11:17Z</dcterms:created>
  <dcterms:modified xsi:type="dcterms:W3CDTF">2025-12-15T08:30:34Z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0x0101008246759795E1504D9402D042697C5BAE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