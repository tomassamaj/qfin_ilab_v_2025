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98" r:id="rId5"/>
    <p:sldId id="296" r:id="rId6"/>
    <p:sldId id="327" r:id="rId7"/>
    <p:sldId id="319" r:id="rId8"/>
    <p:sldId id="345" r:id="rId9"/>
    <p:sldId id="321" r:id="rId10"/>
    <p:sldId id="347" r:id="rId11"/>
    <p:sldId id="348" r:id="rId12"/>
    <p:sldId id="349" r:id="rId13"/>
    <p:sldId id="341" r:id="rId14"/>
    <p:sldId id="342" r:id="rId15"/>
    <p:sldId id="344" r:id="rId16"/>
    <p:sldId id="351" r:id="rId17"/>
    <p:sldId id="350" r:id="rId18"/>
    <p:sldId id="353" r:id="rId19"/>
    <p:sldId id="358" r:id="rId20"/>
    <p:sldId id="352" r:id="rId21"/>
    <p:sldId id="355" r:id="rId22"/>
    <p:sldId id="356" r:id="rId23"/>
    <p:sldId id="357" r:id="rId24"/>
    <p:sldId id="343" r:id="rId25"/>
    <p:sldId id="279" r:id="rId2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1090"/>
    <a:srgbClr val="7A1A46"/>
    <a:srgbClr val="FFFFFF"/>
    <a:srgbClr val="F0866E"/>
    <a:srgbClr val="EBE9E1"/>
    <a:srgbClr val="5D9AD9"/>
    <a:srgbClr val="27ACAA"/>
    <a:srgbClr val="FFFF00"/>
    <a:srgbClr val="CC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>
      <p:cViewPr varScale="1">
        <p:scale>
          <a:sx n="131" d="100"/>
          <a:sy n="131" d="100"/>
        </p:scale>
        <p:origin x="1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j, Tomas" userId="24ba87dd-e0d6-46e4-b32b-c6bf33e42df2" providerId="ADAL" clId="{7B1B8F56-5866-4008-9BBB-243D261A6A02}"/>
    <pc:docChg chg="undo custSel addSld delSld modSld sldOrd">
      <pc:chgData name="Samaj, Tomas" userId="24ba87dd-e0d6-46e4-b32b-c6bf33e42df2" providerId="ADAL" clId="{7B1B8F56-5866-4008-9BBB-243D261A6A02}" dt="2026-01-11T19:18:30.556" v="2193"/>
      <pc:docMkLst>
        <pc:docMk/>
      </pc:docMkLst>
      <pc:sldChg chg="modSp mod">
        <pc:chgData name="Samaj, Tomas" userId="24ba87dd-e0d6-46e4-b32b-c6bf33e42df2" providerId="ADAL" clId="{7B1B8F56-5866-4008-9BBB-243D261A6A02}" dt="2026-01-11T19:18:02.610" v="2191" actId="20577"/>
        <pc:sldMkLst>
          <pc:docMk/>
          <pc:sldMk cId="1067842236" sldId="341"/>
        </pc:sldMkLst>
        <pc:spChg chg="mod">
          <ac:chgData name="Samaj, Tomas" userId="24ba87dd-e0d6-46e4-b32b-c6bf33e42df2" providerId="ADAL" clId="{7B1B8F56-5866-4008-9BBB-243D261A6A02}" dt="2026-01-11T19:18:02.610" v="2191" actId="20577"/>
          <ac:spMkLst>
            <pc:docMk/>
            <pc:sldMk cId="1067842236" sldId="341"/>
            <ac:spMk id="8" creationId="{6B94F43A-8A76-A289-5CC8-B05893B118A6}"/>
          </ac:spMkLst>
        </pc:spChg>
      </pc:sldChg>
      <pc:sldChg chg="modSp">
        <pc:chgData name="Samaj, Tomas" userId="24ba87dd-e0d6-46e4-b32b-c6bf33e42df2" providerId="ADAL" clId="{7B1B8F56-5866-4008-9BBB-243D261A6A02}" dt="2026-01-11T19:18:27.688" v="2192"/>
        <pc:sldMkLst>
          <pc:docMk/>
          <pc:sldMk cId="861226187" sldId="342"/>
        </pc:sldMkLst>
        <pc:spChg chg="mod">
          <ac:chgData name="Samaj, Tomas" userId="24ba87dd-e0d6-46e4-b32b-c6bf33e42df2" providerId="ADAL" clId="{7B1B8F56-5866-4008-9BBB-243D261A6A02}" dt="2026-01-11T19:18:27.688" v="2192"/>
          <ac:spMkLst>
            <pc:docMk/>
            <pc:sldMk cId="861226187" sldId="342"/>
            <ac:spMk id="8" creationId="{F40325CE-D891-D07F-2959-24D3FECC8B66}"/>
          </ac:spMkLst>
        </pc:spChg>
      </pc:sldChg>
      <pc:sldChg chg="modSp">
        <pc:chgData name="Samaj, Tomas" userId="24ba87dd-e0d6-46e4-b32b-c6bf33e42df2" providerId="ADAL" clId="{7B1B8F56-5866-4008-9BBB-243D261A6A02}" dt="2026-01-11T19:18:30.556" v="2193"/>
        <pc:sldMkLst>
          <pc:docMk/>
          <pc:sldMk cId="2773804745" sldId="344"/>
        </pc:sldMkLst>
        <pc:spChg chg="mod">
          <ac:chgData name="Samaj, Tomas" userId="24ba87dd-e0d6-46e4-b32b-c6bf33e42df2" providerId="ADAL" clId="{7B1B8F56-5866-4008-9BBB-243D261A6A02}" dt="2026-01-11T19:18:30.556" v="2193"/>
          <ac:spMkLst>
            <pc:docMk/>
            <pc:sldMk cId="2773804745" sldId="344"/>
            <ac:spMk id="8" creationId="{1103DF72-F868-A9ED-BC33-1B269CEED30C}"/>
          </ac:spMkLst>
        </pc:spChg>
      </pc:sldChg>
      <pc:sldChg chg="addSp delSp modSp add mod">
        <pc:chgData name="Samaj, Tomas" userId="24ba87dd-e0d6-46e4-b32b-c6bf33e42df2" providerId="ADAL" clId="{7B1B8F56-5866-4008-9BBB-243D261A6A02}" dt="2026-01-11T18:54:23.983" v="242" actId="14100"/>
        <pc:sldMkLst>
          <pc:docMk/>
          <pc:sldMk cId="2335126508" sldId="350"/>
        </pc:sldMkLst>
        <pc:spChg chg="add del mod">
          <ac:chgData name="Samaj, Tomas" userId="24ba87dd-e0d6-46e4-b32b-c6bf33e42df2" providerId="ADAL" clId="{7B1B8F56-5866-4008-9BBB-243D261A6A02}" dt="2026-01-11T18:53:43.220" v="235" actId="20577"/>
          <ac:spMkLst>
            <pc:docMk/>
            <pc:sldMk cId="2335126508" sldId="350"/>
            <ac:spMk id="6" creationId="{E6D503DE-BC5F-C533-A001-06755791CD4A}"/>
          </ac:spMkLst>
        </pc:spChg>
        <pc:spChg chg="mod">
          <ac:chgData name="Samaj, Tomas" userId="24ba87dd-e0d6-46e4-b32b-c6bf33e42df2" providerId="ADAL" clId="{7B1B8F56-5866-4008-9BBB-243D261A6A02}" dt="2026-01-11T18:51:56.793" v="30" actId="20577"/>
          <ac:spMkLst>
            <pc:docMk/>
            <pc:sldMk cId="2335126508" sldId="350"/>
            <ac:spMk id="8" creationId="{339216F1-C3E8-330D-18CC-0A79A26527C2}"/>
          </ac:spMkLst>
        </pc:spChg>
        <pc:picChg chg="add mod">
          <ac:chgData name="Samaj, Tomas" userId="24ba87dd-e0d6-46e4-b32b-c6bf33e42df2" providerId="ADAL" clId="{7B1B8F56-5866-4008-9BBB-243D261A6A02}" dt="2026-01-11T18:54:23.983" v="242" actId="14100"/>
          <ac:picMkLst>
            <pc:docMk/>
            <pc:sldMk cId="2335126508" sldId="350"/>
            <ac:picMk id="3" creationId="{BFCA9382-5B1D-EFA3-86B3-0485E627EF8E}"/>
          </ac:picMkLst>
        </pc:picChg>
      </pc:sldChg>
      <pc:sldChg chg="addSp delSp modSp add mod ord">
        <pc:chgData name="Samaj, Tomas" userId="24ba87dd-e0d6-46e4-b32b-c6bf33e42df2" providerId="ADAL" clId="{7B1B8F56-5866-4008-9BBB-243D261A6A02}" dt="2026-01-11T19:17:29.735" v="2161" actId="113"/>
        <pc:sldMkLst>
          <pc:docMk/>
          <pc:sldMk cId="3230055421" sldId="351"/>
        </pc:sldMkLst>
        <pc:spChg chg="add mod">
          <ac:chgData name="Samaj, Tomas" userId="24ba87dd-e0d6-46e4-b32b-c6bf33e42df2" providerId="ADAL" clId="{7B1B8F56-5866-4008-9BBB-243D261A6A02}" dt="2026-01-11T19:17:29.735" v="2161" actId="113"/>
          <ac:spMkLst>
            <pc:docMk/>
            <pc:sldMk cId="3230055421" sldId="351"/>
            <ac:spMk id="6" creationId="{71C6F6FF-1DDB-E371-D955-A5581BFB6A28}"/>
          </ac:spMkLst>
        </pc:spChg>
        <pc:spChg chg="mod">
          <ac:chgData name="Samaj, Tomas" userId="24ba87dd-e0d6-46e4-b32b-c6bf33e42df2" providerId="ADAL" clId="{7B1B8F56-5866-4008-9BBB-243D261A6A02}" dt="2026-01-11T18:51:15.676" v="12" actId="20577"/>
          <ac:spMkLst>
            <pc:docMk/>
            <pc:sldMk cId="3230055421" sldId="351"/>
            <ac:spMk id="8" creationId="{342A67B1-BD1E-0C22-C5C2-13220DFA09D9}"/>
          </ac:spMkLst>
        </pc:spChg>
        <pc:picChg chg="add mod">
          <ac:chgData name="Samaj, Tomas" userId="24ba87dd-e0d6-46e4-b32b-c6bf33e42df2" providerId="ADAL" clId="{7B1B8F56-5866-4008-9BBB-243D261A6A02}" dt="2026-01-11T18:51:47.892" v="19" actId="1076"/>
          <ac:picMkLst>
            <pc:docMk/>
            <pc:sldMk cId="3230055421" sldId="351"/>
            <ac:picMk id="5" creationId="{8F2A7F0F-AEDB-F7C5-6935-A0367666A008}"/>
          </ac:picMkLst>
        </pc:picChg>
      </pc:sldChg>
      <pc:sldChg chg="addSp delSp modSp add mod">
        <pc:chgData name="Samaj, Tomas" userId="24ba87dd-e0d6-46e4-b32b-c6bf33e42df2" providerId="ADAL" clId="{7B1B8F56-5866-4008-9BBB-243D261A6A02}" dt="2026-01-11T18:55:37.019" v="440" actId="20577"/>
        <pc:sldMkLst>
          <pc:docMk/>
          <pc:sldMk cId="68642153" sldId="353"/>
        </pc:sldMkLst>
        <pc:spChg chg="mod">
          <ac:chgData name="Samaj, Tomas" userId="24ba87dd-e0d6-46e4-b32b-c6bf33e42df2" providerId="ADAL" clId="{7B1B8F56-5866-4008-9BBB-243D261A6A02}" dt="2026-01-11T18:55:37.019" v="440" actId="20577"/>
          <ac:spMkLst>
            <pc:docMk/>
            <pc:sldMk cId="68642153" sldId="353"/>
            <ac:spMk id="6" creationId="{1766EEE6-75A0-559A-E8FC-D0E8FBF5F852}"/>
          </ac:spMkLst>
        </pc:spChg>
        <pc:picChg chg="add mod">
          <ac:chgData name="Samaj, Tomas" userId="24ba87dd-e0d6-46e4-b32b-c6bf33e42df2" providerId="ADAL" clId="{7B1B8F56-5866-4008-9BBB-243D261A6A02}" dt="2026-01-11T18:54:33.473" v="245" actId="1076"/>
          <ac:picMkLst>
            <pc:docMk/>
            <pc:sldMk cId="68642153" sldId="353"/>
            <ac:picMk id="4" creationId="{F076BB35-FFFE-050B-A44F-96A26E3514C6}"/>
          </ac:picMkLst>
        </pc:picChg>
      </pc:sldChg>
    </pc:docChg>
  </pc:docChgLst>
  <pc:docChgLst>
    <pc:chgData name="Iepure, Giulio-Robert" userId="67277953-3767-40ff-8a1a-02d47f4f8f7f" providerId="ADAL" clId="{059C56E9-D8A9-5C3D-A13C-05BE381C40C2}"/>
    <pc:docChg chg="undo custSel addSld delSld modSld sldOrd">
      <pc:chgData name="Iepure, Giulio-Robert" userId="67277953-3767-40ff-8a1a-02d47f4f8f7f" providerId="ADAL" clId="{059C56E9-D8A9-5C3D-A13C-05BE381C40C2}" dt="2026-01-12T00:43:23.402" v="806" actId="1076"/>
      <pc:docMkLst>
        <pc:docMk/>
      </pc:docMkLst>
      <pc:sldChg chg="modSp mod">
        <pc:chgData name="Iepure, Giulio-Robert" userId="67277953-3767-40ff-8a1a-02d47f4f8f7f" providerId="ADAL" clId="{059C56E9-D8A9-5C3D-A13C-05BE381C40C2}" dt="2026-01-12T00:34:17.023" v="639" actId="20577"/>
        <pc:sldMkLst>
          <pc:docMk/>
          <pc:sldMk cId="2359129299" sldId="343"/>
        </pc:sldMkLst>
        <pc:spChg chg="mod">
          <ac:chgData name="Iepure, Giulio-Robert" userId="67277953-3767-40ff-8a1a-02d47f4f8f7f" providerId="ADAL" clId="{059C56E9-D8A9-5C3D-A13C-05BE381C40C2}" dt="2026-01-12T00:34:17.023" v="639" actId="20577"/>
          <ac:spMkLst>
            <pc:docMk/>
            <pc:sldMk cId="2359129299" sldId="343"/>
            <ac:spMk id="4" creationId="{B52B68B9-A130-3E8B-BD75-716205A9B42D}"/>
          </ac:spMkLst>
        </pc:spChg>
      </pc:sldChg>
      <pc:sldChg chg="addSp delSp modSp new mod">
        <pc:chgData name="Iepure, Giulio-Robert" userId="67277953-3767-40ff-8a1a-02d47f4f8f7f" providerId="ADAL" clId="{059C56E9-D8A9-5C3D-A13C-05BE381C40C2}" dt="2026-01-12T00:23:49.760" v="461" actId="20577"/>
        <pc:sldMkLst>
          <pc:docMk/>
          <pc:sldMk cId="3061412802" sldId="352"/>
        </pc:sldMkLst>
        <pc:spChg chg="mod">
          <ac:chgData name="Iepure, Giulio-Robert" userId="67277953-3767-40ff-8a1a-02d47f4f8f7f" providerId="ADAL" clId="{059C56E9-D8A9-5C3D-A13C-05BE381C40C2}" dt="2026-01-12T00:23:49.760" v="461" actId="20577"/>
          <ac:spMkLst>
            <pc:docMk/>
            <pc:sldMk cId="3061412802" sldId="352"/>
            <ac:spMk id="2" creationId="{6BAF2CC0-AF32-3D96-45F7-A461EACC8747}"/>
          </ac:spMkLst>
        </pc:spChg>
        <pc:spChg chg="add mod">
          <ac:chgData name="Iepure, Giulio-Robert" userId="67277953-3767-40ff-8a1a-02d47f4f8f7f" providerId="ADAL" clId="{059C56E9-D8A9-5C3D-A13C-05BE381C40C2}" dt="2026-01-11T18:55:07.148" v="33" actId="20577"/>
          <ac:spMkLst>
            <pc:docMk/>
            <pc:sldMk cId="3061412802" sldId="352"/>
            <ac:spMk id="3" creationId="{F3553598-A0C0-2F3E-72B0-0DC0CB5D9A2F}"/>
          </ac:spMkLst>
        </pc:spChg>
        <pc:spChg chg="add mod">
          <ac:chgData name="Iepure, Giulio-Robert" userId="67277953-3767-40ff-8a1a-02d47f4f8f7f" providerId="ADAL" clId="{059C56E9-D8A9-5C3D-A13C-05BE381C40C2}" dt="2026-01-11T18:58:22.454" v="70" actId="1076"/>
          <ac:spMkLst>
            <pc:docMk/>
            <pc:sldMk cId="3061412802" sldId="352"/>
            <ac:spMk id="4" creationId="{38FD638D-64EC-C498-7D8A-15823F10B0D4}"/>
          </ac:spMkLst>
        </pc:spChg>
        <pc:spChg chg="add mod">
          <ac:chgData name="Iepure, Giulio-Robert" userId="67277953-3767-40ff-8a1a-02d47f4f8f7f" providerId="ADAL" clId="{059C56E9-D8A9-5C3D-A13C-05BE381C40C2}" dt="2026-01-11T18:59:15.457" v="84" actId="1076"/>
          <ac:spMkLst>
            <pc:docMk/>
            <pc:sldMk cId="3061412802" sldId="352"/>
            <ac:spMk id="8" creationId="{64F11675-BF74-FA3A-E794-9AE904601985}"/>
          </ac:spMkLst>
        </pc:spChg>
        <pc:spChg chg="add mod">
          <ac:chgData name="Iepure, Giulio-Robert" userId="67277953-3767-40ff-8a1a-02d47f4f8f7f" providerId="ADAL" clId="{059C56E9-D8A9-5C3D-A13C-05BE381C40C2}" dt="2026-01-11T19:00:40.307" v="130" actId="20577"/>
          <ac:spMkLst>
            <pc:docMk/>
            <pc:sldMk cId="3061412802" sldId="352"/>
            <ac:spMk id="9" creationId="{C714DBAF-204B-9E18-4583-B51B9612E9DA}"/>
          </ac:spMkLst>
        </pc:spChg>
        <pc:spChg chg="add mod">
          <ac:chgData name="Iepure, Giulio-Robert" userId="67277953-3767-40ff-8a1a-02d47f4f8f7f" providerId="ADAL" clId="{059C56E9-D8A9-5C3D-A13C-05BE381C40C2}" dt="2026-01-11T19:01:17.187" v="145" actId="313"/>
          <ac:spMkLst>
            <pc:docMk/>
            <pc:sldMk cId="3061412802" sldId="352"/>
            <ac:spMk id="10" creationId="{F6371478-0D92-003C-2D2E-8FF6CA38C6C5}"/>
          </ac:spMkLst>
        </pc:spChg>
        <pc:spChg chg="add mod">
          <ac:chgData name="Iepure, Giulio-Robert" userId="67277953-3767-40ff-8a1a-02d47f4f8f7f" providerId="ADAL" clId="{059C56E9-D8A9-5C3D-A13C-05BE381C40C2}" dt="2026-01-11T18:59:39.215" v="108" actId="20577"/>
          <ac:spMkLst>
            <pc:docMk/>
            <pc:sldMk cId="3061412802" sldId="352"/>
            <ac:spMk id="18" creationId="{C55F3917-3CCA-62DB-D9B5-60657990AC7A}"/>
          </ac:spMkLst>
        </pc:spChg>
        <pc:cxnChg chg="add mod">
          <ac:chgData name="Iepure, Giulio-Robert" userId="67277953-3767-40ff-8a1a-02d47f4f8f7f" providerId="ADAL" clId="{059C56E9-D8A9-5C3D-A13C-05BE381C40C2}" dt="2026-01-11T18:59:13.343" v="83" actId="14100"/>
          <ac:cxnSpMkLst>
            <pc:docMk/>
            <pc:sldMk cId="3061412802" sldId="352"/>
            <ac:cxnSpMk id="6" creationId="{8F8EA7C4-A955-EF1D-F228-04910215F2D0}"/>
          </ac:cxnSpMkLst>
        </pc:cxnChg>
        <pc:cxnChg chg="add mod">
          <ac:chgData name="Iepure, Giulio-Robert" userId="67277953-3767-40ff-8a1a-02d47f4f8f7f" providerId="ADAL" clId="{059C56E9-D8A9-5C3D-A13C-05BE381C40C2}" dt="2026-01-11T18:59:29.050" v="88" actId="1076"/>
          <ac:cxnSpMkLst>
            <pc:docMk/>
            <pc:sldMk cId="3061412802" sldId="352"/>
            <ac:cxnSpMk id="19" creationId="{C604B4CE-B7A0-58E5-E006-1D05E9B099DE}"/>
          </ac:cxnSpMkLst>
        </pc:cxnChg>
        <pc:cxnChg chg="add">
          <ac:chgData name="Iepure, Giulio-Robert" userId="67277953-3767-40ff-8a1a-02d47f4f8f7f" providerId="ADAL" clId="{059C56E9-D8A9-5C3D-A13C-05BE381C40C2}" dt="2026-01-11T18:59:55.533" v="109" actId="11529"/>
          <ac:cxnSpMkLst>
            <pc:docMk/>
            <pc:sldMk cId="3061412802" sldId="352"/>
            <ac:cxnSpMk id="21" creationId="{9CE51567-103B-4F93-13D0-4D271BC13FEC}"/>
          </ac:cxnSpMkLst>
        </pc:cxnChg>
        <pc:cxnChg chg="add">
          <ac:chgData name="Iepure, Giulio-Robert" userId="67277953-3767-40ff-8a1a-02d47f4f8f7f" providerId="ADAL" clId="{059C56E9-D8A9-5C3D-A13C-05BE381C40C2}" dt="2026-01-11T19:00:02.432" v="110" actId="11529"/>
          <ac:cxnSpMkLst>
            <pc:docMk/>
            <pc:sldMk cId="3061412802" sldId="352"/>
            <ac:cxnSpMk id="23" creationId="{2D3EF021-E519-34E8-4E67-CFA349CC0BE6}"/>
          </ac:cxnSpMkLst>
        </pc:cxnChg>
        <pc:cxnChg chg="add">
          <ac:chgData name="Iepure, Giulio-Robert" userId="67277953-3767-40ff-8a1a-02d47f4f8f7f" providerId="ADAL" clId="{059C56E9-D8A9-5C3D-A13C-05BE381C40C2}" dt="2026-01-11T19:00:10.026" v="111" actId="11529"/>
          <ac:cxnSpMkLst>
            <pc:docMk/>
            <pc:sldMk cId="3061412802" sldId="352"/>
            <ac:cxnSpMk id="25" creationId="{D252F7F7-8159-21AA-E852-14B055BECAA5}"/>
          </ac:cxnSpMkLst>
        </pc:cxnChg>
        <pc:cxnChg chg="add mod">
          <ac:chgData name="Iepure, Giulio-Robert" userId="67277953-3767-40ff-8a1a-02d47f4f8f7f" providerId="ADAL" clId="{059C56E9-D8A9-5C3D-A13C-05BE381C40C2}" dt="2026-01-11T19:00:27.355" v="114" actId="14100"/>
          <ac:cxnSpMkLst>
            <pc:docMk/>
            <pc:sldMk cId="3061412802" sldId="352"/>
            <ac:cxnSpMk id="27" creationId="{CBFF1B55-B044-FBAB-2E7D-9EE16D9824AD}"/>
          </ac:cxnSpMkLst>
        </pc:cxnChg>
      </pc:sldChg>
      <pc:sldChg chg="addSp delSp modSp add mod">
        <pc:chgData name="Iepure, Giulio-Robert" userId="67277953-3767-40ff-8a1a-02d47f4f8f7f" providerId="ADAL" clId="{059C56E9-D8A9-5C3D-A13C-05BE381C40C2}" dt="2026-01-12T00:42:27.299" v="804" actId="20577"/>
        <pc:sldMkLst>
          <pc:docMk/>
          <pc:sldMk cId="905131264" sldId="355"/>
        </pc:sldMkLst>
        <pc:spChg chg="mod">
          <ac:chgData name="Iepure, Giulio-Robert" userId="67277953-3767-40ff-8a1a-02d47f4f8f7f" providerId="ADAL" clId="{059C56E9-D8A9-5C3D-A13C-05BE381C40C2}" dt="2026-01-12T00:24:00.249" v="462"/>
          <ac:spMkLst>
            <pc:docMk/>
            <pc:sldMk cId="905131264" sldId="355"/>
            <ac:spMk id="2" creationId="{B8502F15-BFBC-94B3-39B2-0F1C7E683935}"/>
          </ac:spMkLst>
        </pc:spChg>
        <pc:spChg chg="add mod">
          <ac:chgData name="Iepure, Giulio-Robert" userId="67277953-3767-40ff-8a1a-02d47f4f8f7f" providerId="ADAL" clId="{059C56E9-D8A9-5C3D-A13C-05BE381C40C2}" dt="2026-01-12T00:42:27.299" v="804" actId="20577"/>
          <ac:spMkLst>
            <pc:docMk/>
            <pc:sldMk cId="905131264" sldId="355"/>
            <ac:spMk id="5" creationId="{3A9BA104-AF1D-D1EB-3882-F127F290322E}"/>
          </ac:spMkLst>
        </pc:spChg>
      </pc:sldChg>
      <pc:sldChg chg="addSp delSp modSp add mod ord">
        <pc:chgData name="Iepure, Giulio-Robert" userId="67277953-3767-40ff-8a1a-02d47f4f8f7f" providerId="ADAL" clId="{059C56E9-D8A9-5C3D-A13C-05BE381C40C2}" dt="2026-01-12T00:43:23.402" v="806" actId="1076"/>
        <pc:sldMkLst>
          <pc:docMk/>
          <pc:sldMk cId="3908499153" sldId="356"/>
        </pc:sldMkLst>
        <pc:spChg chg="mod">
          <ac:chgData name="Iepure, Giulio-Robert" userId="67277953-3767-40ff-8a1a-02d47f4f8f7f" providerId="ADAL" clId="{059C56E9-D8A9-5C3D-A13C-05BE381C40C2}" dt="2026-01-12T00:24:10.362" v="464"/>
          <ac:spMkLst>
            <pc:docMk/>
            <pc:sldMk cId="3908499153" sldId="356"/>
            <ac:spMk id="2" creationId="{9AA0CEFC-9B30-A82C-A363-E4A2F0D2148D}"/>
          </ac:spMkLst>
        </pc:spChg>
        <pc:spChg chg="mod">
          <ac:chgData name="Iepure, Giulio-Robert" userId="67277953-3767-40ff-8a1a-02d47f4f8f7f" providerId="ADAL" clId="{059C56E9-D8A9-5C3D-A13C-05BE381C40C2}" dt="2026-01-12T00:15:25.744" v="433" actId="20577"/>
          <ac:spMkLst>
            <pc:docMk/>
            <pc:sldMk cId="3908499153" sldId="356"/>
            <ac:spMk id="3" creationId="{FF0009B0-5C25-209C-40A1-AF64A363759E}"/>
          </ac:spMkLst>
        </pc:spChg>
        <pc:spChg chg="add mod">
          <ac:chgData name="Iepure, Giulio-Robert" userId="67277953-3767-40ff-8a1a-02d47f4f8f7f" providerId="ADAL" clId="{059C56E9-D8A9-5C3D-A13C-05BE381C40C2}" dt="2026-01-12T00:27:18.465" v="470" actId="113"/>
          <ac:spMkLst>
            <pc:docMk/>
            <pc:sldMk cId="3908499153" sldId="356"/>
            <ac:spMk id="16" creationId="{1C0E5453-99B7-29F0-EE98-562C77A707A2}"/>
          </ac:spMkLst>
        </pc:spChg>
        <pc:graphicFrameChg chg="add mod modGraphic">
          <ac:chgData name="Iepure, Giulio-Robert" userId="67277953-3767-40ff-8a1a-02d47f4f8f7f" providerId="ADAL" clId="{059C56E9-D8A9-5C3D-A13C-05BE381C40C2}" dt="2026-01-12T00:43:23.402" v="806" actId="1076"/>
          <ac:graphicFrameMkLst>
            <pc:docMk/>
            <pc:sldMk cId="3908499153" sldId="356"/>
            <ac:graphicFrameMk id="15" creationId="{AB93F39C-6261-40D6-58EE-EB3AE9DC21A4}"/>
          </ac:graphicFrameMkLst>
        </pc:graphicFrameChg>
        <pc:picChg chg="add mod">
          <ac:chgData name="Iepure, Giulio-Robert" userId="67277953-3767-40ff-8a1a-02d47f4f8f7f" providerId="ADAL" clId="{059C56E9-D8A9-5C3D-A13C-05BE381C40C2}" dt="2026-01-12T00:15:02.861" v="423" actId="14100"/>
          <ac:picMkLst>
            <pc:docMk/>
            <pc:sldMk cId="3908499153" sldId="356"/>
            <ac:picMk id="13" creationId="{9DA215CF-5E34-41D8-DE9B-60EF29B08671}"/>
          </ac:picMkLst>
        </pc:picChg>
      </pc:sldChg>
      <pc:sldChg chg="addSp delSp modSp add mod">
        <pc:chgData name="Iepure, Giulio-Robert" userId="67277953-3767-40ff-8a1a-02d47f4f8f7f" providerId="ADAL" clId="{059C56E9-D8A9-5C3D-A13C-05BE381C40C2}" dt="2026-01-12T00:40:45.351" v="765" actId="5793"/>
        <pc:sldMkLst>
          <pc:docMk/>
          <pc:sldMk cId="3320188378" sldId="357"/>
        </pc:sldMkLst>
        <pc:spChg chg="mod">
          <ac:chgData name="Iepure, Giulio-Robert" userId="67277953-3767-40ff-8a1a-02d47f4f8f7f" providerId="ADAL" clId="{059C56E9-D8A9-5C3D-A13C-05BE381C40C2}" dt="2026-01-12T00:24:05.339" v="463"/>
          <ac:spMkLst>
            <pc:docMk/>
            <pc:sldMk cId="3320188378" sldId="357"/>
            <ac:spMk id="2" creationId="{98A5804A-F1BD-BE2A-DFAA-5CE585F632C0}"/>
          </ac:spMkLst>
        </pc:spChg>
        <pc:spChg chg="mod">
          <ac:chgData name="Iepure, Giulio-Robert" userId="67277953-3767-40ff-8a1a-02d47f4f8f7f" providerId="ADAL" clId="{059C56E9-D8A9-5C3D-A13C-05BE381C40C2}" dt="2026-01-12T00:37:34.372" v="718" actId="20577"/>
          <ac:spMkLst>
            <pc:docMk/>
            <pc:sldMk cId="3320188378" sldId="357"/>
            <ac:spMk id="3" creationId="{5AC26C04-9DF4-FC20-A372-714976205830}"/>
          </ac:spMkLst>
        </pc:spChg>
        <pc:spChg chg="add mod">
          <ac:chgData name="Iepure, Giulio-Robert" userId="67277953-3767-40ff-8a1a-02d47f4f8f7f" providerId="ADAL" clId="{059C56E9-D8A9-5C3D-A13C-05BE381C40C2}" dt="2026-01-12T00:36:26.304" v="656" actId="20577"/>
          <ac:spMkLst>
            <pc:docMk/>
            <pc:sldMk cId="3320188378" sldId="357"/>
            <ac:spMk id="8" creationId="{EE82E742-CAA9-AFBA-4ABD-357F0D8A189B}"/>
          </ac:spMkLst>
        </pc:spChg>
        <pc:graphicFrameChg chg="add mod modGraphic">
          <ac:chgData name="Iepure, Giulio-Robert" userId="67277953-3767-40ff-8a1a-02d47f4f8f7f" providerId="ADAL" clId="{059C56E9-D8A9-5C3D-A13C-05BE381C40C2}" dt="2026-01-12T00:40:45.351" v="765" actId="5793"/>
          <ac:graphicFrameMkLst>
            <pc:docMk/>
            <pc:sldMk cId="3320188378" sldId="357"/>
            <ac:graphicFrameMk id="9" creationId="{CF7563BA-403F-17BD-60BF-59B295CDA8E7}"/>
          </ac:graphicFrameMkLst>
        </pc:graphicFrameChg>
        <pc:picChg chg="add mod">
          <ac:chgData name="Iepure, Giulio-Robert" userId="67277953-3767-40ff-8a1a-02d47f4f8f7f" providerId="ADAL" clId="{059C56E9-D8A9-5C3D-A13C-05BE381C40C2}" dt="2026-01-12T00:37:10.418" v="664" actId="1076"/>
          <ac:picMkLst>
            <pc:docMk/>
            <pc:sldMk cId="3320188378" sldId="357"/>
            <ac:picMk id="6" creationId="{50222282-4959-D41B-086F-ED325574C57E}"/>
          </ac:picMkLst>
        </pc:picChg>
      </pc:sldChg>
    </pc:docChg>
  </pc:docChgLst>
  <pc:docChgLst>
    <pc:chgData name="Tallos, Farkas Pal" userId="86c36b7f-01a8-446e-ba97-4074199c5aa5" providerId="ADAL" clId="{F5E663FB-0445-5BA2-811D-6DC353115E65}"/>
    <pc:docChg chg="custSel addSld delSld modSld sldOrd">
      <pc:chgData name="Tallos, Farkas Pal" userId="86c36b7f-01a8-446e-ba97-4074199c5aa5" providerId="ADAL" clId="{F5E663FB-0445-5BA2-811D-6DC353115E65}" dt="2026-01-23T08:48:46.983" v="334" actId="20577"/>
      <pc:docMkLst>
        <pc:docMk/>
      </pc:docMkLst>
      <pc:sldChg chg="addSp delSp modSp mod">
        <pc:chgData name="Tallos, Farkas Pal" userId="86c36b7f-01a8-446e-ba97-4074199c5aa5" providerId="ADAL" clId="{F5E663FB-0445-5BA2-811D-6DC353115E65}" dt="2026-01-23T08:48:46.983" v="334" actId="20577"/>
        <pc:sldMkLst>
          <pc:docMk/>
          <pc:sldMk cId="2359129299" sldId="343"/>
        </pc:sldMkLst>
        <pc:spChg chg="add mod">
          <ac:chgData name="Tallos, Farkas Pal" userId="86c36b7f-01a8-446e-ba97-4074199c5aa5" providerId="ADAL" clId="{F5E663FB-0445-5BA2-811D-6DC353115E65}" dt="2026-01-15T15:01:48.383" v="329" actId="20577"/>
          <ac:spMkLst>
            <pc:docMk/>
            <pc:sldMk cId="2359129299" sldId="343"/>
            <ac:spMk id="3" creationId="{0B58CC8C-3660-8E98-2552-1CD57018EB57}"/>
          </ac:spMkLst>
        </pc:spChg>
        <pc:spChg chg="mod">
          <ac:chgData name="Tallos, Farkas Pal" userId="86c36b7f-01a8-446e-ba97-4074199c5aa5" providerId="ADAL" clId="{F5E663FB-0445-5BA2-811D-6DC353115E65}" dt="2026-01-23T08:48:46.983" v="334" actId="20577"/>
          <ac:spMkLst>
            <pc:docMk/>
            <pc:sldMk cId="2359129299" sldId="343"/>
            <ac:spMk id="4" creationId="{B52B68B9-A130-3E8B-BD75-716205A9B42D}"/>
          </ac:spMkLst>
        </pc:spChg>
      </pc:sldChg>
      <pc:sldChg chg="addSp delSp modSp add mod ord">
        <pc:chgData name="Tallos, Farkas Pal" userId="86c36b7f-01a8-446e-ba97-4074199c5aa5" providerId="ADAL" clId="{F5E663FB-0445-5BA2-811D-6DC353115E65}" dt="2026-01-12T08:05:24.678" v="176" actId="20578"/>
        <pc:sldMkLst>
          <pc:docMk/>
          <pc:sldMk cId="3926819324" sldId="358"/>
        </pc:sldMkLst>
        <pc:spChg chg="mod">
          <ac:chgData name="Tallos, Farkas Pal" userId="86c36b7f-01a8-446e-ba97-4074199c5aa5" providerId="ADAL" clId="{F5E663FB-0445-5BA2-811D-6DC353115E65}" dt="2026-01-12T08:04:16.958" v="173" actId="20577"/>
          <ac:spMkLst>
            <pc:docMk/>
            <pc:sldMk cId="3926819324" sldId="358"/>
            <ac:spMk id="6" creationId="{D49DB383-84DA-FA8A-AD8D-A0013CE3A5DF}"/>
          </ac:spMkLst>
        </pc:spChg>
        <pc:spChg chg="mod">
          <ac:chgData name="Tallos, Farkas Pal" userId="86c36b7f-01a8-446e-ba97-4074199c5aa5" providerId="ADAL" clId="{F5E663FB-0445-5BA2-811D-6DC353115E65}" dt="2026-01-12T07:42:02.024" v="18" actId="20577"/>
          <ac:spMkLst>
            <pc:docMk/>
            <pc:sldMk cId="3926819324" sldId="358"/>
            <ac:spMk id="7" creationId="{19DC7B10-0F10-483E-5CF4-6B0F1FF69F11}"/>
          </ac:spMkLst>
        </pc:sp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2" creationId="{802FACEE-0BBD-A043-4B44-5F2DC2BFD732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3" creationId="{1EE11076-A7A8-A9B0-F53E-D2967A0460B0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5" creationId="{408EFA5F-8692-EDD6-3D7B-97DFE41F0769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9" creationId="{CDCB22AA-7660-AAD0-92BC-7E41A0A199F9}"/>
          </ac:picMkLst>
        </pc:picChg>
        <pc:picChg chg="add mod">
          <ac:chgData name="Tallos, Farkas Pal" userId="86c36b7f-01a8-446e-ba97-4074199c5aa5" providerId="ADAL" clId="{F5E663FB-0445-5BA2-811D-6DC353115E65}" dt="2026-01-12T08:02:43.014" v="146" actId="1035"/>
          <ac:picMkLst>
            <pc:docMk/>
            <pc:sldMk cId="3926819324" sldId="358"/>
            <ac:picMk id="10" creationId="{EC90140D-89FD-2E95-B3B4-73E6D00AC2BE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11" creationId="{CA22087A-6BD2-4EB4-9DCD-C8397C7A0DD6}"/>
          </ac:picMkLst>
        </pc:picChg>
      </pc:sldChg>
    </pc:docChg>
  </pc:docChgLst>
  <pc:docChgLst>
    <pc:chgData name="Piacentini, Caterina" userId="f5cc0bf0-ba5e-47a2-9f46-1ab04c78f108" providerId="ADAL" clId="{33458103-1E0D-5382-9B65-34EE54475687}"/>
    <pc:docChg chg="undo custSel addSld delSld modSld sldOrd">
      <pc:chgData name="Piacentini, Caterina" userId="f5cc0bf0-ba5e-47a2-9f46-1ab04c78f108" providerId="ADAL" clId="{33458103-1E0D-5382-9B65-34EE54475687}" dt="2026-01-12T08:56:13.413" v="1362" actId="20578"/>
      <pc:docMkLst>
        <pc:docMk/>
      </pc:docMkLst>
      <pc:sldChg chg="modSp mod">
        <pc:chgData name="Piacentini, Caterina" userId="f5cc0bf0-ba5e-47a2-9f46-1ab04c78f108" providerId="ADAL" clId="{33458103-1E0D-5382-9B65-34EE54475687}" dt="2026-01-11T16:07:09.919" v="97" actId="20577"/>
        <pc:sldMkLst>
          <pc:docMk/>
          <pc:sldMk cId="361736959" sldId="296"/>
        </pc:sldMkLst>
        <pc:spChg chg="mod">
          <ac:chgData name="Piacentini, Caterina" userId="f5cc0bf0-ba5e-47a2-9f46-1ab04c78f108" providerId="ADAL" clId="{33458103-1E0D-5382-9B65-34EE54475687}" dt="2026-01-11T16:06:15.257" v="35" actId="20577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Piacentini, Caterina" userId="f5cc0bf0-ba5e-47a2-9f46-1ab04c78f108" providerId="ADAL" clId="{33458103-1E0D-5382-9B65-34EE54475687}" dt="2026-01-11T16:06:42.392" v="84" actId="20577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Piacentini, Caterina" userId="f5cc0bf0-ba5e-47a2-9f46-1ab04c78f108" providerId="ADAL" clId="{33458103-1E0D-5382-9B65-34EE54475687}" dt="2026-01-11T16:07:09.919" v="97" actId="20577"/>
          <ac:spMkLst>
            <pc:docMk/>
            <pc:sldMk cId="361736959" sldId="296"/>
            <ac:spMk id="33" creationId="{5751F698-5533-8459-909C-EE5E9D1D31E0}"/>
          </ac:spMkLst>
        </pc:spChg>
      </pc:sldChg>
      <pc:sldChg chg="modSp mod">
        <pc:chgData name="Piacentini, Caterina" userId="f5cc0bf0-ba5e-47a2-9f46-1ab04c78f108" providerId="ADAL" clId="{33458103-1E0D-5382-9B65-34EE54475687}" dt="2026-01-11T13:54:09.780" v="7" actId="20577"/>
        <pc:sldMkLst>
          <pc:docMk/>
          <pc:sldMk cId="3443664567" sldId="298"/>
        </pc:sldMkLst>
        <pc:spChg chg="mod">
          <ac:chgData name="Piacentini, Caterina" userId="f5cc0bf0-ba5e-47a2-9f46-1ab04c78f108" providerId="ADAL" clId="{33458103-1E0D-5382-9B65-34EE54475687}" dt="2026-01-11T13:54:09.780" v="7" actId="20577"/>
          <ac:spMkLst>
            <pc:docMk/>
            <pc:sldMk cId="3443664567" sldId="298"/>
            <ac:spMk id="10" creationId="{F8B0A37E-7A11-EECA-1CD9-E4DD56413B52}"/>
          </ac:spMkLst>
        </pc:spChg>
      </pc:sldChg>
      <pc:sldChg chg="addSp delSp modSp mod">
        <pc:chgData name="Piacentini, Caterina" userId="f5cc0bf0-ba5e-47a2-9f46-1ab04c78f108" providerId="ADAL" clId="{33458103-1E0D-5382-9B65-34EE54475687}" dt="2026-01-11T21:42:26.517" v="1110"/>
        <pc:sldMkLst>
          <pc:docMk/>
          <pc:sldMk cId="3556147786" sldId="319"/>
        </pc:sldMkLst>
        <pc:spChg chg="add mod">
          <ac:chgData name="Piacentini, Caterina" userId="f5cc0bf0-ba5e-47a2-9f46-1ab04c78f108" providerId="ADAL" clId="{33458103-1E0D-5382-9B65-34EE54475687}" dt="2026-01-11T21:42:26.517" v="1110"/>
          <ac:spMkLst>
            <pc:docMk/>
            <pc:sldMk cId="3556147786" sldId="319"/>
            <ac:spMk id="2" creationId="{C98475FC-EF95-65C2-EB33-7FE5B9130A0C}"/>
          </ac:spMkLst>
        </pc:spChg>
        <pc:spChg chg="mod">
          <ac:chgData name="Piacentini, Caterina" userId="f5cc0bf0-ba5e-47a2-9f46-1ab04c78f108" providerId="ADAL" clId="{33458103-1E0D-5382-9B65-34EE54475687}" dt="2026-01-11T16:12:31.995" v="253" actId="20577"/>
          <ac:spMkLst>
            <pc:docMk/>
            <pc:sldMk cId="3556147786" sldId="319"/>
            <ac:spMk id="7" creationId="{4E474119-918C-74A7-49C3-C1845F19DC28}"/>
          </ac:spMkLst>
        </pc:spChg>
        <pc:spChg chg="mod">
          <ac:chgData name="Piacentini, Caterina" userId="f5cc0bf0-ba5e-47a2-9f46-1ab04c78f108" providerId="ADAL" clId="{33458103-1E0D-5382-9B65-34EE54475687}" dt="2026-01-11T16:12:43.713" v="268" actId="20577"/>
          <ac:spMkLst>
            <pc:docMk/>
            <pc:sldMk cId="3556147786" sldId="319"/>
            <ac:spMk id="8" creationId="{D91FC12F-5F7D-6412-EFE2-80649120930C}"/>
          </ac:spMkLst>
        </pc:spChg>
        <pc:picChg chg="add mod">
          <ac:chgData name="Piacentini, Caterina" userId="f5cc0bf0-ba5e-47a2-9f46-1ab04c78f108" providerId="ADAL" clId="{33458103-1E0D-5382-9B65-34EE54475687}" dt="2026-01-11T16:17:03.704" v="406" actId="1076"/>
          <ac:picMkLst>
            <pc:docMk/>
            <pc:sldMk cId="3556147786" sldId="319"/>
            <ac:picMk id="5" creationId="{E569170C-B122-4274-F1C8-6FDBA997E1E3}"/>
          </ac:picMkLst>
        </pc:picChg>
        <pc:picChg chg="add mod">
          <ac:chgData name="Piacentini, Caterina" userId="f5cc0bf0-ba5e-47a2-9f46-1ab04c78f108" providerId="ADAL" clId="{33458103-1E0D-5382-9B65-34EE54475687}" dt="2026-01-11T16:17:05.148" v="407" actId="1076"/>
          <ac:picMkLst>
            <pc:docMk/>
            <pc:sldMk cId="3556147786" sldId="319"/>
            <ac:picMk id="9" creationId="{C580B1D6-6860-06D4-A8D6-20C495096680}"/>
          </ac:picMkLst>
        </pc:picChg>
      </pc:sldChg>
      <pc:sldChg chg="addSp delSp modSp mod">
        <pc:chgData name="Piacentini, Caterina" userId="f5cc0bf0-ba5e-47a2-9f46-1ab04c78f108" providerId="ADAL" clId="{33458103-1E0D-5382-9B65-34EE54475687}" dt="2026-01-11T21:42:48.435" v="1120" actId="20577"/>
        <pc:sldMkLst>
          <pc:docMk/>
          <pc:sldMk cId="3546382590" sldId="321"/>
        </pc:sldMkLst>
        <pc:spChg chg="add mod">
          <ac:chgData name="Piacentini, Caterina" userId="f5cc0bf0-ba5e-47a2-9f46-1ab04c78f108" providerId="ADAL" clId="{33458103-1E0D-5382-9B65-34EE54475687}" dt="2026-01-11T21:42:48.435" v="1120" actId="20577"/>
          <ac:spMkLst>
            <pc:docMk/>
            <pc:sldMk cId="3546382590" sldId="321"/>
            <ac:spMk id="2" creationId="{21DD4506-2B6C-6C63-B419-CFB4266C1064}"/>
          </ac:spMkLst>
        </pc:spChg>
        <pc:spChg chg="mod">
          <ac:chgData name="Piacentini, Caterina" userId="f5cc0bf0-ba5e-47a2-9f46-1ab04c78f108" providerId="ADAL" clId="{33458103-1E0D-5382-9B65-34EE54475687}" dt="2026-01-11T16:24:31.687" v="663" actId="20577"/>
          <ac:spMkLst>
            <pc:docMk/>
            <pc:sldMk cId="3546382590" sldId="321"/>
            <ac:spMk id="7" creationId="{F91C6AA8-B424-514B-2355-5356D9428F49}"/>
          </ac:spMkLst>
        </pc:spChg>
        <pc:spChg chg="mod">
          <ac:chgData name="Piacentini, Caterina" userId="f5cc0bf0-ba5e-47a2-9f46-1ab04c78f108" providerId="ADAL" clId="{33458103-1E0D-5382-9B65-34EE54475687}" dt="2026-01-11T16:25:43.170" v="933" actId="20577"/>
          <ac:spMkLst>
            <pc:docMk/>
            <pc:sldMk cId="3546382590" sldId="321"/>
            <ac:spMk id="8" creationId="{86878CA6-468B-19E9-C466-E85E2EEFDDD2}"/>
          </ac:spMkLst>
        </pc:spChg>
        <pc:picChg chg="add mod">
          <ac:chgData name="Piacentini, Caterina" userId="f5cc0bf0-ba5e-47a2-9f46-1ab04c78f108" providerId="ADAL" clId="{33458103-1E0D-5382-9B65-34EE54475687}" dt="2026-01-11T16:26:14.153" v="940" actId="1076"/>
          <ac:picMkLst>
            <pc:docMk/>
            <pc:sldMk cId="3546382590" sldId="321"/>
            <ac:picMk id="6" creationId="{AC54E43A-653D-F9C0-B24C-DDE628846130}"/>
          </ac:picMkLst>
        </pc:picChg>
      </pc:sldChg>
      <pc:sldChg chg="addSp delSp modSp mod">
        <pc:chgData name="Piacentini, Caterina" userId="f5cc0bf0-ba5e-47a2-9f46-1ab04c78f108" providerId="ADAL" clId="{33458103-1E0D-5382-9B65-34EE54475687}" dt="2026-01-11T16:09:05.133" v="156" actId="20577"/>
        <pc:sldMkLst>
          <pc:docMk/>
          <pc:sldMk cId="2362282143" sldId="327"/>
        </pc:sldMkLst>
        <pc:spChg chg="add mod">
          <ac:chgData name="Piacentini, Caterina" userId="f5cc0bf0-ba5e-47a2-9f46-1ab04c78f108" providerId="ADAL" clId="{33458103-1E0D-5382-9B65-34EE54475687}" dt="2026-01-11T16:08:49.595" v="132"/>
          <ac:spMkLst>
            <pc:docMk/>
            <pc:sldMk cId="2362282143" sldId="327"/>
            <ac:spMk id="2" creationId="{52DF0835-ABD7-642A-99DD-EFD24464CB45}"/>
          </ac:spMkLst>
        </pc:spChg>
        <pc:spChg chg="mod">
          <ac:chgData name="Piacentini, Caterina" userId="f5cc0bf0-ba5e-47a2-9f46-1ab04c78f108" providerId="ADAL" clId="{33458103-1E0D-5382-9B65-34EE54475687}" dt="2026-01-11T16:09:05.133" v="156" actId="20577"/>
          <ac:spMkLst>
            <pc:docMk/>
            <pc:sldMk cId="2362282143" sldId="327"/>
            <ac:spMk id="7" creationId="{44635FD9-F625-24D1-0057-4FDA4A4A4699}"/>
          </ac:spMkLst>
        </pc:spChg>
        <pc:spChg chg="mod">
          <ac:chgData name="Piacentini, Caterina" userId="f5cc0bf0-ba5e-47a2-9f46-1ab04c78f108" providerId="ADAL" clId="{33458103-1E0D-5382-9B65-34EE54475687}" dt="2026-01-11T16:08:52.883" v="133" actId="20577"/>
          <ac:spMkLst>
            <pc:docMk/>
            <pc:sldMk cId="2362282143" sldId="327"/>
            <ac:spMk id="8" creationId="{DA90A538-4FA2-B5AF-DBE3-5C710B300E3C}"/>
          </ac:spMkLst>
        </pc:spChg>
        <pc:picChg chg="add mod">
          <ac:chgData name="Piacentini, Caterina" userId="f5cc0bf0-ba5e-47a2-9f46-1ab04c78f108" providerId="ADAL" clId="{33458103-1E0D-5382-9B65-34EE54475687}" dt="2026-01-11T16:08:49.595" v="132"/>
          <ac:picMkLst>
            <pc:docMk/>
            <pc:sldMk cId="2362282143" sldId="327"/>
            <ac:picMk id="3" creationId="{CA9D822A-3579-E8E2-7815-DCDFBF6EE00B}"/>
          </ac:picMkLst>
        </pc:picChg>
      </pc:sldChg>
      <pc:sldChg chg="modSp mod">
        <pc:chgData name="Piacentini, Caterina" userId="f5cc0bf0-ba5e-47a2-9f46-1ab04c78f108" providerId="ADAL" clId="{33458103-1E0D-5382-9B65-34EE54475687}" dt="2026-01-11T21:45:26.904" v="1254" actId="20577"/>
        <pc:sldMkLst>
          <pc:docMk/>
          <pc:sldMk cId="2359129299" sldId="343"/>
        </pc:sldMkLst>
        <pc:spChg chg="mod">
          <ac:chgData name="Piacentini, Caterina" userId="f5cc0bf0-ba5e-47a2-9f46-1ab04c78f108" providerId="ADAL" clId="{33458103-1E0D-5382-9B65-34EE54475687}" dt="2026-01-11T21:45:26.904" v="1254" actId="20577"/>
          <ac:spMkLst>
            <pc:docMk/>
            <pc:sldMk cId="2359129299" sldId="343"/>
            <ac:spMk id="4" creationId="{B52B68B9-A130-3E8B-BD75-716205A9B42D}"/>
          </ac:spMkLst>
        </pc:spChg>
      </pc:sldChg>
      <pc:sldChg chg="addSp delSp modSp add mod">
        <pc:chgData name="Piacentini, Caterina" userId="f5cc0bf0-ba5e-47a2-9f46-1ab04c78f108" providerId="ADAL" clId="{33458103-1E0D-5382-9B65-34EE54475687}" dt="2026-01-11T21:42:34.153" v="1111"/>
        <pc:sldMkLst>
          <pc:docMk/>
          <pc:sldMk cId="3338056305" sldId="345"/>
        </pc:sldMkLst>
        <pc:spChg chg="mod">
          <ac:chgData name="Piacentini, Caterina" userId="f5cc0bf0-ba5e-47a2-9f46-1ab04c78f108" providerId="ADAL" clId="{33458103-1E0D-5382-9B65-34EE54475687}" dt="2026-01-11T21:42:34.153" v="1111"/>
          <ac:spMkLst>
            <pc:docMk/>
            <pc:sldMk cId="3338056305" sldId="345"/>
            <ac:spMk id="2" creationId="{8E068AD9-5636-5D23-8175-101551E2C262}"/>
          </ac:spMkLst>
        </pc:spChg>
        <pc:graphicFrameChg chg="add mod modGraphic">
          <ac:chgData name="Piacentini, Caterina" userId="f5cc0bf0-ba5e-47a2-9f46-1ab04c78f108" providerId="ADAL" clId="{33458103-1E0D-5382-9B65-34EE54475687}" dt="2026-01-11T16:23:56.748" v="641" actId="207"/>
          <ac:graphicFrameMkLst>
            <pc:docMk/>
            <pc:sldMk cId="3338056305" sldId="345"/>
            <ac:graphicFrameMk id="3" creationId="{12E9E39C-F390-727F-7325-7CE30D730745}"/>
          </ac:graphicFrameMkLst>
        </pc:graphicFrameChg>
      </pc:sldChg>
      <pc:sldChg chg="addSp delSp modSp add mod">
        <pc:chgData name="Piacentini, Caterina" userId="f5cc0bf0-ba5e-47a2-9f46-1ab04c78f108" providerId="ADAL" clId="{33458103-1E0D-5382-9B65-34EE54475687}" dt="2026-01-11T21:42:54.013" v="1129" actId="20577"/>
        <pc:sldMkLst>
          <pc:docMk/>
          <pc:sldMk cId="4055217807" sldId="347"/>
        </pc:sldMkLst>
        <pc:spChg chg="mod">
          <ac:chgData name="Piacentini, Caterina" userId="f5cc0bf0-ba5e-47a2-9f46-1ab04c78f108" providerId="ADAL" clId="{33458103-1E0D-5382-9B65-34EE54475687}" dt="2026-01-11T21:42:54.013" v="1129" actId="20577"/>
          <ac:spMkLst>
            <pc:docMk/>
            <pc:sldMk cId="4055217807" sldId="347"/>
            <ac:spMk id="2" creationId="{BC5AC52A-9792-A366-8F1D-D53CB0F78D64}"/>
          </ac:spMkLst>
        </pc:spChg>
        <pc:spChg chg="mod">
          <ac:chgData name="Piacentini, Caterina" userId="f5cc0bf0-ba5e-47a2-9f46-1ab04c78f108" providerId="ADAL" clId="{33458103-1E0D-5382-9B65-34EE54475687}" dt="2026-01-11T16:30:27.692" v="1034" actId="20577"/>
          <ac:spMkLst>
            <pc:docMk/>
            <pc:sldMk cId="4055217807" sldId="347"/>
            <ac:spMk id="8" creationId="{3DEEDF6A-6E78-6A8D-0C21-D58C0CCE7003}"/>
          </ac:spMkLst>
        </pc:spChg>
        <pc:picChg chg="add mod">
          <ac:chgData name="Piacentini, Caterina" userId="f5cc0bf0-ba5e-47a2-9f46-1ab04c78f108" providerId="ADAL" clId="{33458103-1E0D-5382-9B65-34EE54475687}" dt="2026-01-11T16:31:11.893" v="1043" actId="1076"/>
          <ac:picMkLst>
            <pc:docMk/>
            <pc:sldMk cId="4055217807" sldId="347"/>
            <ac:picMk id="4" creationId="{E71EA781-21C1-47AE-FE50-D7AA7F43BEED}"/>
          </ac:picMkLst>
        </pc:picChg>
      </pc:sldChg>
      <pc:sldChg chg="addSp delSp modSp add mod">
        <pc:chgData name="Piacentini, Caterina" userId="f5cc0bf0-ba5e-47a2-9f46-1ab04c78f108" providerId="ADAL" clId="{33458103-1E0D-5382-9B65-34EE54475687}" dt="2026-01-11T21:43:00.267" v="1138" actId="20577"/>
        <pc:sldMkLst>
          <pc:docMk/>
          <pc:sldMk cId="990337352" sldId="348"/>
        </pc:sldMkLst>
        <pc:spChg chg="mod">
          <ac:chgData name="Piacentini, Caterina" userId="f5cc0bf0-ba5e-47a2-9f46-1ab04c78f108" providerId="ADAL" clId="{33458103-1E0D-5382-9B65-34EE54475687}" dt="2026-01-11T21:43:00.267" v="1138" actId="20577"/>
          <ac:spMkLst>
            <pc:docMk/>
            <pc:sldMk cId="990337352" sldId="348"/>
            <ac:spMk id="2" creationId="{4952743B-B4AA-52CC-C4A1-3A0BD389A7EC}"/>
          </ac:spMkLst>
        </pc:spChg>
        <pc:spChg chg="mod">
          <ac:chgData name="Piacentini, Caterina" userId="f5cc0bf0-ba5e-47a2-9f46-1ab04c78f108" providerId="ADAL" clId="{33458103-1E0D-5382-9B65-34EE54475687}" dt="2026-01-11T16:31:35.375" v="1064" actId="20577"/>
          <ac:spMkLst>
            <pc:docMk/>
            <pc:sldMk cId="990337352" sldId="348"/>
            <ac:spMk id="8" creationId="{5A85D87B-C634-5BB3-7E90-09B4418B97E2}"/>
          </ac:spMkLst>
        </pc:spChg>
        <pc:picChg chg="add mod">
          <ac:chgData name="Piacentini, Caterina" userId="f5cc0bf0-ba5e-47a2-9f46-1ab04c78f108" providerId="ADAL" clId="{33458103-1E0D-5382-9B65-34EE54475687}" dt="2026-01-11T16:32:15.403" v="1070" actId="1076"/>
          <ac:picMkLst>
            <pc:docMk/>
            <pc:sldMk cId="990337352" sldId="348"/>
            <ac:picMk id="5" creationId="{54337234-C0F2-4E0C-4234-B0DE800CCE3C}"/>
          </ac:picMkLst>
        </pc:picChg>
      </pc:sldChg>
      <pc:sldChg chg="addSp delSp modSp add mod">
        <pc:chgData name="Piacentini, Caterina" userId="f5cc0bf0-ba5e-47a2-9f46-1ab04c78f108" providerId="ADAL" clId="{33458103-1E0D-5382-9B65-34EE54475687}" dt="2026-01-11T21:43:08.459" v="1147" actId="20577"/>
        <pc:sldMkLst>
          <pc:docMk/>
          <pc:sldMk cId="1404688502" sldId="349"/>
        </pc:sldMkLst>
        <pc:spChg chg="mod">
          <ac:chgData name="Piacentini, Caterina" userId="f5cc0bf0-ba5e-47a2-9f46-1ab04c78f108" providerId="ADAL" clId="{33458103-1E0D-5382-9B65-34EE54475687}" dt="2026-01-11T21:43:08.459" v="1147" actId="20577"/>
          <ac:spMkLst>
            <pc:docMk/>
            <pc:sldMk cId="1404688502" sldId="349"/>
            <ac:spMk id="2" creationId="{0B15887D-6A16-F7D2-74EC-E304F69440EC}"/>
          </ac:spMkLst>
        </pc:spChg>
        <pc:spChg chg="add mod">
          <ac:chgData name="Piacentini, Caterina" userId="f5cc0bf0-ba5e-47a2-9f46-1ab04c78f108" providerId="ADAL" clId="{33458103-1E0D-5382-9B65-34EE54475687}" dt="2026-01-11T16:41:16.684" v="1109" actId="113"/>
          <ac:spMkLst>
            <pc:docMk/>
            <pc:sldMk cId="1404688502" sldId="349"/>
            <ac:spMk id="6" creationId="{1AF2D053-B557-5058-6B9D-D12AC020E329}"/>
          </ac:spMkLst>
        </pc:spChg>
        <pc:picChg chg="add mod">
          <ac:chgData name="Piacentini, Caterina" userId="f5cc0bf0-ba5e-47a2-9f46-1ab04c78f108" providerId="ADAL" clId="{33458103-1E0D-5382-9B65-34EE54475687}" dt="2026-01-11T16:36:01.369" v="1080" actId="1076"/>
          <ac:picMkLst>
            <pc:docMk/>
            <pc:sldMk cId="1404688502" sldId="349"/>
            <ac:picMk id="4" creationId="{7FAA0FD0-6BDC-162A-269C-C5646289D965}"/>
          </ac:picMkLst>
        </pc:picChg>
      </pc:sldChg>
      <pc:sldChg chg="ord">
        <pc:chgData name="Piacentini, Caterina" userId="f5cc0bf0-ba5e-47a2-9f46-1ab04c78f108" providerId="ADAL" clId="{33458103-1E0D-5382-9B65-34EE54475687}" dt="2026-01-12T08:56:01.495" v="1361" actId="20578"/>
        <pc:sldMkLst>
          <pc:docMk/>
          <pc:sldMk cId="3230055421" sldId="351"/>
        </pc:sldMkLst>
      </pc:sldChg>
      <pc:sldChg chg="ord">
        <pc:chgData name="Piacentini, Caterina" userId="f5cc0bf0-ba5e-47a2-9f46-1ab04c78f108" providerId="ADAL" clId="{33458103-1E0D-5382-9B65-34EE54475687}" dt="2026-01-12T08:56:13.413" v="1362" actId="20578"/>
        <pc:sldMkLst>
          <pc:docMk/>
          <pc:sldMk cId="3926819324" sldId="35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96DC88-90A2-4C9C-9402-4663D4C02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EC8A-50EC-45A3-B810-5AE96CB72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A3E-9629-40AD-8C92-953C091CF8B3}" type="datetimeFigureOut">
              <a:rPr lang="hu-HU" smtClean="0"/>
              <a:t>2026. 01. 23.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226B3-7CD0-4D50-9EDC-E5E05803F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8AEF-1BC2-4BE3-80F7-CABE69E8A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8504-D590-417E-951D-5AF89501B3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752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D1F3C-C481-4FCB-8E73-2F7BF5DD3209}" type="datetimeFigureOut">
              <a:rPr lang="hu-HU" smtClean="0"/>
              <a:t>2026. 01. 23.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B1D7-79F0-40D6-A314-F8CC7725E1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16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Tags: divider, simple, no image, left aligned header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AF6D-BA0E-4594-94DB-478664329D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607FD67-848C-A6C6-F2B3-6826C7E9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A4B6D142-49BE-D41E-8926-268B002A5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C8F89C83-08C5-D7F9-E00A-B5259CD6A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00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63FA5C1-FCF2-FBBD-6C79-F339C974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5D52156C-DAF0-40C3-1D87-F4A2063D16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F30A540D-8290-FCBA-0985-CBB5FC9F2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94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D94B31F-2353-4FB3-8E6C-23DF7DF2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917EC08C-0146-AF8D-4AE9-F1E13C310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5EE1BBEF-1D25-F212-8ECF-5C9D86179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48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F6DFBAD-6A9B-48F4-3DEE-F4248767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405A8B51-8C62-A8F6-55E5-8843618B6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BE15F18A-AC91-EF40-A8EB-1DD170EB6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63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7CE5114-16F8-1FB4-839C-93F6EF7C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C53E5564-8F7E-87ED-8C7F-8BA9E96BA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00E52232-C22C-3F74-6AF1-41E0435EC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20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2864FF8-E88E-D951-C14C-FECF08B9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19B9F4D2-A8DB-84A2-B0E6-52251F562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E9302191-4B48-0C38-A660-79DB7E023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43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1A518D7-EDCA-B60A-139B-A509CA32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D8A2B6E-5BFD-9722-A0B1-F2CC84C5D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83FFE4CA-33D3-7343-D750-5F5B9793F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4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8AFE82A-E625-8B3D-E74E-27BDB257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95BE417C-03B9-E6BB-5AD6-663BA8AD8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4E115FD5-F705-3188-0FF0-5C47BFC4B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9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8EA1B1E-694B-E002-EC7B-AFCB16A6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D8CA74F-58C9-8136-CEB7-C71851EC8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7BF91015-0243-2E0A-C242-E0D0932A5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57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A559D01-670F-E679-9627-BC0C7ED9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6AF764F0-7D60-5B00-5F5A-43277AC47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3659698B-240D-455B-B124-59D29372C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7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2F98BE9-A703-ADEC-A48C-2CB5B3F1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8144C3FF-4D0E-573B-262F-86BCCF820D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0BE201D8-7926-7554-944F-6A97CF834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3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56049E13-945B-AC9A-D32F-864C70DB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4F58178D-67E5-B46D-8ABE-CD73E0768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85683C6A-B8CF-FC41-BF38-CB10E6C2E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06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382243A-759D-0889-FBE7-9A67FE0F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9B0ADAD4-DDDF-9C38-DEA8-D1647D174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88444882-5B48-7F73-5AB4-0E07B9605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80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BA5DDF-BCB5-2B7B-80A6-0D52FD48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FE37018A-AF76-8EE3-3461-92E51817E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5C943114-4BE0-209B-DF62-4DDCED7EF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08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46C6FD3-F75D-B656-3C14-3A6F0B53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0B053704-DE41-4D50-790F-0DB5E7EB9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74E4FE16-3BFB-6F88-04D2-4C7DB1BBE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314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944fc36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2cb944fc36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28">
            <a:extLst>
              <a:ext uri="{FF2B5EF4-FFF2-40B4-BE49-F238E27FC236}">
                <a16:creationId xmlns:a16="http://schemas.microsoft.com/office/drawing/2014/main" id="{51D23840-E17D-FD8C-3E5E-D0FC70B42E21}"/>
              </a:ext>
            </a:extLst>
          </p:cNvPr>
          <p:cNvSpPr txBox="1"/>
          <p:nvPr userDrawn="1"/>
        </p:nvSpPr>
        <p:spPr>
          <a:xfrm>
            <a:off x="10858050" y="0"/>
            <a:ext cx="16539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de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ISK </a:t>
            </a:r>
            <a:r>
              <a:rPr lang="de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Wien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 für strategische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Kapitalmarktforschung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73469E9-8D72-95C8-1FDD-1EDB72DC98F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22702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8">
            <a:extLst>
              <a:ext uri="{FF2B5EF4-FFF2-40B4-BE49-F238E27FC236}">
                <a16:creationId xmlns:a16="http://schemas.microsoft.com/office/drawing/2014/main" id="{460B4F66-13A1-4B13-BA18-A9C50AD9585F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7A2B6DAA-3D2E-4851-803C-B1FAE19AE4B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6814" y="96277"/>
            <a:ext cx="11295566" cy="44141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en-GB" sz="180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GB"/>
              <a:t>Action title</a:t>
            </a:r>
          </a:p>
        </p:txBody>
      </p:sp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10648F3-FB8E-D9F3-3FE7-7042347B3A9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75968" y="109204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244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/>
            </a:lvl1pPr>
            <a:lvl2pPr marL="0" lvl="1" indent="0" algn="r">
              <a:spcBef>
                <a:spcPts val="0"/>
              </a:spcBef>
              <a:buNone/>
              <a:defRPr sz="1400" b="1"/>
            </a:lvl2pPr>
            <a:lvl3pPr marL="0" lvl="2" indent="0" algn="r">
              <a:spcBef>
                <a:spcPts val="0"/>
              </a:spcBef>
              <a:buNone/>
              <a:defRPr sz="1400" b="1"/>
            </a:lvl3pPr>
            <a:lvl4pPr marL="0" lvl="3" indent="0" algn="r">
              <a:spcBef>
                <a:spcPts val="0"/>
              </a:spcBef>
              <a:buNone/>
              <a:defRPr sz="1400" b="1"/>
            </a:lvl4pPr>
            <a:lvl5pPr marL="0" lvl="4" indent="0" algn="r">
              <a:spcBef>
                <a:spcPts val="0"/>
              </a:spcBef>
              <a:buNone/>
              <a:defRPr sz="1400" b="1"/>
            </a:lvl5pPr>
            <a:lvl6pPr marL="0" lvl="5" indent="0" algn="r">
              <a:spcBef>
                <a:spcPts val="0"/>
              </a:spcBef>
              <a:buNone/>
              <a:defRPr sz="1400" b="1"/>
            </a:lvl6pPr>
            <a:lvl7pPr marL="0" lvl="6" indent="0" algn="r">
              <a:spcBef>
                <a:spcPts val="0"/>
              </a:spcBef>
              <a:buNone/>
              <a:defRPr sz="1400" b="1"/>
            </a:lvl7pPr>
            <a:lvl8pPr marL="0" lvl="7" indent="0" algn="r">
              <a:spcBef>
                <a:spcPts val="0"/>
              </a:spcBef>
              <a:buNone/>
              <a:defRPr sz="1400" b="1"/>
            </a:lvl8pPr>
            <a:lvl9pPr marL="0" lvl="8" indent="0" algn="r">
              <a:spcBef>
                <a:spcPts val="0"/>
              </a:spcBef>
              <a:buNone/>
              <a:defRPr sz="14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220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DBD9CD5C-D8DF-5A5F-6665-5D3EB1AB0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lowchart: Manual Operation 4">
            <a:extLst>
              <a:ext uri="{FF2B5EF4-FFF2-40B4-BE49-F238E27FC236}">
                <a16:creationId xmlns:a16="http://schemas.microsoft.com/office/drawing/2014/main" id="{AD92602E-37E8-2B87-7318-C55F83EC64B3}"/>
              </a:ext>
            </a:extLst>
          </p:cNvPr>
          <p:cNvSpPr/>
          <p:nvPr/>
        </p:nvSpPr>
        <p:spPr>
          <a:xfrm rot="11297026">
            <a:off x="-2137957" y="-537424"/>
            <a:ext cx="877604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lowchart: Manual Operation 5">
            <a:extLst>
              <a:ext uri="{FF2B5EF4-FFF2-40B4-BE49-F238E27FC236}">
                <a16:creationId xmlns:a16="http://schemas.microsoft.com/office/drawing/2014/main" id="{491F0452-A849-34DC-C8AF-08FDA1459794}"/>
              </a:ext>
            </a:extLst>
          </p:cNvPr>
          <p:cNvSpPr/>
          <p:nvPr/>
        </p:nvSpPr>
        <p:spPr>
          <a:xfrm rot="9995555">
            <a:off x="-1675859" y="-581934"/>
            <a:ext cx="834940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83BC8-33B0-80E3-64CC-B5C4B4902DAF}"/>
              </a:ext>
            </a:extLst>
          </p:cNvPr>
          <p:cNvSpPr txBox="1"/>
          <p:nvPr/>
        </p:nvSpPr>
        <p:spPr>
          <a:xfrm>
            <a:off x="268201" y="639599"/>
            <a:ext cx="5194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ZZ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ILab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Presentation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sz="3200" b="1" noProof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97B07-A739-A37D-09CD-A8561FBB4B96}"/>
              </a:ext>
            </a:extLst>
          </p:cNvPr>
          <p:cNvSpPr/>
          <p:nvPr/>
        </p:nvSpPr>
        <p:spPr>
          <a:xfrm>
            <a:off x="1263141" y="2024972"/>
            <a:ext cx="3204761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Giulio</a:t>
            </a:r>
            <a:r>
              <a:rPr lang="cs-CZ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Iepure</a:t>
            </a:r>
            <a:r>
              <a:rPr lang="en-US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Caterina Piacentini, Farkas Tallos, Tomas Samaj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0A37E-7A11-EECA-1CD9-E4DD56413B52}"/>
              </a:ext>
            </a:extLst>
          </p:cNvPr>
          <p:cNvSpPr/>
          <p:nvPr/>
        </p:nvSpPr>
        <p:spPr>
          <a:xfrm>
            <a:off x="268201" y="1319565"/>
            <a:ext cx="5194642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3200">
                <a:solidFill>
                  <a:schemeClr val="bg1">
                    <a:lumMod val="95000"/>
                  </a:schemeClr>
                </a:solidFill>
                <a:sym typeface="Calibri"/>
              </a:rPr>
              <a:t>12</a:t>
            </a:r>
            <a:r>
              <a:rPr lang="en-US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.01.2026</a:t>
            </a:r>
          </a:p>
        </p:txBody>
      </p:sp>
    </p:spTree>
    <p:extLst>
      <p:ext uri="{BB962C8B-B14F-4D97-AF65-F5344CB8AC3E}">
        <p14:creationId xmlns:p14="http://schemas.microsoft.com/office/powerpoint/2010/main" val="34436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4785FDF-B953-4139-AB2D-2973F144F9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4785FDF-B953-4139-AB2D-2973F144F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F8651E3-1C12-42EF-900E-7FD32E26282C}"/>
              </a:ext>
            </a:extLst>
          </p:cNvPr>
          <p:cNvSpPr/>
          <p:nvPr/>
        </p:nvSpPr>
        <p:spPr>
          <a:xfrm>
            <a:off x="169682" y="197962"/>
            <a:ext cx="4551174" cy="65233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3E941A6-7602-4A3E-A028-A0A8E6585B12}"/>
              </a:ext>
            </a:extLst>
          </p:cNvPr>
          <p:cNvSpPr txBox="1">
            <a:spLocks/>
          </p:cNvSpPr>
          <p:nvPr/>
        </p:nvSpPr>
        <p:spPr>
          <a:xfrm>
            <a:off x="495593" y="2069466"/>
            <a:ext cx="2598481" cy="623396"/>
          </a:xfrm>
          <a:prstGeom prst="rect">
            <a:avLst/>
          </a:prstGeom>
        </p:spPr>
        <p:txBody>
          <a:bodyPr lIns="0" tIns="0" rIns="0" bIns="0" anchor="t"/>
          <a:lstStyle>
            <a:lvl1pPr algn="l" defTabSz="121917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  <a:cs typeface="+mj-cs"/>
              </a:rPr>
              <a:t>Agenda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169E0-D508-479B-A3AF-2B717F90543D}"/>
              </a:ext>
            </a:extLst>
          </p:cNvPr>
          <p:cNvSpPr/>
          <p:nvPr/>
        </p:nvSpPr>
        <p:spPr>
          <a:xfrm>
            <a:off x="612740" y="1880365"/>
            <a:ext cx="763573" cy="70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486F66-9B67-3CCF-87DE-43D9A0F7B322}"/>
              </a:ext>
            </a:extLst>
          </p:cNvPr>
          <p:cNvGrpSpPr/>
          <p:nvPr/>
        </p:nvGrpSpPr>
        <p:grpSpPr>
          <a:xfrm>
            <a:off x="5163913" y="1871614"/>
            <a:ext cx="6415347" cy="3114771"/>
            <a:chOff x="5163914" y="1574437"/>
            <a:chExt cx="6415347" cy="311477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C6BDF50-7426-183A-1915-694FAF6C2B0A}"/>
                </a:ext>
              </a:extLst>
            </p:cNvPr>
            <p:cNvSpPr/>
            <p:nvPr/>
          </p:nvSpPr>
          <p:spPr>
            <a:xfrm>
              <a:off x="5163914" y="1574437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155EB4-0991-16FF-630B-8600093CB589}"/>
                </a:ext>
              </a:extLst>
            </p:cNvPr>
            <p:cNvSpPr/>
            <p:nvPr/>
          </p:nvSpPr>
          <p:spPr>
            <a:xfrm>
              <a:off x="5163914" y="2429814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07FB2F-E780-7DC7-9AA2-DD190F8DE8CF}"/>
                </a:ext>
              </a:extLst>
            </p:cNvPr>
            <p:cNvSpPr/>
            <p:nvPr/>
          </p:nvSpPr>
          <p:spPr>
            <a:xfrm>
              <a:off x="6276434" y="1628049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cs-CZ">
                  <a:solidFill>
                    <a:schemeClr val="tx1"/>
                  </a:solidFill>
                </a:rPr>
                <a:t>Long Leg Performance </a:t>
              </a:r>
              <a:r>
                <a:rPr lang="cs-CZ" err="1">
                  <a:solidFill>
                    <a:schemeClr val="tx1"/>
                  </a:solidFill>
                </a:rPr>
                <a:t>Recap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70E8AE1-C503-1217-5863-3C626BE1B311}"/>
                </a:ext>
              </a:extLst>
            </p:cNvPr>
            <p:cNvSpPr/>
            <p:nvPr/>
          </p:nvSpPr>
          <p:spPr>
            <a:xfrm>
              <a:off x="6276434" y="2483426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hu-HU" err="1">
                  <a:solidFill>
                    <a:schemeClr val="tx1"/>
                  </a:solidFill>
                </a:rPr>
                <a:t>Initial</a:t>
              </a:r>
              <a:r>
                <a:rPr lang="hu-HU">
                  <a:solidFill>
                    <a:schemeClr val="tx1"/>
                  </a:solidFill>
                </a:rPr>
                <a:t> </a:t>
              </a:r>
              <a:r>
                <a:rPr lang="hu-HU" err="1">
                  <a:solidFill>
                    <a:schemeClr val="tx1"/>
                  </a:solidFill>
                </a:rPr>
                <a:t>Factors</a:t>
              </a:r>
              <a:r>
                <a:rPr lang="hu-HU">
                  <a:solidFill>
                    <a:schemeClr val="tx1"/>
                  </a:solidFill>
                </a:rPr>
                <a:t> Update &amp; New </a:t>
              </a:r>
              <a:r>
                <a:rPr lang="hu-HU" err="1">
                  <a:solidFill>
                    <a:schemeClr val="tx1"/>
                  </a:solidFill>
                </a:rPr>
                <a:t>Factors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51F698-5533-8459-909C-EE5E9D1D31E0}"/>
                </a:ext>
              </a:extLst>
            </p:cNvPr>
            <p:cNvSpPr/>
            <p:nvPr/>
          </p:nvSpPr>
          <p:spPr>
            <a:xfrm>
              <a:off x="6276434" y="3338803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hu-HU">
                  <a:solidFill>
                    <a:schemeClr val="tx1"/>
                  </a:solidFill>
                </a:rPr>
                <a:t>Net </a:t>
              </a:r>
              <a:r>
                <a:rPr lang="hu-HU" err="1">
                  <a:solidFill>
                    <a:schemeClr val="tx1"/>
                  </a:solidFill>
                </a:rPr>
                <a:t>Positions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F43879-9D51-BC85-DBBC-2EF22D8ECA66}"/>
                </a:ext>
              </a:extLst>
            </p:cNvPr>
            <p:cNvSpPr/>
            <p:nvPr/>
          </p:nvSpPr>
          <p:spPr>
            <a:xfrm>
              <a:off x="6276434" y="4194180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BBE7119-2E1F-2BFA-8618-FECBA1A79DC2}"/>
                </a:ext>
              </a:extLst>
            </p:cNvPr>
            <p:cNvSpPr/>
            <p:nvPr/>
          </p:nvSpPr>
          <p:spPr>
            <a:xfrm>
              <a:off x="5163914" y="3285191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9A9A9C-C523-7E3A-1D06-79F69686BFF1}"/>
                </a:ext>
              </a:extLst>
            </p:cNvPr>
            <p:cNvSpPr/>
            <p:nvPr/>
          </p:nvSpPr>
          <p:spPr>
            <a:xfrm>
              <a:off x="5163914" y="4140568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A12E38-066B-265B-A0AC-EB5B9B493A3E}"/>
                </a:ext>
              </a:extLst>
            </p:cNvPr>
            <p:cNvSpPr/>
            <p:nvPr/>
          </p:nvSpPr>
          <p:spPr>
            <a:xfrm>
              <a:off x="5214206" y="1628049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1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AA3A024-B3C7-5DCB-F4B0-D3884AC4FE76}"/>
                </a:ext>
              </a:extLst>
            </p:cNvPr>
            <p:cNvSpPr/>
            <p:nvPr/>
          </p:nvSpPr>
          <p:spPr>
            <a:xfrm>
              <a:off x="5214206" y="2483426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2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C5C5B-EA00-88D9-7FF6-D82E3C246E5C}"/>
                </a:ext>
              </a:extLst>
            </p:cNvPr>
            <p:cNvSpPr/>
            <p:nvPr/>
          </p:nvSpPr>
          <p:spPr>
            <a:xfrm>
              <a:off x="5214206" y="3338803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3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824D5B7-28B6-333A-1603-CDA04BAFA926}"/>
                </a:ext>
              </a:extLst>
            </p:cNvPr>
            <p:cNvSpPr/>
            <p:nvPr/>
          </p:nvSpPr>
          <p:spPr>
            <a:xfrm>
              <a:off x="5214206" y="4186488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4</a:t>
              </a: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AEA6DA5-C3E1-46C3-E5C9-933F49EB51CC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>
              <a:off x="5442806" y="2123077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29329B-C61F-6534-7E1A-FA9C2FCD534D}"/>
                </a:ext>
              </a:extLst>
            </p:cNvPr>
            <p:cNvCxnSpPr>
              <a:cxnSpLocks/>
              <a:stCxn id="30" idx="4"/>
              <a:endCxn id="37" idx="0"/>
            </p:cNvCxnSpPr>
            <p:nvPr/>
          </p:nvCxnSpPr>
          <p:spPr>
            <a:xfrm>
              <a:off x="5442806" y="2978454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0FB6B7E-DADD-F820-B4E7-ED7C1C84A529}"/>
                </a:ext>
              </a:extLst>
            </p:cNvPr>
            <p:cNvCxnSpPr>
              <a:cxnSpLocks/>
              <a:stCxn id="37" idx="4"/>
              <a:endCxn id="39" idx="0"/>
            </p:cNvCxnSpPr>
            <p:nvPr/>
          </p:nvCxnSpPr>
          <p:spPr>
            <a:xfrm>
              <a:off x="5442806" y="3833831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86FFE2-C5A4-D33E-5242-FF5FB6C1E19E}"/>
                </a:ext>
              </a:extLst>
            </p:cNvPr>
            <p:cNvSpPr txBox="1"/>
            <p:nvPr/>
          </p:nvSpPr>
          <p:spPr>
            <a:xfrm>
              <a:off x="6276435" y="4230222"/>
              <a:ext cx="5302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/>
                <a:t>Next Steps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73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21CF0CD-689C-B524-DD3F-0151DDFF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635FD9-F625-24D1-0057-4FDA4A4A4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From</a:t>
            </a:r>
            <a:r>
              <a:rPr lang="cs-CZ"/>
              <a:t> </a:t>
            </a:r>
            <a:r>
              <a:rPr lang="cs-CZ" err="1"/>
              <a:t>the</a:t>
            </a:r>
            <a:r>
              <a:rPr lang="cs-CZ"/>
              <a:t> last </a:t>
            </a:r>
            <a:r>
              <a:rPr lang="cs-CZ" err="1"/>
              <a:t>meetings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90A538-4FA2-B5AF-DBE3-5C710B300E3C}"/>
              </a:ext>
            </a:extLst>
          </p:cNvPr>
          <p:cNvSpPr/>
          <p:nvPr/>
        </p:nvSpPr>
        <p:spPr>
          <a:xfrm>
            <a:off x="391886" y="881744"/>
            <a:ext cx="11370732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Long &amp; </a:t>
            </a:r>
            <a:r>
              <a:rPr lang="cs-CZ" sz="1800" b="1" noProof="0" err="1">
                <a:solidFill>
                  <a:schemeClr val="bg1"/>
                </a:solidFill>
              </a:rPr>
              <a:t>Short</a:t>
            </a:r>
            <a:r>
              <a:rPr lang="cs-CZ" sz="1800" b="1" noProof="0">
                <a:solidFill>
                  <a:schemeClr val="bg1"/>
                </a:solidFill>
              </a:rPr>
              <a:t> Performance</a:t>
            </a:r>
            <a:endParaRPr lang="en-US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52DF0835-ABD7-642A-99DD-EFD24464CB45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Most of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performance of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strategy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comes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from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long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leg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3" name="Immagine 2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CA9D822A-3579-E8E2-7815-DCDFBF6EE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124" y="1619884"/>
            <a:ext cx="5635752" cy="43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8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8ECFFDE-9146-4F17-63EC-CA49DE88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474119-918C-74A7-49C3-C1845F19D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Long </a:t>
            </a:r>
            <a:r>
              <a:rPr lang="cs-CZ" err="1"/>
              <a:t>Only</a:t>
            </a:r>
            <a:r>
              <a:rPr lang="cs-CZ"/>
              <a:t> Performance </a:t>
            </a:r>
            <a:r>
              <a:rPr lang="cs-CZ" err="1"/>
              <a:t>Recap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FC12F-5F7D-6412-EFE2-80649120930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Long-</a:t>
            </a:r>
            <a:r>
              <a:rPr lang="cs-CZ" b="1">
                <a:solidFill>
                  <a:schemeClr val="bg1"/>
                </a:solidFill>
              </a:rPr>
              <a:t>O</a:t>
            </a:r>
            <a:r>
              <a:rPr lang="cs-CZ" sz="1800" b="1" noProof="0" err="1">
                <a:solidFill>
                  <a:schemeClr val="bg1"/>
                </a:solidFill>
              </a:rPr>
              <a:t>nly</a:t>
            </a:r>
            <a:r>
              <a:rPr lang="cs-CZ" sz="1800" b="1" noProof="0">
                <a:solidFill>
                  <a:schemeClr val="bg1"/>
                </a:solidFill>
              </a:rPr>
              <a:t> Performance </a:t>
            </a:r>
            <a:r>
              <a:rPr lang="cs-CZ" sz="1800" b="1" noProof="0" err="1">
                <a:solidFill>
                  <a:schemeClr val="bg1"/>
                </a:solidFill>
              </a:rPr>
              <a:t>during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Crisis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98475FC-EF95-65C2-EB33-7FE5B9130A0C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The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crisis-diversifying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benefits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persist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even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after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excluding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short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leg.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diagramm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E569170C-B122-4274-F1C8-6FDBA997E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1976702"/>
            <a:ext cx="5478780" cy="3429000"/>
          </a:xfrm>
          <a:prstGeom prst="rect">
            <a:avLst/>
          </a:prstGeom>
        </p:spPr>
      </p:pic>
      <p:pic>
        <p:nvPicPr>
          <p:cNvPr id="9" name="Immagine 8" descr="Immagine che contiene Diagramma, line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C580B1D6-6860-06D4-A8D6-20C495096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732" y="1976702"/>
            <a:ext cx="548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4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577D55B-21A4-D935-9CC3-8197589B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9093C3-4A31-07BC-0873-3B7EE0E43F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Long </a:t>
            </a:r>
            <a:r>
              <a:rPr lang="cs-CZ" err="1"/>
              <a:t>Only</a:t>
            </a:r>
            <a:r>
              <a:rPr lang="cs-CZ"/>
              <a:t> Performance </a:t>
            </a:r>
            <a:r>
              <a:rPr lang="cs-CZ" err="1"/>
              <a:t>Recap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6D075F-E598-D914-2CC0-4DAA13963E3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Long-</a:t>
            </a:r>
            <a:r>
              <a:rPr lang="cs-CZ" b="1">
                <a:solidFill>
                  <a:schemeClr val="bg1"/>
                </a:solidFill>
              </a:rPr>
              <a:t>O</a:t>
            </a:r>
            <a:r>
              <a:rPr lang="cs-CZ" sz="1800" b="1" noProof="0" err="1">
                <a:solidFill>
                  <a:schemeClr val="bg1"/>
                </a:solidFill>
              </a:rPr>
              <a:t>nly</a:t>
            </a:r>
            <a:r>
              <a:rPr lang="cs-CZ" sz="1800" b="1" noProof="0">
                <a:solidFill>
                  <a:schemeClr val="bg1"/>
                </a:solidFill>
              </a:rPr>
              <a:t> Performance </a:t>
            </a:r>
            <a:r>
              <a:rPr lang="cs-CZ" sz="1800" b="1" noProof="0" err="1">
                <a:solidFill>
                  <a:schemeClr val="bg1"/>
                </a:solidFill>
              </a:rPr>
              <a:t>during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Crisis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8E068AD9-5636-5D23-8175-101551E2C262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The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crisis-diversifying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benefits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persist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even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after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excluding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the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short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leg.</a:t>
            </a:r>
            <a:endParaRPr lang="de-AT">
              <a:solidFill>
                <a:schemeClr val="bg1"/>
              </a:solidFill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12E9E39C-F390-727F-7325-7CE30D730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233277"/>
              </p:ext>
            </p:extLst>
          </p:nvPr>
        </p:nvGraphicFramePr>
        <p:xfrm>
          <a:off x="560291" y="2386856"/>
          <a:ext cx="11089841" cy="208428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55192">
                  <a:extLst>
                    <a:ext uri="{9D8B030D-6E8A-4147-A177-3AD203B41FA5}">
                      <a16:colId xmlns:a16="http://schemas.microsoft.com/office/drawing/2014/main" val="1498989393"/>
                    </a:ext>
                  </a:extLst>
                </a:gridCol>
                <a:gridCol w="2294113">
                  <a:extLst>
                    <a:ext uri="{9D8B030D-6E8A-4147-A177-3AD203B41FA5}">
                      <a16:colId xmlns:a16="http://schemas.microsoft.com/office/drawing/2014/main" val="3965955248"/>
                    </a:ext>
                  </a:extLst>
                </a:gridCol>
                <a:gridCol w="1805742">
                  <a:extLst>
                    <a:ext uri="{9D8B030D-6E8A-4147-A177-3AD203B41FA5}">
                      <a16:colId xmlns:a16="http://schemas.microsoft.com/office/drawing/2014/main" val="3520860885"/>
                    </a:ext>
                  </a:extLst>
                </a:gridCol>
                <a:gridCol w="1454227">
                  <a:extLst>
                    <a:ext uri="{9D8B030D-6E8A-4147-A177-3AD203B41FA5}">
                      <a16:colId xmlns:a16="http://schemas.microsoft.com/office/drawing/2014/main" val="1792212060"/>
                    </a:ext>
                  </a:extLst>
                </a:gridCol>
                <a:gridCol w="2313542">
                  <a:extLst>
                    <a:ext uri="{9D8B030D-6E8A-4147-A177-3AD203B41FA5}">
                      <a16:colId xmlns:a16="http://schemas.microsoft.com/office/drawing/2014/main" val="2883753832"/>
                    </a:ext>
                  </a:extLst>
                </a:gridCol>
                <a:gridCol w="2067025">
                  <a:extLst>
                    <a:ext uri="{9D8B030D-6E8A-4147-A177-3AD203B41FA5}">
                      <a16:colId xmlns:a16="http://schemas.microsoft.com/office/drawing/2014/main" val="3655437642"/>
                    </a:ext>
                  </a:extLst>
                </a:gridCol>
              </a:tblGrid>
              <a:tr h="568069">
                <a:tc>
                  <a:txBody>
                    <a:bodyPr/>
                    <a:lstStyle/>
                    <a:p>
                      <a:r>
                        <a:rPr lang="it-IT" sz="1800" err="1"/>
                        <a:t>Period</a:t>
                      </a:r>
                      <a:endParaRPr lang="it-IT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/>
                        <a:t>Long </a:t>
                      </a:r>
                      <a:r>
                        <a:rPr lang="it-IT" sz="1800" err="1"/>
                        <a:t>Leg</a:t>
                      </a:r>
                      <a:r>
                        <a:rPr lang="it-IT" sz="1800"/>
                        <a:t>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/>
                        <a:t>Market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err="1"/>
                        <a:t>Correlation</a:t>
                      </a:r>
                      <a:endParaRPr lang="it-IT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/>
                        <a:t>Long </a:t>
                      </a:r>
                      <a:r>
                        <a:rPr lang="it-IT" sz="1800" err="1"/>
                        <a:t>Leg</a:t>
                      </a:r>
                      <a:r>
                        <a:rPr lang="it-IT" sz="1800"/>
                        <a:t> </a:t>
                      </a:r>
                      <a:r>
                        <a:rPr lang="it-IT" sz="1800" err="1"/>
                        <a:t>Volatility</a:t>
                      </a:r>
                      <a:endParaRPr lang="it-IT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/>
                        <a:t>Market </a:t>
                      </a:r>
                      <a:r>
                        <a:rPr lang="it-IT" sz="1800" err="1"/>
                        <a:t>Volatility</a:t>
                      </a:r>
                      <a:endParaRPr lang="it-IT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580036"/>
                  </a:ext>
                </a:extLst>
              </a:tr>
              <a:tr h="758109">
                <a:tc>
                  <a:txBody>
                    <a:bodyPr/>
                    <a:lstStyle/>
                    <a:p>
                      <a:r>
                        <a:rPr lang="it-IT" sz="1800" b="0"/>
                        <a:t>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/>
                        <a:t>0.0182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>
                          <a:solidFill>
                            <a:srgbClr val="FF0000"/>
                          </a:solidFill>
                        </a:rPr>
                        <a:t>-0.204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/>
                        <a:t>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/>
                        <a:t>0.128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142682"/>
                  </a:ext>
                </a:extLst>
              </a:tr>
              <a:tr h="758109">
                <a:tc>
                  <a:txBody>
                    <a:bodyPr/>
                    <a:lstStyle/>
                    <a:p>
                      <a:r>
                        <a:rPr lang="it-IT" sz="1800" b="0"/>
                        <a:t>GFC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/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>
                          <a:solidFill>
                            <a:srgbClr val="FF0000"/>
                          </a:solidFill>
                        </a:rPr>
                        <a:t>-0.461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>
                          <a:solidFill>
                            <a:srgbClr val="FF0000"/>
                          </a:solidFill>
                        </a:rPr>
                        <a:t>- 0.562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/>
                        <a:t>0.0541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/>
                        <a:t>0.221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83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056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1579F0-A923-1E08-D9B4-F9E36431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1C6AA8-B424-514B-2355-5356D9428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Long/</a:t>
            </a:r>
            <a:r>
              <a:rPr lang="cs-CZ" err="1"/>
              <a:t>Short</a:t>
            </a:r>
            <a:r>
              <a:rPr lang="cs-CZ"/>
              <a:t> </a:t>
            </a:r>
            <a:r>
              <a:rPr lang="cs-CZ" err="1"/>
              <a:t>Factors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78CA6-468B-19E9-C466-E85E2EEFDDD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Which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factors</a:t>
            </a:r>
            <a:r>
              <a:rPr lang="cs-CZ" sz="1800" b="1" noProof="0">
                <a:solidFill>
                  <a:schemeClr val="bg1"/>
                </a:solidFill>
              </a:rPr>
              <a:t> are </a:t>
            </a:r>
            <a:r>
              <a:rPr lang="cs-CZ" sz="1800" b="1" noProof="0" err="1">
                <a:solidFill>
                  <a:schemeClr val="bg1"/>
                </a:solidFill>
              </a:rPr>
              <a:t>mainly</a:t>
            </a:r>
            <a:r>
              <a:rPr lang="cs-CZ" sz="1800" b="1" noProof="0">
                <a:solidFill>
                  <a:schemeClr val="bg1"/>
                </a:solidFill>
              </a:rPr>
              <a:t> long/</a:t>
            </a:r>
            <a:r>
              <a:rPr lang="cs-CZ" sz="1800" b="1" noProof="0" err="1">
                <a:solidFill>
                  <a:schemeClr val="bg1"/>
                </a:solidFill>
              </a:rPr>
              <a:t>short</a:t>
            </a:r>
            <a:r>
              <a:rPr lang="cs-CZ" sz="1800" b="1" noProof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21DD4506-2B6C-6C63-B419-CFB4266C1064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Factors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switch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a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lot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over time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schermata, modello, testo&#10;&#10;Il contenuto generato dall'IA potrebbe non essere corretto.">
            <a:extLst>
              <a:ext uri="{FF2B5EF4-FFF2-40B4-BE49-F238E27FC236}">
                <a16:creationId xmlns:a16="http://schemas.microsoft.com/office/drawing/2014/main" id="{AC54E43A-653D-F9C0-B24C-DDE628846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659" y="1639114"/>
            <a:ext cx="6566682" cy="41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8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EA9C07A-E938-9AC1-42A5-6B10E42B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69E880-52CA-6D72-7210-3755C6423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Long/</a:t>
            </a:r>
            <a:r>
              <a:rPr lang="cs-CZ" err="1"/>
              <a:t>Short</a:t>
            </a:r>
            <a:r>
              <a:rPr lang="cs-CZ"/>
              <a:t> </a:t>
            </a:r>
            <a:r>
              <a:rPr lang="cs-CZ" err="1"/>
              <a:t>Factors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EEDF6A-6E78-6A8D-0C21-D58C0CCE7003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25% - 25% </a:t>
            </a:r>
            <a:r>
              <a:rPr lang="cs-CZ" sz="1800" b="1" noProof="0" err="1">
                <a:solidFill>
                  <a:schemeClr val="bg1"/>
                </a:solidFill>
              </a:rPr>
              <a:t>Momentum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BC5AC52A-9792-A366-8F1D-D53CB0F78D64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Factors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switch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a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lot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over time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4" name="Immagine 3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E71EA781-21C1-47AE-FE50-D7AA7F43B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443" y="1748308"/>
            <a:ext cx="6351114" cy="396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1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B7C11F0-9A97-96DE-F39D-98832666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720F3D-81EF-5BDF-20AF-40B65BC864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Long/</a:t>
            </a:r>
            <a:r>
              <a:rPr lang="cs-CZ" err="1"/>
              <a:t>Short</a:t>
            </a:r>
            <a:r>
              <a:rPr lang="cs-CZ"/>
              <a:t> </a:t>
            </a:r>
            <a:r>
              <a:rPr lang="cs-CZ" err="1"/>
              <a:t>Factors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5D87B-C634-5BB3-7E90-09B4418B97E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25% - 25% </a:t>
            </a:r>
            <a:r>
              <a:rPr lang="cs-CZ" sz="1800" b="1" noProof="0" err="1">
                <a:solidFill>
                  <a:schemeClr val="bg1"/>
                </a:solidFill>
              </a:rPr>
              <a:t>Momentum</a:t>
            </a:r>
            <a:r>
              <a:rPr lang="cs-CZ" sz="1800" b="1" noProof="0">
                <a:solidFill>
                  <a:schemeClr val="bg1"/>
                </a:solidFill>
              </a:rPr>
              <a:t> – Long Leg </a:t>
            </a:r>
            <a:r>
              <a:rPr lang="cs-CZ" sz="1800" b="1" noProof="0" err="1">
                <a:solidFill>
                  <a:schemeClr val="bg1"/>
                </a:solidFill>
              </a:rPr>
              <a:t>Only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4952743B-B4AA-52CC-C4A1-3A0BD389A7EC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Factors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switch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a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lot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over time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5" name="Immagine 4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54337234-C0F2-4E0C-4234-B0DE800CC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767" y="1645426"/>
            <a:ext cx="6546483" cy="409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3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51E647C-EB89-9CA5-A40E-39889E5F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5E5F3B-A993-1D60-8DB8-1A35D8B63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/>
              <a:t>Long/</a:t>
            </a:r>
            <a:r>
              <a:rPr lang="cs-CZ" err="1"/>
              <a:t>Short</a:t>
            </a:r>
            <a:r>
              <a:rPr lang="cs-CZ"/>
              <a:t> </a:t>
            </a:r>
            <a:r>
              <a:rPr lang="cs-CZ" err="1"/>
              <a:t>Factors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7ED088-6F62-2B7B-0513-EA7BE323873D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25% - 25% </a:t>
            </a:r>
            <a:r>
              <a:rPr lang="cs-CZ" sz="1800" b="1" noProof="0" err="1">
                <a:solidFill>
                  <a:schemeClr val="bg1"/>
                </a:solidFill>
              </a:rPr>
              <a:t>Momentum</a:t>
            </a:r>
            <a:r>
              <a:rPr lang="cs-CZ" sz="1800" b="1" noProof="0">
                <a:solidFill>
                  <a:schemeClr val="bg1"/>
                </a:solidFill>
              </a:rPr>
              <a:t> – Long Leg </a:t>
            </a:r>
            <a:r>
              <a:rPr lang="cs-CZ" sz="1800" b="1" noProof="0" err="1">
                <a:solidFill>
                  <a:schemeClr val="bg1"/>
                </a:solidFill>
              </a:rPr>
              <a:t>Only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0B15887D-6A16-F7D2-74EC-E304F69440EC}"/>
              </a:ext>
            </a:extLst>
          </p:cNvPr>
          <p:cNvSpPr/>
          <p:nvPr/>
        </p:nvSpPr>
        <p:spPr>
          <a:xfrm>
            <a:off x="391886" y="5978147"/>
            <a:ext cx="11414051" cy="6339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Factors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switch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a </a:t>
            </a:r>
            <a:r>
              <a:rPr lang="hu-HU" sz="1800" err="1">
                <a:solidFill>
                  <a:schemeClr val="bg1"/>
                </a:solidFill>
                <a:sym typeface="Wingdings" pitchFamily="2" charset="2"/>
              </a:rPr>
              <a:t>lot</a:t>
            </a:r>
            <a:r>
              <a:rPr lang="hu-HU" sz="1800">
                <a:solidFill>
                  <a:schemeClr val="bg1"/>
                </a:solidFill>
                <a:sym typeface="Wingdings" pitchFamily="2" charset="2"/>
              </a:rPr>
              <a:t> over time</a:t>
            </a:r>
            <a:endParaRPr lang="de-AT">
              <a:solidFill>
                <a:schemeClr val="bg1"/>
              </a:solidFill>
            </a:endParaRPr>
          </a:p>
        </p:txBody>
      </p:sp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FAA0FD0-6BDC-162A-269C-C5646289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1748308"/>
            <a:ext cx="7064857" cy="380279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AF2D053-B557-5058-6B9D-D12AC020E329}"/>
              </a:ext>
            </a:extLst>
          </p:cNvPr>
          <p:cNvSpPr txBox="1"/>
          <p:nvPr/>
        </p:nvSpPr>
        <p:spPr>
          <a:xfrm>
            <a:off x="7456743" y="1748308"/>
            <a:ext cx="40999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/>
              <a:t>The </a:t>
            </a:r>
            <a:r>
              <a:rPr lang="it-IT" sz="1400" err="1"/>
              <a:t>heat</a:t>
            </a:r>
            <a:r>
              <a:rPr lang="it-IT" sz="1400"/>
              <a:t> </a:t>
            </a:r>
            <a:r>
              <a:rPr lang="it-IT" sz="1400" err="1"/>
              <a:t>map</a:t>
            </a:r>
            <a:r>
              <a:rPr lang="it-IT" sz="1400"/>
              <a:t> shows a </a:t>
            </a:r>
            <a:r>
              <a:rPr lang="it-IT" sz="1400" err="1"/>
              <a:t>scattered</a:t>
            </a:r>
            <a:r>
              <a:rPr lang="it-IT" sz="1400"/>
              <a:t> pattern </a:t>
            </a:r>
            <a:r>
              <a:rPr lang="it-IT" sz="1400" err="1"/>
              <a:t>instead</a:t>
            </a:r>
            <a:r>
              <a:rPr lang="it-IT" sz="1400"/>
              <a:t> of </a:t>
            </a:r>
            <a:r>
              <a:rPr lang="it-IT" sz="1400" err="1"/>
              <a:t>solid</a:t>
            </a:r>
            <a:r>
              <a:rPr lang="it-IT" sz="1400"/>
              <a:t> lines, </a:t>
            </a:r>
            <a:r>
              <a:rPr lang="it-IT" sz="1400" b="1" err="1"/>
              <a:t>visually</a:t>
            </a:r>
            <a:r>
              <a:rPr lang="it-IT" sz="1400" b="1"/>
              <a:t> </a:t>
            </a:r>
            <a:r>
              <a:rPr lang="it-IT" sz="1400" b="1" err="1"/>
              <a:t>proving</a:t>
            </a:r>
            <a:r>
              <a:rPr lang="it-IT" sz="1400" b="1"/>
              <a:t> </a:t>
            </a:r>
            <a:r>
              <a:rPr lang="it-IT" sz="1400" b="1" err="1"/>
              <a:t>that</a:t>
            </a:r>
            <a:r>
              <a:rPr lang="it-IT" sz="1400" b="1"/>
              <a:t> </a:t>
            </a:r>
            <a:r>
              <a:rPr lang="it-IT" sz="1400" b="1" err="1"/>
              <a:t>factors</a:t>
            </a:r>
            <a:r>
              <a:rPr lang="it-IT" sz="1400" b="1"/>
              <a:t> switch </a:t>
            </a:r>
            <a:r>
              <a:rPr lang="it-IT" sz="1400" b="1" err="1"/>
              <a:t>frequently</a:t>
            </a:r>
            <a:r>
              <a:rPr lang="it-IT" sz="1400"/>
              <a:t> </a:t>
            </a:r>
            <a:r>
              <a:rPr lang="it-IT" sz="1400" err="1"/>
              <a:t>between</a:t>
            </a:r>
            <a:r>
              <a:rPr lang="it-IT" sz="1400"/>
              <a:t> Long and Short </a:t>
            </a:r>
            <a:r>
              <a:rPr lang="it-IT" sz="1400" err="1"/>
              <a:t>rather</a:t>
            </a:r>
            <a:r>
              <a:rPr lang="it-IT" sz="1400"/>
              <a:t> </a:t>
            </a:r>
            <a:r>
              <a:rPr lang="it-IT" sz="1400" err="1"/>
              <a:t>than</a:t>
            </a:r>
            <a:r>
              <a:rPr lang="it-IT" sz="1400"/>
              <a:t> </a:t>
            </a:r>
            <a:r>
              <a:rPr lang="it-IT" sz="1400" err="1"/>
              <a:t>staying</a:t>
            </a:r>
            <a:r>
              <a:rPr lang="it-IT" sz="1400"/>
              <a:t> </a:t>
            </a:r>
            <a:r>
              <a:rPr lang="it-IT" sz="1400" err="1"/>
              <a:t>stable</a:t>
            </a:r>
            <a:r>
              <a:rPr lang="it-IT" sz="1400"/>
              <a:t>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err="1"/>
              <a:t>Even</a:t>
            </a:r>
            <a:r>
              <a:rPr lang="it-IT" sz="1400"/>
              <a:t> the </a:t>
            </a:r>
            <a:r>
              <a:rPr lang="it-IT" sz="1400" err="1"/>
              <a:t>most</a:t>
            </a:r>
            <a:r>
              <a:rPr lang="it-IT" sz="1400"/>
              <a:t> </a:t>
            </a:r>
            <a:r>
              <a:rPr lang="it-IT" sz="1400" err="1"/>
              <a:t>consistent</a:t>
            </a:r>
            <a:r>
              <a:rPr lang="it-IT" sz="1400"/>
              <a:t> </a:t>
            </a:r>
            <a:r>
              <a:rPr lang="it-IT" sz="1400" err="1"/>
              <a:t>factors</a:t>
            </a:r>
            <a:r>
              <a:rPr lang="it-IT" sz="1400"/>
              <a:t> are </a:t>
            </a:r>
            <a:r>
              <a:rPr lang="it-IT" sz="1400" err="1"/>
              <a:t>only</a:t>
            </a:r>
            <a:r>
              <a:rPr lang="it-IT" sz="1400"/>
              <a:t> in </a:t>
            </a:r>
            <a:r>
              <a:rPr lang="it-IT" sz="1400" err="1"/>
              <a:t>their</a:t>
            </a:r>
            <a:r>
              <a:rPr lang="it-IT" sz="1400"/>
              <a:t> </a:t>
            </a:r>
            <a:r>
              <a:rPr lang="it-IT" sz="1400" err="1"/>
              <a:t>expected</a:t>
            </a:r>
            <a:r>
              <a:rPr lang="it-IT" sz="1400"/>
              <a:t> quartile </a:t>
            </a:r>
            <a:r>
              <a:rPr lang="it-IT" sz="1400" err="1"/>
              <a:t>roughly</a:t>
            </a:r>
            <a:r>
              <a:rPr lang="it-IT" sz="1400"/>
              <a:t> </a:t>
            </a:r>
            <a:r>
              <a:rPr lang="it-IT" sz="1400" b="1"/>
              <a:t>30/40% of the time</a:t>
            </a:r>
            <a:r>
              <a:rPr lang="it-IT" sz="1400"/>
              <a:t>, </a:t>
            </a:r>
            <a:r>
              <a:rPr lang="it-IT" sz="1400" err="1"/>
              <a:t>meaning</a:t>
            </a:r>
            <a:r>
              <a:rPr lang="it-IT" sz="1400"/>
              <a:t> </a:t>
            </a:r>
            <a:r>
              <a:rPr lang="it-IT" sz="1400" b="1" err="1"/>
              <a:t>they</a:t>
            </a:r>
            <a:r>
              <a:rPr lang="it-IT" sz="1400" b="1"/>
              <a:t> are </a:t>
            </a:r>
            <a:r>
              <a:rPr lang="it-IT" sz="1400" b="1" err="1"/>
              <a:t>neutral</a:t>
            </a:r>
            <a:r>
              <a:rPr lang="it-IT" sz="1400" b="1"/>
              <a:t> or </a:t>
            </a:r>
            <a:r>
              <a:rPr lang="it-IT" sz="1400" b="1" err="1"/>
              <a:t>reversed</a:t>
            </a:r>
            <a:r>
              <a:rPr lang="it-IT" sz="1400" b="1"/>
              <a:t> the </a:t>
            </a:r>
            <a:r>
              <a:rPr lang="it-IT" sz="1400" b="1" err="1"/>
              <a:t>majority</a:t>
            </a:r>
            <a:r>
              <a:rPr lang="it-IT" sz="1400" b="1"/>
              <a:t> of the time</a:t>
            </a:r>
            <a:r>
              <a:rPr lang="it-IT" sz="1400"/>
              <a:t>.</a:t>
            </a:r>
          </a:p>
          <a:p>
            <a:endParaRPr lang="it-IT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err="1"/>
              <a:t>Example</a:t>
            </a:r>
            <a:r>
              <a:rPr lang="it-IT" sz="1400"/>
              <a:t>: </a:t>
            </a:r>
            <a:r>
              <a:rPr lang="it-IT" sz="1400" b="1" err="1"/>
              <a:t>Low_Beta_BAB</a:t>
            </a:r>
            <a:r>
              <a:rPr lang="it-IT" sz="1400" b="1"/>
              <a:t> </a:t>
            </a:r>
            <a:r>
              <a:rPr lang="it-IT" sz="1400" err="1"/>
              <a:t>is</a:t>
            </a:r>
            <a:r>
              <a:rPr lang="it-IT" sz="1400"/>
              <a:t> the </a:t>
            </a:r>
            <a:r>
              <a:rPr lang="it-IT" sz="1400" b="1"/>
              <a:t>#1 Long candidate</a:t>
            </a:r>
            <a:r>
              <a:rPr lang="it-IT" sz="1400"/>
              <a:t> (37.0%) </a:t>
            </a:r>
            <a:r>
              <a:rPr lang="it-IT" sz="1400" err="1"/>
              <a:t>but</a:t>
            </a:r>
            <a:r>
              <a:rPr lang="it-IT" sz="1400"/>
              <a:t> </a:t>
            </a:r>
            <a:r>
              <a:rPr lang="it-IT" sz="1400" err="1"/>
              <a:t>simultaneously</a:t>
            </a:r>
            <a:r>
              <a:rPr lang="it-IT" sz="1400"/>
              <a:t> the </a:t>
            </a:r>
            <a:r>
              <a:rPr lang="it-IT" sz="1400" b="1"/>
              <a:t>#4 Short candidate </a:t>
            </a:r>
            <a:r>
              <a:rPr lang="it-IT" sz="1400"/>
              <a:t>(37.1%).</a:t>
            </a:r>
          </a:p>
        </p:txBody>
      </p:sp>
    </p:spTree>
    <p:extLst>
      <p:ext uri="{BB962C8B-B14F-4D97-AF65-F5344CB8AC3E}">
        <p14:creationId xmlns:p14="http://schemas.microsoft.com/office/powerpoint/2010/main" val="140468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945C690-FA3E-35CA-DE15-205DC7E2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795A5A-5A24-1C1C-550F-E356FCCD8B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FF5 + </a:t>
            </a:r>
            <a:r>
              <a:rPr lang="cs-CZ" err="1"/>
              <a:t>Momentum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4F43A-8A76-A289-5CC8-B05893B118A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 – DECEMBER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10982-16D4-2557-0B1E-E5F6C7FF0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2" y="1539881"/>
            <a:ext cx="5730506" cy="3993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77454E-B13F-0FB1-5CE7-A19EFE9F8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6415" y="1539881"/>
            <a:ext cx="5580021" cy="39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4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B6D06CD-12DF-E660-4AA2-D69ACF25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EAF3D9-393B-1FF9-5E40-E5961B79DF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FF5 + </a:t>
            </a:r>
            <a:r>
              <a:rPr lang="cs-CZ" err="1"/>
              <a:t>Momentum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25CE-D891-D07F-2959-24D3FECC8B6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</a:t>
            </a:r>
            <a:r>
              <a:rPr lang="cs-CZ" b="1">
                <a:solidFill>
                  <a:schemeClr val="bg1"/>
                </a:solidFill>
              </a:rPr>
              <a:t> – DECEMBER RESULTS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8C33B0-2340-2080-F033-0F36CF62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636" y="1518110"/>
            <a:ext cx="5477801" cy="37473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AA895C-0AA1-F7D0-B9CE-F24BD2A1C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666" y="1564173"/>
            <a:ext cx="4965550" cy="374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2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D0D077C-BBC4-50BB-B8D5-4ADB70A4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9B4717-E2AD-E2E7-AAE3-209F3ACAE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FF5 + </a:t>
            </a:r>
            <a:r>
              <a:rPr lang="cs-CZ" err="1"/>
              <a:t>Momentum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3DF72-F868-A9ED-BC33-1B269CEED30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</a:t>
            </a:r>
            <a:r>
              <a:rPr lang="cs-CZ" b="1">
                <a:solidFill>
                  <a:schemeClr val="bg1"/>
                </a:solidFill>
              </a:rPr>
              <a:t> – DECEMBER RESULTS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C1181AF-53D2-7B07-8B0F-2AF8B870A31B}"/>
              </a:ext>
            </a:extLst>
          </p:cNvPr>
          <p:cNvSpPr/>
          <p:nvPr/>
        </p:nvSpPr>
        <p:spPr>
          <a:xfrm>
            <a:off x="391887" y="5704936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 err="1"/>
              <a:t>We</a:t>
            </a:r>
            <a:r>
              <a:rPr lang="cs-CZ" sz="1600"/>
              <a:t> </a:t>
            </a:r>
            <a:r>
              <a:rPr lang="cs-CZ" sz="1600" err="1"/>
              <a:t>managed</a:t>
            </a:r>
            <a:r>
              <a:rPr lang="cs-CZ" sz="1600"/>
              <a:t> to </a:t>
            </a:r>
            <a:r>
              <a:rPr lang="cs-CZ" sz="1600" err="1"/>
              <a:t>replicate</a:t>
            </a:r>
            <a:r>
              <a:rPr lang="cs-CZ" sz="1600"/>
              <a:t> </a:t>
            </a:r>
            <a:r>
              <a:rPr lang="cs-CZ" sz="1600" err="1"/>
              <a:t>all</a:t>
            </a:r>
            <a:r>
              <a:rPr lang="cs-CZ" sz="1600"/>
              <a:t> 6 </a:t>
            </a:r>
            <a:r>
              <a:rPr lang="cs-CZ" sz="1600" err="1"/>
              <a:t>factors</a:t>
            </a:r>
            <a:r>
              <a:rPr lang="cs-CZ" sz="1600"/>
              <a:t> </a:t>
            </a:r>
            <a:r>
              <a:rPr lang="cs-CZ" sz="1600" err="1"/>
              <a:t>closely</a:t>
            </a:r>
            <a:r>
              <a:rPr lang="cs-CZ" sz="1600"/>
              <a:t>, </a:t>
            </a:r>
            <a:r>
              <a:rPr lang="cs-CZ" sz="1600" err="1"/>
              <a:t>with</a:t>
            </a:r>
            <a:r>
              <a:rPr lang="cs-CZ" sz="1600"/>
              <a:t> </a:t>
            </a:r>
            <a:r>
              <a:rPr lang="cs-CZ" sz="1600" err="1"/>
              <a:t>all</a:t>
            </a:r>
            <a:r>
              <a:rPr lang="cs-CZ" sz="1600"/>
              <a:t> </a:t>
            </a:r>
            <a:r>
              <a:rPr lang="cs-CZ" sz="1600" err="1"/>
              <a:t>Betas</a:t>
            </a:r>
            <a:r>
              <a:rPr lang="cs-CZ" sz="1600"/>
              <a:t> </a:t>
            </a:r>
            <a:r>
              <a:rPr lang="cs-CZ" sz="1600" err="1"/>
              <a:t>highly</a:t>
            </a:r>
            <a:r>
              <a:rPr lang="cs-CZ" sz="1600"/>
              <a:t> </a:t>
            </a:r>
            <a:r>
              <a:rPr lang="cs-CZ" sz="1600" err="1"/>
              <a:t>significant</a:t>
            </a:r>
            <a:r>
              <a:rPr lang="cs-CZ" sz="1600"/>
              <a:t> and </a:t>
            </a:r>
            <a:r>
              <a:rPr lang="cs-CZ" sz="1600" err="1"/>
              <a:t>close</a:t>
            </a:r>
            <a:r>
              <a:rPr lang="cs-CZ" sz="1600"/>
              <a:t> to 1, </a:t>
            </a:r>
            <a:r>
              <a:rPr lang="cs-CZ" sz="1600" err="1"/>
              <a:t>compared</a:t>
            </a:r>
            <a:r>
              <a:rPr lang="cs-CZ" sz="1600"/>
              <a:t> to </a:t>
            </a:r>
            <a:r>
              <a:rPr lang="cs-CZ" sz="1600" err="1"/>
              <a:t>the</a:t>
            </a:r>
            <a:r>
              <a:rPr lang="cs-CZ" sz="1600"/>
              <a:t> benchmark FF </a:t>
            </a:r>
            <a:r>
              <a:rPr lang="cs-CZ" sz="1600" err="1"/>
              <a:t>factors</a:t>
            </a:r>
            <a:r>
              <a:rPr lang="cs-CZ" sz="1600"/>
              <a:t>.</a:t>
            </a:r>
            <a:endParaRPr lang="it-IT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7B2CA-5993-CDDF-4023-DD0F36163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8688" y="1445982"/>
            <a:ext cx="9134622" cy="42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04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C00104D-8F1B-F4B0-DA89-6F3CB3A4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64BE6A-7272-94B6-7FDB-F02994B229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FF5 + </a:t>
            </a:r>
            <a:r>
              <a:rPr lang="cs-CZ" err="1"/>
              <a:t>Momentum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2A67B1-BD1E-0C22-C5C2-13220DFA09D9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 -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A7F0F-AEDB-F7C5-6935-A0367666A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1598894"/>
            <a:ext cx="4953483" cy="474573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C6F6FF-1DDB-E371-D955-A5581BFB6A28}"/>
              </a:ext>
            </a:extLst>
          </p:cNvPr>
          <p:cNvSpPr txBox="1"/>
          <p:nvPr/>
        </p:nvSpPr>
        <p:spPr>
          <a:xfrm>
            <a:off x="5345369" y="1748308"/>
            <a:ext cx="6211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b="1" u="sng" err="1"/>
              <a:t>Changes</a:t>
            </a:r>
            <a:r>
              <a:rPr lang="cs-CZ" sz="1400" b="1" u="sng"/>
              <a:t> to FF5 + </a:t>
            </a:r>
            <a:r>
              <a:rPr lang="cs-CZ" sz="1400" b="1" u="sng" err="1"/>
              <a:t>Momentum</a:t>
            </a:r>
            <a:r>
              <a:rPr lang="cs-CZ" sz="1400" b="1" u="sng"/>
              <a:t> </a:t>
            </a:r>
            <a:r>
              <a:rPr lang="cs-CZ" sz="1400" b="1" u="sng" err="1"/>
              <a:t>Replication</a:t>
            </a:r>
            <a:endParaRPr lang="cs-CZ" sz="1400" b="1" u="sn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400" err="1"/>
              <a:t>Motivated</a:t>
            </a:r>
            <a:r>
              <a:rPr lang="cs-CZ" sz="1400"/>
              <a:t> by </a:t>
            </a:r>
            <a:r>
              <a:rPr lang="cs-CZ" sz="1400" b="1"/>
              <a:t>Schwarz et al. (2024),</a:t>
            </a:r>
            <a:r>
              <a:rPr lang="cs-CZ" sz="1400"/>
              <a:t> </a:t>
            </a:r>
            <a:r>
              <a:rPr lang="cs-CZ" sz="1400" err="1"/>
              <a:t>we</a:t>
            </a:r>
            <a:r>
              <a:rPr lang="cs-CZ" sz="1400"/>
              <a:t> </a:t>
            </a:r>
            <a:r>
              <a:rPr lang="cs-CZ" sz="1400" err="1"/>
              <a:t>explored</a:t>
            </a:r>
            <a:r>
              <a:rPr lang="cs-CZ" sz="1400"/>
              <a:t> </a:t>
            </a:r>
            <a:r>
              <a:rPr lang="cs-CZ" sz="1400" err="1"/>
              <a:t>changes</a:t>
            </a:r>
            <a:r>
              <a:rPr lang="cs-CZ" sz="1400"/>
              <a:t> to </a:t>
            </a:r>
            <a:r>
              <a:rPr lang="cs-CZ" sz="1400" err="1"/>
              <a:t>the</a:t>
            </a:r>
            <a:r>
              <a:rPr lang="cs-CZ" sz="1400"/>
              <a:t> CRSP database &amp; </a:t>
            </a:r>
            <a:r>
              <a:rPr lang="cs-CZ" sz="1400" err="1"/>
              <a:t>other</a:t>
            </a:r>
            <a:r>
              <a:rPr lang="cs-CZ" sz="1400"/>
              <a:t> </a:t>
            </a:r>
            <a:r>
              <a:rPr lang="cs-CZ" sz="1400" err="1"/>
              <a:t>changes</a:t>
            </a:r>
            <a:r>
              <a:rPr lang="cs-CZ" sz="1400"/>
              <a:t> to </a:t>
            </a:r>
            <a:r>
              <a:rPr lang="cs-CZ" sz="1400" err="1"/>
              <a:t>the</a:t>
            </a:r>
            <a:r>
              <a:rPr lang="cs-CZ" sz="1400"/>
              <a:t> FF5 </a:t>
            </a:r>
            <a:r>
              <a:rPr lang="cs-CZ" sz="1400" err="1"/>
              <a:t>factor</a:t>
            </a:r>
            <a:r>
              <a:rPr lang="cs-CZ" sz="1400"/>
              <a:t> </a:t>
            </a:r>
            <a:r>
              <a:rPr lang="cs-CZ" sz="1400" err="1"/>
              <a:t>constructions</a:t>
            </a:r>
            <a:r>
              <a:rPr lang="cs-CZ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400" err="1"/>
              <a:t>We</a:t>
            </a:r>
            <a:r>
              <a:rPr lang="cs-CZ" sz="1400"/>
              <a:t> </a:t>
            </a:r>
            <a:r>
              <a:rPr lang="cs-CZ" sz="1400" err="1"/>
              <a:t>implemented</a:t>
            </a:r>
            <a:r>
              <a:rPr lang="cs-CZ" sz="1400"/>
              <a:t> </a:t>
            </a:r>
            <a:r>
              <a:rPr lang="cs-CZ" sz="1400" err="1"/>
              <a:t>the</a:t>
            </a:r>
            <a:r>
              <a:rPr lang="cs-CZ" sz="1400"/>
              <a:t> </a:t>
            </a:r>
            <a:r>
              <a:rPr lang="cs-CZ" sz="1400" err="1"/>
              <a:t>following</a:t>
            </a:r>
            <a:r>
              <a:rPr lang="cs-CZ" sz="1400"/>
              <a:t> </a:t>
            </a:r>
            <a:r>
              <a:rPr lang="cs-CZ" sz="1400" err="1"/>
              <a:t>changes</a:t>
            </a:r>
            <a:r>
              <a:rPr lang="cs-CZ" sz="140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cs-CZ" sz="1400" b="1" err="1"/>
              <a:t>Delisting</a:t>
            </a:r>
            <a:r>
              <a:rPr lang="cs-CZ" sz="1400" b="1"/>
              <a:t> </a:t>
            </a:r>
            <a:r>
              <a:rPr lang="cs-CZ" sz="1400" b="1" err="1"/>
              <a:t>Returns</a:t>
            </a:r>
            <a:r>
              <a:rPr lang="cs-CZ" sz="1400" b="1"/>
              <a:t>: </a:t>
            </a:r>
            <a:r>
              <a:rPr lang="cs-CZ" sz="1400" err="1"/>
              <a:t>follow</a:t>
            </a:r>
            <a:r>
              <a:rPr lang="cs-CZ" sz="1400"/>
              <a:t> </a:t>
            </a:r>
            <a:r>
              <a:rPr lang="cs-CZ" sz="1400" err="1"/>
              <a:t>Fama-French</a:t>
            </a:r>
            <a:r>
              <a:rPr lang="cs-CZ" sz="1400"/>
              <a:t> </a:t>
            </a:r>
            <a:r>
              <a:rPr lang="cs-CZ" sz="1400" err="1"/>
              <a:t>methodology</a:t>
            </a:r>
            <a:r>
              <a:rPr lang="cs-CZ" sz="1400"/>
              <a:t> – </a:t>
            </a:r>
            <a:r>
              <a:rPr lang="cs-CZ" sz="1400" err="1"/>
              <a:t>manually</a:t>
            </a:r>
            <a:r>
              <a:rPr lang="cs-CZ" sz="1400"/>
              <a:t> </a:t>
            </a:r>
            <a:r>
              <a:rPr lang="cs-CZ" sz="1400" err="1"/>
              <a:t>apply</a:t>
            </a:r>
            <a:r>
              <a:rPr lang="cs-CZ" sz="1400"/>
              <a:t> a return </a:t>
            </a:r>
            <a:r>
              <a:rPr lang="cs-CZ" sz="1400" err="1"/>
              <a:t>of</a:t>
            </a:r>
            <a:r>
              <a:rPr lang="cs-CZ" sz="1400"/>
              <a:t> -30% (</a:t>
            </a:r>
            <a:r>
              <a:rPr lang="cs-CZ" sz="1400" err="1"/>
              <a:t>for</a:t>
            </a:r>
            <a:r>
              <a:rPr lang="cs-CZ" sz="1400"/>
              <a:t> NYSE/AMEX) </a:t>
            </a:r>
            <a:r>
              <a:rPr lang="cs-CZ" sz="1400" err="1"/>
              <a:t>or</a:t>
            </a:r>
            <a:r>
              <a:rPr lang="cs-CZ" sz="1400"/>
              <a:t> -55% (NASDAQ) &amp; </a:t>
            </a:r>
            <a:r>
              <a:rPr lang="cs-CZ" sz="1400" err="1"/>
              <a:t>remove</a:t>
            </a:r>
            <a:r>
              <a:rPr lang="cs-CZ" sz="1400"/>
              <a:t> </a:t>
            </a:r>
            <a:r>
              <a:rPr lang="cs-CZ" sz="1400" err="1"/>
              <a:t>filtering</a:t>
            </a:r>
            <a:r>
              <a:rPr lang="cs-CZ" sz="1400"/>
              <a:t> </a:t>
            </a:r>
            <a:r>
              <a:rPr lang="cs-CZ" sz="1400" err="1"/>
              <a:t>based</a:t>
            </a:r>
            <a:r>
              <a:rPr lang="cs-CZ" sz="1400"/>
              <a:t> on </a:t>
            </a:r>
            <a:r>
              <a:rPr lang="cs-CZ" sz="1400" err="1"/>
              <a:t>trading</a:t>
            </a:r>
            <a:r>
              <a:rPr lang="cs-CZ" sz="1400"/>
              <a:t> status = „</a:t>
            </a:r>
            <a:r>
              <a:rPr lang="cs-CZ" sz="1400" err="1"/>
              <a:t>active</a:t>
            </a:r>
            <a:r>
              <a:rPr lang="cs-CZ" sz="1400"/>
              <a:t>“, as </a:t>
            </a:r>
            <a:r>
              <a:rPr lang="cs-CZ" sz="1400" err="1"/>
              <a:t>this</a:t>
            </a:r>
            <a:r>
              <a:rPr lang="cs-CZ" sz="1400"/>
              <a:t> </a:t>
            </a:r>
            <a:r>
              <a:rPr lang="cs-CZ" sz="1400" err="1"/>
              <a:t>dropped</a:t>
            </a:r>
            <a:r>
              <a:rPr lang="cs-CZ" sz="1400"/>
              <a:t> </a:t>
            </a:r>
            <a:r>
              <a:rPr lang="cs-CZ" sz="1400" err="1"/>
              <a:t>the</a:t>
            </a:r>
            <a:r>
              <a:rPr lang="cs-CZ" sz="1400"/>
              <a:t> return </a:t>
            </a:r>
            <a:r>
              <a:rPr lang="cs-CZ" sz="1400" err="1"/>
              <a:t>for</a:t>
            </a:r>
            <a:r>
              <a:rPr lang="cs-CZ" sz="1400"/>
              <a:t> </a:t>
            </a:r>
            <a:r>
              <a:rPr lang="cs-CZ" sz="1400" err="1"/>
              <a:t>the</a:t>
            </a:r>
            <a:r>
              <a:rPr lang="cs-CZ" sz="1400"/>
              <a:t> </a:t>
            </a:r>
            <a:r>
              <a:rPr lang="cs-CZ" sz="1400" err="1"/>
              <a:t>month</a:t>
            </a:r>
            <a:r>
              <a:rPr lang="cs-CZ" sz="1400"/>
              <a:t> </a:t>
            </a:r>
            <a:r>
              <a:rPr lang="cs-CZ" sz="1400" err="1"/>
              <a:t>of</a:t>
            </a:r>
            <a:r>
              <a:rPr lang="cs-CZ" sz="1400"/>
              <a:t> </a:t>
            </a:r>
            <a:r>
              <a:rPr lang="cs-CZ" sz="1400" err="1"/>
              <a:t>delisting</a:t>
            </a:r>
            <a:r>
              <a:rPr lang="cs-CZ" sz="140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cs-CZ" sz="1400" b="1"/>
              <a:t>FASB 109 </a:t>
            </a:r>
            <a:r>
              <a:rPr lang="cs-CZ" sz="1400" b="1" err="1"/>
              <a:t>Adjustment</a:t>
            </a:r>
            <a:r>
              <a:rPr lang="cs-CZ" sz="1400" b="1"/>
              <a:t> (HML):</a:t>
            </a:r>
            <a:r>
              <a:rPr lang="cs-CZ" sz="1400"/>
              <a:t> </a:t>
            </a:r>
            <a:r>
              <a:rPr lang="cs-CZ" sz="1400" err="1"/>
              <a:t>changes</a:t>
            </a:r>
            <a:r>
              <a:rPr lang="cs-CZ" sz="1400"/>
              <a:t> in </a:t>
            </a:r>
            <a:r>
              <a:rPr lang="cs-CZ" sz="1400" err="1"/>
              <a:t>deffered</a:t>
            </a:r>
            <a:r>
              <a:rPr lang="cs-CZ" sz="1400"/>
              <a:t> </a:t>
            </a:r>
            <a:r>
              <a:rPr lang="cs-CZ" sz="1400" err="1"/>
              <a:t>taxes</a:t>
            </a:r>
            <a:r>
              <a:rPr lang="cs-CZ" sz="1400"/>
              <a:t> </a:t>
            </a:r>
            <a:r>
              <a:rPr lang="cs-CZ" sz="1400" err="1"/>
              <a:t>accounting</a:t>
            </a:r>
            <a:r>
              <a:rPr lang="cs-CZ" sz="1400"/>
              <a:t> -&gt; FF </a:t>
            </a:r>
            <a:r>
              <a:rPr lang="cs-CZ" sz="1400" err="1"/>
              <a:t>states</a:t>
            </a:r>
            <a:r>
              <a:rPr lang="cs-CZ" sz="1400"/>
              <a:t>: </a:t>
            </a:r>
            <a:r>
              <a:rPr lang="en-GB" sz="1400" i="1"/>
              <a:t>"files produced from August 2016 on no longer add Deferred Taxes and Investment Tax Credit to BE for fiscal years ending in 1993 or later„</a:t>
            </a:r>
            <a:r>
              <a:rPr lang="cs-CZ" sz="1400" i="1"/>
              <a:t> -&gt; pre-1993 </a:t>
            </a:r>
            <a:r>
              <a:rPr lang="cs-CZ" sz="1400" i="1" err="1"/>
              <a:t>we</a:t>
            </a:r>
            <a:r>
              <a:rPr lang="cs-CZ" sz="1400" i="1"/>
              <a:t> </a:t>
            </a:r>
            <a:r>
              <a:rPr lang="cs-CZ" sz="1400" i="1" err="1"/>
              <a:t>add</a:t>
            </a:r>
            <a:r>
              <a:rPr lang="cs-CZ" sz="1400" i="1"/>
              <a:t> </a:t>
            </a:r>
            <a:r>
              <a:rPr lang="cs-CZ" sz="1400" i="1" err="1"/>
              <a:t>Deferred</a:t>
            </a:r>
            <a:r>
              <a:rPr lang="cs-CZ" sz="1400" i="1"/>
              <a:t> </a:t>
            </a:r>
            <a:r>
              <a:rPr lang="cs-CZ" sz="1400" i="1" err="1"/>
              <a:t>Taxes</a:t>
            </a:r>
            <a:r>
              <a:rPr lang="cs-CZ" sz="1400" i="1"/>
              <a:t> to </a:t>
            </a:r>
            <a:r>
              <a:rPr lang="cs-CZ" sz="1400" i="1" err="1"/>
              <a:t>the</a:t>
            </a:r>
            <a:r>
              <a:rPr lang="cs-CZ" sz="1400" i="1"/>
              <a:t> </a:t>
            </a:r>
            <a:r>
              <a:rPr lang="cs-CZ" sz="1400" i="1" err="1"/>
              <a:t>Book</a:t>
            </a:r>
            <a:r>
              <a:rPr lang="cs-CZ" sz="1400" i="1"/>
              <a:t> </a:t>
            </a:r>
            <a:r>
              <a:rPr lang="cs-CZ" sz="1400" i="1" err="1"/>
              <a:t>Equity</a:t>
            </a:r>
            <a:r>
              <a:rPr lang="cs-CZ" sz="1400" i="1"/>
              <a:t> </a:t>
            </a:r>
            <a:r>
              <a:rPr lang="cs-CZ" sz="1400" i="1" err="1"/>
              <a:t>formula</a:t>
            </a:r>
            <a:r>
              <a:rPr lang="cs-CZ" sz="1400" i="1"/>
              <a:t>; post-1993 </a:t>
            </a:r>
            <a:r>
              <a:rPr lang="cs-CZ" sz="1400" i="1" err="1"/>
              <a:t>we</a:t>
            </a:r>
            <a:r>
              <a:rPr lang="cs-CZ" sz="1400" i="1"/>
              <a:t> </a:t>
            </a:r>
            <a:r>
              <a:rPr lang="cs-CZ" sz="1400" i="1" err="1"/>
              <a:t>don‘t</a:t>
            </a:r>
            <a:r>
              <a:rPr lang="cs-CZ" sz="1400" i="1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cs-CZ" sz="1400" b="1" i="1" err="1"/>
              <a:t>Operating</a:t>
            </a:r>
            <a:r>
              <a:rPr lang="cs-CZ" sz="1400" b="1" i="1"/>
              <a:t> Profitability </a:t>
            </a:r>
            <a:r>
              <a:rPr lang="cs-CZ" sz="1400" b="1" i="1" err="1"/>
              <a:t>Revision</a:t>
            </a:r>
            <a:r>
              <a:rPr lang="cs-CZ" sz="1400" b="1" i="1"/>
              <a:t> (RMW):</a:t>
            </a:r>
            <a:r>
              <a:rPr lang="cs-CZ" sz="1400" i="1"/>
              <a:t> </a:t>
            </a:r>
            <a:r>
              <a:rPr lang="en-GB" sz="1400" i="1"/>
              <a:t>In August 2018, Ken French revised this definition to include Minority Interest</a:t>
            </a:r>
            <a:r>
              <a:rPr lang="cs-CZ" sz="1400" i="1"/>
              <a:t> in </a:t>
            </a:r>
            <a:r>
              <a:rPr lang="cs-CZ" sz="1400" i="1" err="1"/>
              <a:t>the</a:t>
            </a:r>
            <a:r>
              <a:rPr lang="cs-CZ" sz="1400" i="1"/>
              <a:t> </a:t>
            </a:r>
            <a:r>
              <a:rPr lang="cs-CZ" sz="1400" i="1" err="1"/>
              <a:t>formula</a:t>
            </a:r>
            <a:r>
              <a:rPr lang="cs-CZ" sz="1400" i="1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cs-CZ" sz="1400" b="1" i="1"/>
              <a:t>CMA </a:t>
            </a:r>
            <a:r>
              <a:rPr lang="cs-CZ" sz="1400" b="1" i="1" err="1"/>
              <a:t>universe</a:t>
            </a:r>
            <a:r>
              <a:rPr lang="cs-CZ" sz="1400" b="1" i="1"/>
              <a:t>:</a:t>
            </a:r>
            <a:r>
              <a:rPr lang="cs-CZ" sz="1400" i="1"/>
              <a:t> </a:t>
            </a:r>
            <a:r>
              <a:rPr lang="cs-CZ" sz="1400" i="1" err="1"/>
              <a:t>previously</a:t>
            </a:r>
            <a:r>
              <a:rPr lang="cs-CZ" sz="1400" i="1"/>
              <a:t>, </a:t>
            </a:r>
            <a:r>
              <a:rPr lang="cs-CZ" sz="1400" i="1" err="1"/>
              <a:t>we</a:t>
            </a:r>
            <a:r>
              <a:rPr lang="cs-CZ" sz="1400" i="1"/>
              <a:t> </a:t>
            </a:r>
            <a:r>
              <a:rPr lang="cs-CZ" sz="1400" i="1" err="1"/>
              <a:t>dropped</a:t>
            </a:r>
            <a:r>
              <a:rPr lang="cs-CZ" sz="1400" i="1"/>
              <a:t> </a:t>
            </a:r>
            <a:r>
              <a:rPr lang="cs-CZ" sz="1400" i="1" err="1"/>
              <a:t>firms</a:t>
            </a:r>
            <a:r>
              <a:rPr lang="cs-CZ" sz="1400" i="1"/>
              <a:t> </a:t>
            </a:r>
            <a:r>
              <a:rPr lang="cs-CZ" sz="1400" i="1" err="1"/>
              <a:t>without</a:t>
            </a:r>
            <a:r>
              <a:rPr lang="cs-CZ" sz="1400" i="1"/>
              <a:t> a </a:t>
            </a:r>
            <a:r>
              <a:rPr lang="cs-CZ" sz="1400" i="1" err="1"/>
              <a:t>valid</a:t>
            </a:r>
            <a:r>
              <a:rPr lang="cs-CZ" sz="1400" i="1"/>
              <a:t>, positive </a:t>
            </a:r>
            <a:r>
              <a:rPr lang="cs-CZ" sz="1400" i="1" err="1"/>
              <a:t>Book</a:t>
            </a:r>
            <a:r>
              <a:rPr lang="cs-CZ" sz="1400" i="1"/>
              <a:t> </a:t>
            </a:r>
            <a:r>
              <a:rPr lang="cs-CZ" sz="1400" i="1" err="1"/>
              <a:t>Equity</a:t>
            </a:r>
            <a:r>
              <a:rPr lang="cs-CZ" sz="1400" i="1"/>
              <a:t> and </a:t>
            </a:r>
            <a:r>
              <a:rPr lang="cs-CZ" sz="1400" i="1" err="1"/>
              <a:t>Operating</a:t>
            </a:r>
            <a:r>
              <a:rPr lang="cs-CZ" sz="1400" i="1"/>
              <a:t> Profitability (</a:t>
            </a:r>
            <a:r>
              <a:rPr lang="cs-CZ" sz="1400" i="1" err="1"/>
              <a:t>required</a:t>
            </a:r>
            <a:r>
              <a:rPr lang="cs-CZ" sz="1400" i="1"/>
              <a:t> </a:t>
            </a:r>
            <a:r>
              <a:rPr lang="cs-CZ" sz="1400" i="1" err="1"/>
              <a:t>for</a:t>
            </a:r>
            <a:r>
              <a:rPr lang="cs-CZ" sz="1400" i="1"/>
              <a:t> HML &amp; RMW) </a:t>
            </a:r>
            <a:r>
              <a:rPr lang="cs-CZ" sz="1400" i="1" err="1"/>
              <a:t>also</a:t>
            </a:r>
            <a:r>
              <a:rPr lang="cs-CZ" sz="1400" i="1"/>
              <a:t> </a:t>
            </a:r>
            <a:r>
              <a:rPr lang="cs-CZ" sz="1400" i="1" err="1"/>
              <a:t>for</a:t>
            </a:r>
            <a:r>
              <a:rPr lang="cs-CZ" sz="1400" i="1"/>
              <a:t> CMA.</a:t>
            </a:r>
            <a:endParaRPr lang="it-IT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400" err="1"/>
              <a:t>Note</a:t>
            </a:r>
            <a:r>
              <a:rPr lang="cs-CZ" sz="1400"/>
              <a:t>: </a:t>
            </a:r>
            <a:r>
              <a:rPr lang="cs-CZ" sz="1400" err="1"/>
              <a:t>changes</a:t>
            </a:r>
            <a:r>
              <a:rPr lang="cs-CZ" sz="1400"/>
              <a:t> to </a:t>
            </a:r>
            <a:r>
              <a:rPr lang="cs-CZ" sz="1400" b="1"/>
              <a:t>Dividend </a:t>
            </a:r>
            <a:r>
              <a:rPr lang="cs-CZ" sz="1400" b="1" err="1"/>
              <a:t>Reinvestment</a:t>
            </a:r>
            <a:r>
              <a:rPr lang="cs-CZ" sz="1400" b="1"/>
              <a:t> </a:t>
            </a:r>
            <a:r>
              <a:rPr lang="cs-CZ" sz="1400" err="1"/>
              <a:t>assumptions</a:t>
            </a:r>
            <a:r>
              <a:rPr lang="cs-CZ" sz="1400"/>
              <a:t> are </a:t>
            </a:r>
            <a:r>
              <a:rPr lang="cs-CZ" sz="1400" err="1"/>
              <a:t>unlikely</a:t>
            </a:r>
            <a:r>
              <a:rPr lang="cs-CZ" sz="1400"/>
              <a:t> to </a:t>
            </a:r>
            <a:r>
              <a:rPr lang="cs-CZ" sz="1400" err="1"/>
              <a:t>create</a:t>
            </a:r>
            <a:r>
              <a:rPr lang="cs-CZ" sz="1400"/>
              <a:t> a </a:t>
            </a:r>
            <a:r>
              <a:rPr lang="cs-CZ" sz="1400" err="1"/>
              <a:t>systematic</a:t>
            </a:r>
            <a:r>
              <a:rPr lang="cs-CZ" sz="1400"/>
              <a:t> </a:t>
            </a:r>
            <a:r>
              <a:rPr lang="cs-CZ" sz="1400" err="1"/>
              <a:t>difference</a:t>
            </a:r>
            <a:r>
              <a:rPr lang="cs-CZ" sz="1400"/>
              <a:t> in </a:t>
            </a:r>
            <a:r>
              <a:rPr lang="cs-CZ" sz="1400" err="1"/>
              <a:t>factor</a:t>
            </a:r>
            <a:r>
              <a:rPr lang="cs-CZ" sz="1400"/>
              <a:t> </a:t>
            </a:r>
            <a:r>
              <a:rPr lang="cs-CZ" sz="1400" err="1"/>
              <a:t>returns</a:t>
            </a:r>
            <a:r>
              <a:rPr lang="cs-CZ" sz="1400"/>
              <a:t> and </a:t>
            </a:r>
            <a:r>
              <a:rPr lang="cs-CZ" sz="1400" err="1"/>
              <a:t>should</a:t>
            </a:r>
            <a:r>
              <a:rPr lang="cs-CZ" sz="1400"/>
              <a:t> </a:t>
            </a:r>
            <a:r>
              <a:rPr lang="cs-CZ" sz="1400" err="1"/>
              <a:t>cancel</a:t>
            </a:r>
            <a:r>
              <a:rPr lang="cs-CZ" sz="1400"/>
              <a:t> out </a:t>
            </a:r>
            <a:r>
              <a:rPr lang="cs-CZ" sz="1400" err="1"/>
              <a:t>over</a:t>
            </a:r>
            <a:r>
              <a:rPr lang="cs-CZ" sz="1400"/>
              <a:t> </a:t>
            </a:r>
            <a:r>
              <a:rPr lang="cs-CZ" sz="1400" err="1"/>
              <a:t>longer</a:t>
            </a:r>
            <a:r>
              <a:rPr lang="cs-CZ" sz="1400"/>
              <a:t> </a:t>
            </a:r>
            <a:r>
              <a:rPr lang="cs-CZ" sz="1400" err="1"/>
              <a:t>time</a:t>
            </a:r>
            <a:r>
              <a:rPr lang="cs-CZ" sz="1400"/>
              <a:t> </a:t>
            </a:r>
            <a:r>
              <a:rPr lang="cs-CZ" sz="1400" err="1"/>
              <a:t>horizons</a:t>
            </a:r>
            <a:r>
              <a:rPr lang="cs-CZ" sz="1400"/>
              <a:t>, as </a:t>
            </a:r>
            <a:r>
              <a:rPr lang="cs-CZ" sz="1400" err="1"/>
              <a:t>they</a:t>
            </a:r>
            <a:r>
              <a:rPr lang="cs-CZ" sz="1400"/>
              <a:t> are </a:t>
            </a:r>
            <a:r>
              <a:rPr lang="cs-CZ" sz="1400" err="1"/>
              <a:t>strongly</a:t>
            </a:r>
            <a:r>
              <a:rPr lang="cs-CZ" sz="1400"/>
              <a:t> </a:t>
            </a:r>
            <a:r>
              <a:rPr lang="cs-CZ" sz="1400" err="1"/>
              <a:t>idiosyncratic</a:t>
            </a:r>
            <a:r>
              <a:rPr lang="cs-CZ" sz="1400"/>
              <a:t> -&gt; </a:t>
            </a:r>
            <a:r>
              <a:rPr lang="cs-CZ" sz="1400" err="1"/>
              <a:t>we</a:t>
            </a:r>
            <a:r>
              <a:rPr lang="cs-CZ" sz="1400"/>
              <a:t> </a:t>
            </a:r>
            <a:r>
              <a:rPr lang="cs-CZ" sz="1400" err="1"/>
              <a:t>did</a:t>
            </a:r>
            <a:r>
              <a:rPr lang="cs-CZ" sz="1400"/>
              <a:t> not </a:t>
            </a:r>
            <a:r>
              <a:rPr lang="cs-CZ" sz="1400" err="1"/>
              <a:t>implement</a:t>
            </a:r>
            <a:r>
              <a:rPr lang="cs-CZ" sz="1400"/>
              <a:t> </a:t>
            </a:r>
            <a:r>
              <a:rPr lang="cs-CZ" sz="1400" err="1"/>
              <a:t>them</a:t>
            </a:r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323005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7803E5A5-E2FE-5E06-0AD7-E80249A7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C423B5-9098-476C-D6E7-417BEE5C22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FF5 + </a:t>
            </a:r>
            <a:r>
              <a:rPr lang="cs-CZ" err="1"/>
              <a:t>Momentum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9216F1-C3E8-330D-18CC-0A79A26527C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 - UPDATE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E6D503DE-BC5F-C533-A001-06755791CD4A}"/>
              </a:ext>
            </a:extLst>
          </p:cNvPr>
          <p:cNvSpPr/>
          <p:nvPr/>
        </p:nvSpPr>
        <p:spPr>
          <a:xfrm>
            <a:off x="391887" y="5704936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/>
              <a:t>SMB, CMA and HML </a:t>
            </a:r>
            <a:r>
              <a:rPr lang="cs-CZ" sz="1600" err="1"/>
              <a:t>improved</a:t>
            </a:r>
            <a:r>
              <a:rPr lang="cs-CZ" sz="1600"/>
              <a:t> </a:t>
            </a:r>
            <a:r>
              <a:rPr lang="cs-CZ" sz="1600" err="1"/>
              <a:t>significantly</a:t>
            </a:r>
            <a:r>
              <a:rPr lang="cs-CZ" sz="1600"/>
              <a:t> </a:t>
            </a:r>
            <a:r>
              <a:rPr lang="cs-CZ" sz="1600" err="1"/>
              <a:t>after</a:t>
            </a:r>
            <a:r>
              <a:rPr lang="cs-CZ" sz="1600"/>
              <a:t> </a:t>
            </a:r>
            <a:r>
              <a:rPr lang="cs-CZ" sz="1600" err="1"/>
              <a:t>the</a:t>
            </a:r>
            <a:r>
              <a:rPr lang="cs-CZ" sz="1600"/>
              <a:t> </a:t>
            </a:r>
            <a:r>
              <a:rPr lang="cs-CZ" sz="1600" err="1"/>
              <a:t>changes</a:t>
            </a:r>
            <a:r>
              <a:rPr lang="cs-CZ" sz="1600"/>
              <a:t> </a:t>
            </a:r>
            <a:r>
              <a:rPr lang="cs-CZ" sz="1600" err="1"/>
              <a:t>applied</a:t>
            </a:r>
            <a:r>
              <a:rPr lang="cs-CZ" sz="1600"/>
              <a:t> to </a:t>
            </a:r>
            <a:r>
              <a:rPr lang="cs-CZ" sz="1600" err="1"/>
              <a:t>the</a:t>
            </a:r>
            <a:r>
              <a:rPr lang="cs-CZ" sz="1600"/>
              <a:t> </a:t>
            </a:r>
            <a:r>
              <a:rPr lang="cs-CZ" sz="1600" err="1"/>
              <a:t>replication</a:t>
            </a:r>
            <a:r>
              <a:rPr lang="cs-CZ" sz="1600"/>
              <a:t> </a:t>
            </a:r>
            <a:r>
              <a:rPr lang="cs-CZ" sz="1600" err="1"/>
              <a:t>of</a:t>
            </a:r>
            <a:r>
              <a:rPr lang="cs-CZ" sz="1600"/>
              <a:t> FF5+Momentum </a:t>
            </a:r>
            <a:r>
              <a:rPr lang="cs-CZ" sz="1600" err="1"/>
              <a:t>factors</a:t>
            </a:r>
            <a:r>
              <a:rPr lang="cs-CZ" sz="1600"/>
              <a:t> </a:t>
            </a:r>
            <a:r>
              <a:rPr lang="cs-CZ" sz="1600" err="1"/>
              <a:t>since</a:t>
            </a:r>
            <a:r>
              <a:rPr lang="cs-CZ" sz="1600"/>
              <a:t> </a:t>
            </a:r>
            <a:r>
              <a:rPr lang="cs-CZ" sz="1600" err="1"/>
              <a:t>the</a:t>
            </a:r>
            <a:r>
              <a:rPr lang="cs-CZ" sz="1600"/>
              <a:t> last meeting.</a:t>
            </a:r>
            <a:endParaRPr lang="it-IT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A9382-5B1D-EFA3-86B3-0485E627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287" y="1408214"/>
            <a:ext cx="7599426" cy="429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26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B65C0C1-5E60-3087-63F5-E012E23F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A51CCA-15D8-6A2D-3637-685D197D2A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FF5 + </a:t>
            </a:r>
            <a:r>
              <a:rPr lang="cs-CZ" err="1"/>
              <a:t>Momentum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543A0-998A-B498-BA7E-BBD8A78474F4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 - UPDATE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766EEE6-75A0-559A-E8FC-D0E8FBF5F852}"/>
              </a:ext>
            </a:extLst>
          </p:cNvPr>
          <p:cNvSpPr/>
          <p:nvPr/>
        </p:nvSpPr>
        <p:spPr>
          <a:xfrm>
            <a:off x="391887" y="5704936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600"/>
              <a:t>Post-2000, </a:t>
            </a:r>
            <a:r>
              <a:rPr lang="cs-CZ" sz="1600" err="1"/>
              <a:t>the</a:t>
            </a:r>
            <a:r>
              <a:rPr lang="cs-CZ" sz="1600"/>
              <a:t> </a:t>
            </a:r>
            <a:r>
              <a:rPr lang="cs-CZ" sz="1600" err="1"/>
              <a:t>replicated</a:t>
            </a:r>
            <a:r>
              <a:rPr lang="cs-CZ" sz="1600"/>
              <a:t> </a:t>
            </a:r>
            <a:r>
              <a:rPr lang="cs-CZ" sz="1600" err="1"/>
              <a:t>versions</a:t>
            </a:r>
            <a:r>
              <a:rPr lang="cs-CZ" sz="1600"/>
              <a:t> </a:t>
            </a:r>
            <a:r>
              <a:rPr lang="cs-CZ" sz="1600" err="1"/>
              <a:t>of</a:t>
            </a:r>
            <a:r>
              <a:rPr lang="cs-CZ" sz="1600"/>
              <a:t> </a:t>
            </a:r>
            <a:r>
              <a:rPr lang="cs-CZ" sz="1600" err="1"/>
              <a:t>the</a:t>
            </a:r>
            <a:r>
              <a:rPr lang="cs-CZ" sz="1600"/>
              <a:t> FF5+Momentum </a:t>
            </a:r>
            <a:r>
              <a:rPr lang="cs-CZ" sz="1600" err="1"/>
              <a:t>factors</a:t>
            </a:r>
            <a:r>
              <a:rPr lang="cs-CZ" sz="1600"/>
              <a:t> are </a:t>
            </a:r>
            <a:r>
              <a:rPr lang="cs-CZ" sz="1600" err="1"/>
              <a:t>tracking</a:t>
            </a:r>
            <a:r>
              <a:rPr lang="cs-CZ" sz="1600"/>
              <a:t> </a:t>
            </a:r>
            <a:r>
              <a:rPr lang="cs-CZ" sz="1600" err="1"/>
              <a:t>the</a:t>
            </a:r>
            <a:r>
              <a:rPr lang="cs-CZ" sz="1600"/>
              <a:t> </a:t>
            </a:r>
            <a:r>
              <a:rPr lang="cs-CZ" sz="1600" err="1"/>
              <a:t>original</a:t>
            </a:r>
            <a:r>
              <a:rPr lang="cs-CZ" sz="1600"/>
              <a:t> </a:t>
            </a:r>
            <a:r>
              <a:rPr lang="cs-CZ" sz="1600" err="1"/>
              <a:t>versions</a:t>
            </a:r>
            <a:r>
              <a:rPr lang="cs-CZ" sz="1600"/>
              <a:t> very </a:t>
            </a:r>
            <a:r>
              <a:rPr lang="cs-CZ" sz="1600" err="1"/>
              <a:t>closely</a:t>
            </a:r>
            <a:r>
              <a:rPr lang="cs-CZ" sz="1600"/>
              <a:t> (</a:t>
            </a:r>
            <a:r>
              <a:rPr lang="cs-CZ" sz="1600" err="1"/>
              <a:t>with</a:t>
            </a:r>
            <a:r>
              <a:rPr lang="cs-CZ" sz="1600"/>
              <a:t> </a:t>
            </a:r>
            <a:r>
              <a:rPr lang="cs-CZ" sz="1600" err="1"/>
              <a:t>some</a:t>
            </a:r>
            <a:r>
              <a:rPr lang="cs-CZ" sz="1600"/>
              <a:t> magnitude </a:t>
            </a:r>
            <a:r>
              <a:rPr lang="cs-CZ" sz="1600" err="1"/>
              <a:t>differences</a:t>
            </a:r>
            <a:r>
              <a:rPr lang="cs-CZ" sz="1600"/>
              <a:t> </a:t>
            </a:r>
            <a:r>
              <a:rPr lang="cs-CZ" sz="1600" err="1"/>
              <a:t>for</a:t>
            </a:r>
            <a:r>
              <a:rPr lang="cs-CZ" sz="1600"/>
              <a:t> CMA </a:t>
            </a:r>
            <a:r>
              <a:rPr lang="cs-CZ" sz="1600" err="1"/>
              <a:t>still</a:t>
            </a:r>
            <a:r>
              <a:rPr lang="cs-CZ" sz="1600"/>
              <a:t> </a:t>
            </a:r>
            <a:r>
              <a:rPr lang="cs-CZ" sz="1600" err="1"/>
              <a:t>present</a:t>
            </a:r>
            <a:r>
              <a:rPr lang="cs-CZ" sz="1600"/>
              <a:t>).</a:t>
            </a:r>
            <a:endParaRPr lang="it-IT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6BB35-FFFE-050B-A44F-96A26E351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788" y="1404258"/>
            <a:ext cx="7606423" cy="43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D8C98FD4-4A23-6BD6-330D-42FEEE05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DC7B10-0F10-483E-5CF4-6B0F1FF69F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Replicating</a:t>
            </a:r>
            <a:r>
              <a:rPr lang="cs-CZ"/>
              <a:t> </a:t>
            </a:r>
            <a:r>
              <a:rPr lang="cs-CZ" err="1"/>
              <a:t>Further</a:t>
            </a:r>
            <a:r>
              <a:rPr lang="cs-CZ"/>
              <a:t> </a:t>
            </a:r>
            <a:r>
              <a:rPr lang="cs-CZ" err="1"/>
              <a:t>Factors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D12858-B7C2-AF67-C030-33093117CF74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 - UPDATE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49DB383-84DA-FA8A-AD8D-A0013CE3A5DF}"/>
              </a:ext>
            </a:extLst>
          </p:cNvPr>
          <p:cNvSpPr/>
          <p:nvPr/>
        </p:nvSpPr>
        <p:spPr>
          <a:xfrm>
            <a:off x="391887" y="5704936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err="1"/>
              <a:t>We</a:t>
            </a:r>
            <a:r>
              <a:rPr lang="it-IT" sz="1600"/>
              <a:t> </a:t>
            </a:r>
            <a:r>
              <a:rPr lang="it-IT" sz="1600" err="1"/>
              <a:t>replicated</a:t>
            </a:r>
            <a:r>
              <a:rPr lang="it-IT" sz="1600"/>
              <a:t> 6 </a:t>
            </a:r>
            <a:r>
              <a:rPr lang="it-IT" sz="1600" err="1"/>
              <a:t>additional</a:t>
            </a:r>
            <a:r>
              <a:rPr lang="it-IT" sz="1600"/>
              <a:t> </a:t>
            </a:r>
            <a:r>
              <a:rPr lang="it-IT" sz="1600" err="1"/>
              <a:t>factors</a:t>
            </a:r>
            <a:r>
              <a:rPr lang="it-IT" sz="1600"/>
              <a:t> with moderate success, work and debugging in progress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2FACEE-0BBD-A043-4B44-5F2DC2BFD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71" y="1469015"/>
            <a:ext cx="3108811" cy="2095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E11076-A7A8-A9B0-F53E-D2967A046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490" y="3544578"/>
            <a:ext cx="3108812" cy="2095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8EFA5F-8692-EDD6-3D7B-97DFE41F0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679" y="3564398"/>
            <a:ext cx="3108812" cy="2095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CB22AA-7660-AAD0-92BC-7E41A0A199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8868" y="3609553"/>
            <a:ext cx="3108812" cy="2095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90140D-89FD-2E95-B3B4-73E6D00AC2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7679" y="1479332"/>
            <a:ext cx="3108813" cy="2095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22087A-6BD2-4EB4-9DCD-C8397C7A0D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6490" y="1469013"/>
            <a:ext cx="3108813" cy="209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19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AF2CC0-AF32-3D96-45F7-A461EACC8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Net Positions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53598-A0C0-2F3E-72B0-0DC0CB5D9A2F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Database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FD638D-64EC-C498-7D8A-15823F10B0D4}"/>
              </a:ext>
            </a:extLst>
          </p:cNvPr>
          <p:cNvSpPr/>
          <p:nvPr/>
        </p:nvSpPr>
        <p:spPr>
          <a:xfrm>
            <a:off x="608181" y="3095297"/>
            <a:ext cx="1944414" cy="150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WRDS</a:t>
            </a:r>
          </a:p>
          <a:p>
            <a:pPr algn="ctr"/>
            <a:r>
              <a:rPr lang="en-US"/>
              <a:t>Data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8EA7C4-A955-EF1D-F228-04910215F2D0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552595" y="3846786"/>
            <a:ext cx="111551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F11675-BF74-FA3A-E794-9AE904601985}"/>
              </a:ext>
            </a:extLst>
          </p:cNvPr>
          <p:cNvSpPr/>
          <p:nvPr/>
        </p:nvSpPr>
        <p:spPr>
          <a:xfrm>
            <a:off x="3668110" y="3212036"/>
            <a:ext cx="1944414" cy="150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SQLLite</a:t>
            </a:r>
            <a:endParaRPr lang="en-US"/>
          </a:p>
          <a:p>
            <a:pPr algn="ctr"/>
            <a:r>
              <a:rPr lang="en-US"/>
              <a:t>DB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14DBAF-204B-9E18-4583-B51B9612E9DA}"/>
              </a:ext>
            </a:extLst>
          </p:cNvPr>
          <p:cNvSpPr/>
          <p:nvPr/>
        </p:nvSpPr>
        <p:spPr>
          <a:xfrm>
            <a:off x="9477966" y="1926021"/>
            <a:ext cx="1944414" cy="150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Factor </a:t>
            </a:r>
          </a:p>
          <a:p>
            <a:pPr algn="ctr"/>
            <a:r>
              <a:rPr lang="en-US"/>
              <a:t>Returns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371478-0D92-003C-2D2E-8FF6CA38C6C5}"/>
              </a:ext>
            </a:extLst>
          </p:cNvPr>
          <p:cNvSpPr/>
          <p:nvPr/>
        </p:nvSpPr>
        <p:spPr>
          <a:xfrm>
            <a:off x="9477966" y="4702252"/>
            <a:ext cx="1944414" cy="150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Net </a:t>
            </a:r>
          </a:p>
          <a:p>
            <a:pPr algn="ctr"/>
            <a:r>
              <a:rPr lang="en-US"/>
              <a:t>Positions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5F3917-3CCA-62DB-D9B5-60657990AC7A}"/>
              </a:ext>
            </a:extLst>
          </p:cNvPr>
          <p:cNvSpPr/>
          <p:nvPr/>
        </p:nvSpPr>
        <p:spPr>
          <a:xfrm>
            <a:off x="6418037" y="3212035"/>
            <a:ext cx="1944414" cy="15029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Constructed </a:t>
            </a:r>
          </a:p>
          <a:p>
            <a:pPr algn="ctr"/>
            <a:r>
              <a:rPr lang="en-US"/>
              <a:t>Factors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04B4CE-B7A0-58E5-E006-1D05E9B099DE}"/>
              </a:ext>
            </a:extLst>
          </p:cNvPr>
          <p:cNvCxnSpPr>
            <a:cxnSpLocks/>
          </p:cNvCxnSpPr>
          <p:nvPr/>
        </p:nvCxnSpPr>
        <p:spPr>
          <a:xfrm flipV="1">
            <a:off x="5457523" y="3943626"/>
            <a:ext cx="111551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E51567-103B-4F93-13D0-4D271BC13FEC}"/>
              </a:ext>
            </a:extLst>
          </p:cNvPr>
          <p:cNvCxnSpPr>
            <a:stCxn id="18" idx="0"/>
          </p:cNvCxnSpPr>
          <p:nvPr/>
        </p:nvCxnSpPr>
        <p:spPr>
          <a:xfrm flipV="1">
            <a:off x="7390244" y="2677510"/>
            <a:ext cx="0" cy="534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3EF021-E519-34E8-4E67-CFA349CC0BE6}"/>
              </a:ext>
            </a:extLst>
          </p:cNvPr>
          <p:cNvCxnSpPr>
            <a:endCxn id="9" idx="1"/>
          </p:cNvCxnSpPr>
          <p:nvPr/>
        </p:nvCxnSpPr>
        <p:spPr>
          <a:xfrm>
            <a:off x="7390244" y="2677510"/>
            <a:ext cx="208772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52F7F7-8159-21AA-E852-14B055BECAA5}"/>
              </a:ext>
            </a:extLst>
          </p:cNvPr>
          <p:cNvCxnSpPr>
            <a:stCxn id="18" idx="2"/>
          </p:cNvCxnSpPr>
          <p:nvPr/>
        </p:nvCxnSpPr>
        <p:spPr>
          <a:xfrm>
            <a:off x="7390244" y="4715014"/>
            <a:ext cx="0" cy="771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BFF1B55-B044-FBAB-2E7D-9EE16D9824AD}"/>
              </a:ext>
            </a:extLst>
          </p:cNvPr>
          <p:cNvCxnSpPr>
            <a:cxnSpLocks/>
          </p:cNvCxnSpPr>
          <p:nvPr/>
        </p:nvCxnSpPr>
        <p:spPr>
          <a:xfrm>
            <a:off x="7390244" y="5486400"/>
            <a:ext cx="20877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412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76D1-DB46-7F10-C696-27596EBA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502F15-BFBC-94B3-39B2-0F1C7E6839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Net Positions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99F9AD-DCCC-07BC-841F-4A463FEE900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Database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BA104-AF1D-D1EB-3882-F127F290322E}"/>
              </a:ext>
            </a:extLst>
          </p:cNvPr>
          <p:cNvSpPr txBox="1"/>
          <p:nvPr/>
        </p:nvSpPr>
        <p:spPr>
          <a:xfrm>
            <a:off x="391886" y="1671145"/>
            <a:ext cx="112582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One source of truth: all factors pull the </a:t>
            </a:r>
            <a:r>
              <a:rPr lang="en-IE" i="1"/>
              <a:t>same</a:t>
            </a:r>
            <a:r>
              <a:rPr lang="en-IE"/>
              <a:t> CRSP/CompStat/link-table inputs → consistent results</a:t>
            </a:r>
          </a:p>
          <a:p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Faster + more stable: avoids repeated WRDS pulls (timeouts, credentials, differing filters)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Standardized outputs: every factor writes the same schema </a:t>
            </a:r>
            <a:r>
              <a:rPr lang="en-IE" err="1"/>
              <a:t>factor_returns</a:t>
            </a:r>
            <a:r>
              <a:rPr lang="en-IE"/>
              <a:t> &amp; </a:t>
            </a:r>
            <a:r>
              <a:rPr lang="en-IE" err="1"/>
              <a:t>factor_holdings</a:t>
            </a:r>
            <a:r>
              <a:rPr lang="en-IE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Scalable execution: the tribble is a control panel (TRUE/FALSE) to run many factors, which allows computational time reductions and more robust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Holdings make it possible to compute net book, turnover, and transaction-cost adjusted performance consistently across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31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6D78-B440-DC70-E6CC-7544B29B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A0CEFC-9B30-A82C-A363-E4A2F0D214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Net Positions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0009B0-5C25-209C-40A1-AF64A363759E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Net </a:t>
            </a:r>
            <a:r>
              <a:rPr lang="cs-CZ" sz="1800" b="1" noProof="0" err="1">
                <a:solidFill>
                  <a:schemeClr val="bg1"/>
                </a:solidFill>
              </a:rPr>
              <a:t>Positions</a:t>
            </a:r>
            <a:r>
              <a:rPr lang="cs-CZ" sz="1800" b="1" noProof="0">
                <a:solidFill>
                  <a:schemeClr val="bg1"/>
                </a:solidFill>
              </a:rPr>
              <a:t>  31/12/2024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A215CF-5E34-41D8-DE9B-60EF29B08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1664225"/>
            <a:ext cx="6436439" cy="396932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B93F39C-6261-40D6-58EE-EB3AE9DC2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132646"/>
              </p:ext>
            </p:extLst>
          </p:nvPr>
        </p:nvGraphicFramePr>
        <p:xfrm>
          <a:off x="7034667" y="1664225"/>
          <a:ext cx="454656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702">
                  <a:extLst>
                    <a:ext uri="{9D8B030D-6E8A-4147-A177-3AD203B41FA5}">
                      <a16:colId xmlns:a16="http://schemas.microsoft.com/office/drawing/2014/main" val="3064192730"/>
                    </a:ext>
                  </a:extLst>
                </a:gridCol>
                <a:gridCol w="2099861">
                  <a:extLst>
                    <a:ext uri="{9D8B030D-6E8A-4147-A177-3AD203B41FA5}">
                      <a16:colId xmlns:a16="http://schemas.microsoft.com/office/drawing/2014/main" val="957016357"/>
                    </a:ext>
                  </a:extLst>
                </a:gridCol>
              </a:tblGrid>
              <a:tr h="344739">
                <a:tc>
                  <a:txBody>
                    <a:bodyPr/>
                    <a:lstStyle/>
                    <a:p>
                      <a:r>
                        <a:rPr lang="en-US"/>
                        <a:t>Portfolios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Top 10 Stocks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425622"/>
                  </a:ext>
                </a:extLst>
              </a:tr>
              <a:tr h="344739">
                <a:tc>
                  <a:txBody>
                    <a:bodyPr/>
                    <a:lstStyle/>
                    <a:p>
                      <a:r>
                        <a:rPr lang="en-US"/>
                        <a:t>L-S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213337"/>
                  </a:ext>
                </a:extLst>
              </a:tr>
              <a:tr h="344739">
                <a:tc>
                  <a:txBody>
                    <a:bodyPr/>
                    <a:lstStyle/>
                    <a:p>
                      <a:r>
                        <a:rPr lang="en-US"/>
                        <a:t>Long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821273"/>
                  </a:ext>
                </a:extLst>
              </a:tr>
              <a:tr h="344739">
                <a:tc>
                  <a:txBody>
                    <a:bodyPr/>
                    <a:lstStyle/>
                    <a:p>
                      <a:r>
                        <a:rPr lang="en-US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349071"/>
                  </a:ext>
                </a:extLst>
              </a:tr>
            </a:tbl>
          </a:graphicData>
        </a:graphic>
      </p:graphicFrame>
      <p:sp>
        <p:nvSpPr>
          <p:cNvPr id="16" name="Rectangle 10">
            <a:extLst>
              <a:ext uri="{FF2B5EF4-FFF2-40B4-BE49-F238E27FC236}">
                <a16:creationId xmlns:a16="http://schemas.microsoft.com/office/drawing/2014/main" id="{1C0E5453-99B7-29F0-EE98-562C77A707A2}"/>
              </a:ext>
            </a:extLst>
          </p:cNvPr>
          <p:cNvSpPr/>
          <p:nvPr/>
        </p:nvSpPr>
        <p:spPr>
          <a:xfrm>
            <a:off x="391886" y="5789501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/>
              <a:t>Exposure is highly concentrated: a small number of stocks accounts for a large share of the portfolio’s weights.</a:t>
            </a:r>
          </a:p>
          <a:p>
            <a:pPr algn="ctr"/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3908499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3C58-2740-3C54-28AB-093A92F8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A5804A-F1BD-BE2A-DFAA-5CE585F632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Net Positions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26C04-9DF4-FC20-A372-714976205830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err="1">
                <a:solidFill>
                  <a:schemeClr val="bg1"/>
                </a:solidFill>
              </a:rPr>
              <a:t>Returns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22282-4959-D41B-086F-ED325574C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1565504"/>
            <a:ext cx="6621517" cy="4083457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EE82E742-CAA9-AFBA-4ABD-357F0D8A189B}"/>
              </a:ext>
            </a:extLst>
          </p:cNvPr>
          <p:cNvSpPr/>
          <p:nvPr/>
        </p:nvSpPr>
        <p:spPr>
          <a:xfrm>
            <a:off x="391886" y="5789501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/>
              <a:t>Even with only 6 standardized factors, the long–short construction is enough to confirm how the signal behaves during crisis regimes.</a:t>
            </a:r>
          </a:p>
          <a:p>
            <a:pPr algn="ctr"/>
            <a:endParaRPr lang="it-IT" sz="16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7563BA-403F-17BD-60BF-59B295CDA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60107"/>
              </p:ext>
            </p:extLst>
          </p:nvPr>
        </p:nvGraphicFramePr>
        <p:xfrm>
          <a:off x="7255612" y="1565504"/>
          <a:ext cx="416676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768">
                  <a:extLst>
                    <a:ext uri="{9D8B030D-6E8A-4147-A177-3AD203B41FA5}">
                      <a16:colId xmlns:a16="http://schemas.microsoft.com/office/drawing/2014/main" val="3198334028"/>
                    </a:ext>
                  </a:extLst>
                </a:gridCol>
              </a:tblGrid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Standardized Database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13305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Asset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251024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Earnings to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80052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Free Cashflow to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02879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Gross Profitability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479698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Operating Accruals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610181"/>
                  </a:ext>
                </a:extLst>
              </a:tr>
              <a:tr h="265566">
                <a:tc>
                  <a:txBody>
                    <a:bodyPr/>
                    <a:lstStyle/>
                    <a:p>
                      <a:r>
                        <a:rPr lang="en-US"/>
                        <a:t>Sales to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061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188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AFB6F0D-B595-2461-86A0-F36B3D74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216BCC-0769-D7AB-FCA4-201CA074C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Next</a:t>
            </a:r>
            <a:r>
              <a:rPr lang="cs-CZ"/>
              <a:t> </a:t>
            </a:r>
            <a:r>
              <a:rPr lang="cs-CZ" err="1"/>
              <a:t>Steps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D244DE-F6E0-0EDA-B852-EC1D13C9959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Outline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of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the</a:t>
            </a:r>
            <a:r>
              <a:rPr lang="cs-CZ" sz="1800" b="1" noProof="0">
                <a:solidFill>
                  <a:schemeClr val="bg1"/>
                </a:solidFill>
              </a:rPr>
              <a:t> 2nd part </a:t>
            </a:r>
            <a:r>
              <a:rPr lang="cs-CZ" sz="1800" b="1" noProof="0" err="1">
                <a:solidFill>
                  <a:schemeClr val="bg1"/>
                </a:solidFill>
              </a:rPr>
              <a:t>for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January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2B68B9-A130-3E8B-BD75-716205A9B42D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Continue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Replicating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Factors</a:t>
            </a:r>
            <a:r>
              <a:rPr lang="cs-CZ" sz="1600" dirty="0">
                <a:solidFill>
                  <a:schemeClr val="tx1"/>
                </a:solidFill>
              </a:rPr>
              <a:t>. (Cluster </a:t>
            </a:r>
            <a:r>
              <a:rPr lang="cs-CZ" sz="1600" dirty="0" err="1">
                <a:solidFill>
                  <a:schemeClr val="tx1"/>
                </a:solidFill>
              </a:rPr>
              <a:t>with</a:t>
            </a:r>
            <a:r>
              <a:rPr lang="cs-CZ" sz="1600" dirty="0">
                <a:solidFill>
                  <a:schemeClr val="tx1"/>
                </a:solidFill>
              </a:rPr>
              <a:t> Farkas) DONE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Look</a:t>
            </a:r>
            <a:r>
              <a:rPr lang="cs-CZ" sz="1600" dirty="0">
                <a:solidFill>
                  <a:schemeClr val="tx1"/>
                </a:solidFill>
              </a:rPr>
              <a:t> more in detail </a:t>
            </a:r>
            <a:r>
              <a:rPr lang="cs-CZ" sz="1600" dirty="0" err="1">
                <a:solidFill>
                  <a:schemeClr val="tx1"/>
                </a:solidFill>
              </a:rPr>
              <a:t>at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frictions</a:t>
            </a:r>
            <a:r>
              <a:rPr lang="cs-CZ" sz="1600" dirty="0">
                <a:solidFill>
                  <a:schemeClr val="tx1"/>
                </a:solidFill>
              </a:rPr>
              <a:t>. (</a:t>
            </a:r>
            <a:r>
              <a:rPr lang="cs-CZ" sz="1600" dirty="0" err="1">
                <a:solidFill>
                  <a:schemeClr val="tx1"/>
                </a:solidFill>
              </a:rPr>
              <a:t>Giulio</a:t>
            </a:r>
            <a:r>
              <a:rPr lang="cs-CZ" sz="16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Construct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Factor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Momentum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portfolios</a:t>
            </a:r>
            <a:r>
              <a:rPr lang="cs-CZ" sz="1600" dirty="0">
                <a:solidFill>
                  <a:schemeClr val="tx1"/>
                </a:solidFill>
              </a:rPr>
              <a:t> (Long leg </a:t>
            </a:r>
            <a:r>
              <a:rPr lang="cs-CZ" sz="1600" dirty="0" err="1">
                <a:solidFill>
                  <a:schemeClr val="tx1"/>
                </a:solidFill>
              </a:rPr>
              <a:t>only</a:t>
            </a:r>
            <a:r>
              <a:rPr lang="cs-CZ" sz="1600" dirty="0">
                <a:solidFill>
                  <a:schemeClr val="tx1"/>
                </a:solidFill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Compare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performance to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1st part </a:t>
            </a:r>
            <a:r>
              <a:rPr lang="cs-CZ" sz="1600" dirty="0" err="1">
                <a:solidFill>
                  <a:schemeClr val="tx1"/>
                </a:solidFill>
              </a:rPr>
              <a:t>results</a:t>
            </a:r>
            <a:r>
              <a:rPr lang="cs-CZ" sz="1600" dirty="0">
                <a:solidFill>
                  <a:schemeClr val="tx1"/>
                </a:solidFill>
              </a:rPr>
              <a:t>. (Farkas)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chemeClr val="tx1"/>
                </a:solidFill>
              </a:rPr>
              <a:t>Implement</a:t>
            </a:r>
            <a:r>
              <a:rPr lang="cs-CZ" sz="1600" dirty="0">
                <a:solidFill>
                  <a:schemeClr val="tx1"/>
                </a:solidFill>
              </a:rPr>
              <a:t> in </a:t>
            </a:r>
            <a:r>
              <a:rPr lang="cs-CZ" sz="1600" dirty="0" err="1">
                <a:solidFill>
                  <a:schemeClr val="tx1"/>
                </a:solidFill>
              </a:rPr>
              <a:t>the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Rshiny</a:t>
            </a:r>
            <a:r>
              <a:rPr lang="cs-CZ" sz="1600" dirty="0">
                <a:solidFill>
                  <a:schemeClr val="tx1"/>
                </a:solidFill>
              </a:rPr>
              <a:t> </a:t>
            </a:r>
            <a:r>
              <a:rPr lang="cs-CZ" sz="1600" dirty="0" err="1">
                <a:solidFill>
                  <a:schemeClr val="tx1"/>
                </a:solidFill>
              </a:rPr>
              <a:t>app</a:t>
            </a:r>
            <a:r>
              <a:rPr lang="cs-CZ" sz="1600" dirty="0">
                <a:solidFill>
                  <a:schemeClr val="tx1"/>
                </a:solidFill>
              </a:rPr>
              <a:t>. (</a:t>
            </a:r>
            <a:r>
              <a:rPr lang="cs-CZ" sz="1600" dirty="0" err="1">
                <a:solidFill>
                  <a:schemeClr val="tx1"/>
                </a:solidFill>
              </a:rPr>
              <a:t>Later</a:t>
            </a:r>
            <a:r>
              <a:rPr lang="cs-CZ" sz="160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endParaRPr lang="cs-CZ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8CC8C-3660-8E98-2552-1CD57018EB57}"/>
              </a:ext>
            </a:extLst>
          </p:cNvPr>
          <p:cNvSpPr txBox="1"/>
          <p:nvPr/>
        </p:nvSpPr>
        <p:spPr>
          <a:xfrm>
            <a:off x="466929" y="3657599"/>
            <a:ext cx="1118320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Notes 12.01.2026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we showed makes a lot of sense + good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Withholding taxes (Tomas) – not complicated and not stock-specific: e.g. if you invest in the U.S. and don’t have a double taxation treaty benefits -&gt; you pay 30% of the dividend on the long leg but have to pay 100% on the shorting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Shorting costs – function of trading volume -&gt; use Mkt. cap if we cannot get volume). (Giulio)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Performance in crises positive -&gt; means some stocks performed well -&gt; explore which stocks performed well 8Later when we have portfolios)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factors show up in both the short and long leg -&gt; what does that mean (good – good signal quality/bad – more trading) (Cate)</a:t>
            </a:r>
          </a:p>
        </p:txBody>
      </p:sp>
    </p:spTree>
    <p:extLst>
      <p:ext uri="{BB962C8B-B14F-4D97-AF65-F5344CB8AC3E}">
        <p14:creationId xmlns:p14="http://schemas.microsoft.com/office/powerpoint/2010/main" val="2359129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/>
        </p:nvSpPr>
        <p:spPr>
          <a:xfrm>
            <a:off x="716541" y="5441960"/>
            <a:ext cx="8556800" cy="25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</a:pPr>
            <a:br>
              <a:rPr lang="de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50" descr="A picture containing 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748" y="240292"/>
            <a:ext cx="624097" cy="554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/>
          <p:cNvSpPr/>
          <p:nvPr/>
        </p:nvSpPr>
        <p:spPr>
          <a:xfrm flipH="1">
            <a:off x="1093405" y="1640341"/>
            <a:ext cx="9997440" cy="4878067"/>
          </a:xfrm>
          <a:custGeom>
            <a:avLst/>
            <a:gdLst/>
            <a:ahLst/>
            <a:cxnLst/>
            <a:rect l="l" t="t" r="r" b="b"/>
            <a:pathLst>
              <a:path w="9144000" h="5460523" extrusionOk="0">
                <a:moveTo>
                  <a:pt x="4436018" y="2980724"/>
                </a:moveTo>
                <a:lnTo>
                  <a:pt x="4693763" y="3242405"/>
                </a:lnTo>
                <a:cubicBezTo>
                  <a:pt x="4687415" y="3248693"/>
                  <a:pt x="4664137" y="3264719"/>
                  <a:pt x="4624354" y="3299812"/>
                </a:cubicBezTo>
                <a:cubicBezTo>
                  <a:pt x="4561716" y="3350931"/>
                  <a:pt x="4449138" y="3315838"/>
                  <a:pt x="4392848" y="3296567"/>
                </a:cubicBezTo>
                <a:lnTo>
                  <a:pt x="4376342" y="3293321"/>
                </a:lnTo>
                <a:cubicBezTo>
                  <a:pt x="4445752" y="3168972"/>
                  <a:pt x="4438980" y="2990258"/>
                  <a:pt x="4436018" y="2980724"/>
                </a:cubicBezTo>
                <a:close/>
                <a:moveTo>
                  <a:pt x="4104971" y="2297718"/>
                </a:moveTo>
                <a:cubicBezTo>
                  <a:pt x="4124827" y="2320061"/>
                  <a:pt x="4147978" y="2342404"/>
                  <a:pt x="4167834" y="2364730"/>
                </a:cubicBezTo>
                <a:cubicBezTo>
                  <a:pt x="4194301" y="2390267"/>
                  <a:pt x="4217452" y="2409415"/>
                  <a:pt x="4240623" y="2431758"/>
                </a:cubicBezTo>
                <a:cubicBezTo>
                  <a:pt x="4283630" y="2470055"/>
                  <a:pt x="4329953" y="2508352"/>
                  <a:pt x="4376276" y="2546649"/>
                </a:cubicBezTo>
                <a:cubicBezTo>
                  <a:pt x="4379592" y="2562604"/>
                  <a:pt x="4382887" y="2575364"/>
                  <a:pt x="4382887" y="2591318"/>
                </a:cubicBezTo>
                <a:cubicBezTo>
                  <a:pt x="4386203" y="2607272"/>
                  <a:pt x="4389519" y="2626421"/>
                  <a:pt x="4392815" y="2642375"/>
                </a:cubicBezTo>
                <a:lnTo>
                  <a:pt x="4396131" y="2651958"/>
                </a:lnTo>
                <a:lnTo>
                  <a:pt x="4406059" y="2651958"/>
                </a:lnTo>
                <a:cubicBezTo>
                  <a:pt x="4415987" y="2655152"/>
                  <a:pt x="4429210" y="2655152"/>
                  <a:pt x="4439138" y="2655152"/>
                </a:cubicBezTo>
                <a:cubicBezTo>
                  <a:pt x="4449066" y="2655152"/>
                  <a:pt x="4462309" y="2658330"/>
                  <a:pt x="4472237" y="2658330"/>
                </a:cubicBezTo>
                <a:cubicBezTo>
                  <a:pt x="4495388" y="2661524"/>
                  <a:pt x="4518560" y="2661524"/>
                  <a:pt x="4541711" y="2664718"/>
                </a:cubicBezTo>
                <a:cubicBezTo>
                  <a:pt x="4518560" y="2658330"/>
                  <a:pt x="4498704" y="2648764"/>
                  <a:pt x="4475533" y="2642375"/>
                </a:cubicBezTo>
                <a:cubicBezTo>
                  <a:pt x="4465605" y="2639181"/>
                  <a:pt x="4452382" y="2636004"/>
                  <a:pt x="4442454" y="2632810"/>
                </a:cubicBezTo>
                <a:cubicBezTo>
                  <a:pt x="4435842" y="2629615"/>
                  <a:pt x="4425914" y="2629615"/>
                  <a:pt x="4419303" y="2626421"/>
                </a:cubicBezTo>
                <a:cubicBezTo>
                  <a:pt x="4419303" y="2610467"/>
                  <a:pt x="4415987" y="2597707"/>
                  <a:pt x="4415987" y="2581735"/>
                </a:cubicBezTo>
                <a:cubicBezTo>
                  <a:pt x="4412671" y="2565781"/>
                  <a:pt x="4412671" y="2546632"/>
                  <a:pt x="4409375" y="2530678"/>
                </a:cubicBezTo>
                <a:lnTo>
                  <a:pt x="4409375" y="2524307"/>
                </a:lnTo>
                <a:lnTo>
                  <a:pt x="4402763" y="2521112"/>
                </a:lnTo>
                <a:cubicBezTo>
                  <a:pt x="4356440" y="2479621"/>
                  <a:pt x="4306802" y="2441324"/>
                  <a:pt x="4260479" y="2403027"/>
                </a:cubicBezTo>
                <a:cubicBezTo>
                  <a:pt x="4237328" y="2383878"/>
                  <a:pt x="4210860" y="2364730"/>
                  <a:pt x="4184373" y="2348775"/>
                </a:cubicBezTo>
                <a:cubicBezTo>
                  <a:pt x="4157906" y="2329627"/>
                  <a:pt x="4134754" y="2313672"/>
                  <a:pt x="4104971" y="2297718"/>
                </a:cubicBezTo>
                <a:close/>
                <a:moveTo>
                  <a:pt x="4336577" y="2074331"/>
                </a:moveTo>
                <a:cubicBezTo>
                  <a:pt x="4359736" y="2103048"/>
                  <a:pt x="4379589" y="2122198"/>
                  <a:pt x="4399442" y="2141349"/>
                </a:cubicBezTo>
                <a:cubicBezTo>
                  <a:pt x="4422601" y="2163682"/>
                  <a:pt x="4445760" y="2182833"/>
                  <a:pt x="4465613" y="2205183"/>
                </a:cubicBezTo>
                <a:cubicBezTo>
                  <a:pt x="4508624" y="2243467"/>
                  <a:pt x="4554942" y="2281768"/>
                  <a:pt x="4601259" y="2320069"/>
                </a:cubicBezTo>
                <a:cubicBezTo>
                  <a:pt x="4604565" y="2336019"/>
                  <a:pt x="4607870" y="2348786"/>
                  <a:pt x="4607870" y="2364736"/>
                </a:cubicBezTo>
                <a:cubicBezTo>
                  <a:pt x="4611196" y="2380703"/>
                  <a:pt x="4614501" y="2399836"/>
                  <a:pt x="4617807" y="2415803"/>
                </a:cubicBezTo>
                <a:lnTo>
                  <a:pt x="4621112" y="2425370"/>
                </a:lnTo>
                <a:lnTo>
                  <a:pt x="4631049" y="2425370"/>
                </a:lnTo>
                <a:cubicBezTo>
                  <a:pt x="4640965" y="2428570"/>
                  <a:pt x="4654207" y="2428570"/>
                  <a:pt x="4664124" y="2428570"/>
                </a:cubicBezTo>
                <a:cubicBezTo>
                  <a:pt x="4674061" y="2428570"/>
                  <a:pt x="4687283" y="2431754"/>
                  <a:pt x="4697219" y="2431754"/>
                </a:cubicBezTo>
                <a:cubicBezTo>
                  <a:pt x="4720378" y="2434937"/>
                  <a:pt x="4743537" y="2434937"/>
                  <a:pt x="4766695" y="2438137"/>
                </a:cubicBezTo>
                <a:cubicBezTo>
                  <a:pt x="4743537" y="2431754"/>
                  <a:pt x="4723683" y="2422187"/>
                  <a:pt x="4700525" y="2415803"/>
                </a:cubicBezTo>
                <a:cubicBezTo>
                  <a:pt x="4690588" y="2412603"/>
                  <a:pt x="4677366" y="2409420"/>
                  <a:pt x="4667430" y="2406220"/>
                </a:cubicBezTo>
                <a:cubicBezTo>
                  <a:pt x="4660819" y="2403037"/>
                  <a:pt x="4650902" y="2403037"/>
                  <a:pt x="4644271" y="2399836"/>
                </a:cubicBezTo>
                <a:cubicBezTo>
                  <a:pt x="4644271" y="2383886"/>
                  <a:pt x="4640965" y="2371119"/>
                  <a:pt x="4640965" y="2355169"/>
                </a:cubicBezTo>
                <a:cubicBezTo>
                  <a:pt x="4637660" y="2339202"/>
                  <a:pt x="4637660" y="2320052"/>
                  <a:pt x="4634354" y="2304102"/>
                </a:cubicBezTo>
                <a:lnTo>
                  <a:pt x="4634354" y="2297718"/>
                </a:lnTo>
                <a:lnTo>
                  <a:pt x="4627743" y="2294535"/>
                </a:lnTo>
                <a:cubicBezTo>
                  <a:pt x="4581426" y="2253051"/>
                  <a:pt x="4531783" y="2214750"/>
                  <a:pt x="4485466" y="2176449"/>
                </a:cubicBezTo>
                <a:cubicBezTo>
                  <a:pt x="4462307" y="2157299"/>
                  <a:pt x="4435843" y="2138149"/>
                  <a:pt x="4409359" y="2122198"/>
                </a:cubicBezTo>
                <a:cubicBezTo>
                  <a:pt x="4386200" y="2106248"/>
                  <a:pt x="4363041" y="2090281"/>
                  <a:pt x="4336577" y="2074331"/>
                </a:cubicBezTo>
                <a:close/>
                <a:moveTo>
                  <a:pt x="2457429" y="1905197"/>
                </a:moveTo>
                <a:cubicBezTo>
                  <a:pt x="2533186" y="1905197"/>
                  <a:pt x="2596247" y="1965850"/>
                  <a:pt x="2596247" y="2039283"/>
                </a:cubicBezTo>
                <a:cubicBezTo>
                  <a:pt x="2596247" y="2112715"/>
                  <a:pt x="2533186" y="2173369"/>
                  <a:pt x="2457429" y="2173369"/>
                </a:cubicBezTo>
                <a:cubicBezTo>
                  <a:pt x="2381248" y="2173369"/>
                  <a:pt x="2318187" y="2112715"/>
                  <a:pt x="2318187" y="2039283"/>
                </a:cubicBezTo>
                <a:cubicBezTo>
                  <a:pt x="2318187" y="1965850"/>
                  <a:pt x="2381248" y="1905197"/>
                  <a:pt x="2457429" y="1905197"/>
                </a:cubicBezTo>
                <a:close/>
                <a:moveTo>
                  <a:pt x="6688857" y="1771111"/>
                </a:moveTo>
                <a:cubicBezTo>
                  <a:pt x="6613099" y="1771111"/>
                  <a:pt x="6550039" y="1831764"/>
                  <a:pt x="6550039" y="1905197"/>
                </a:cubicBezTo>
                <a:cubicBezTo>
                  <a:pt x="6550039" y="1978629"/>
                  <a:pt x="6613099" y="2039283"/>
                  <a:pt x="6688857" y="2039283"/>
                </a:cubicBezTo>
                <a:cubicBezTo>
                  <a:pt x="6765038" y="2039283"/>
                  <a:pt x="6828099" y="1978629"/>
                  <a:pt x="6828099" y="1905197"/>
                </a:cubicBezTo>
                <a:cubicBezTo>
                  <a:pt x="6828099" y="1831764"/>
                  <a:pt x="6765038" y="1771111"/>
                  <a:pt x="6688857" y="1771111"/>
                </a:cubicBezTo>
                <a:close/>
                <a:moveTo>
                  <a:pt x="2286" y="0"/>
                </a:moveTo>
                <a:lnTo>
                  <a:pt x="2286" y="989315"/>
                </a:lnTo>
                <a:lnTo>
                  <a:pt x="2286" y="2032791"/>
                </a:lnTo>
                <a:lnTo>
                  <a:pt x="2286" y="3719687"/>
                </a:lnTo>
                <a:lnTo>
                  <a:pt x="0" y="3719687"/>
                </a:lnTo>
                <a:lnTo>
                  <a:pt x="0" y="4081545"/>
                </a:lnTo>
                <a:lnTo>
                  <a:pt x="0" y="5098665"/>
                </a:lnTo>
                <a:lnTo>
                  <a:pt x="0" y="5460523"/>
                </a:lnTo>
                <a:lnTo>
                  <a:pt x="9144000" y="5460523"/>
                </a:lnTo>
                <a:lnTo>
                  <a:pt x="9144000" y="5098665"/>
                </a:lnTo>
                <a:lnTo>
                  <a:pt x="9144000" y="4381628"/>
                </a:lnTo>
                <a:lnTo>
                  <a:pt x="9144000" y="4081545"/>
                </a:lnTo>
                <a:lnTo>
                  <a:pt x="9144000" y="3719687"/>
                </a:lnTo>
                <a:lnTo>
                  <a:pt x="9144000" y="1209410"/>
                </a:lnTo>
                <a:lnTo>
                  <a:pt x="6596170" y="2227530"/>
                </a:lnTo>
                <a:cubicBezTo>
                  <a:pt x="6523375" y="2256335"/>
                  <a:pt x="6467509" y="2233819"/>
                  <a:pt x="6447617" y="2182903"/>
                </a:cubicBezTo>
                <a:lnTo>
                  <a:pt x="6394714" y="2048817"/>
                </a:lnTo>
                <a:lnTo>
                  <a:pt x="6298641" y="2093444"/>
                </a:lnTo>
                <a:cubicBezTo>
                  <a:pt x="6249124" y="2115758"/>
                  <a:pt x="6189449" y="2096690"/>
                  <a:pt x="6166171" y="2048817"/>
                </a:cubicBezTo>
                <a:lnTo>
                  <a:pt x="5736172" y="1148960"/>
                </a:lnTo>
                <a:cubicBezTo>
                  <a:pt x="5607088" y="1209410"/>
                  <a:pt x="5425100" y="1279800"/>
                  <a:pt x="5352305" y="1305157"/>
                </a:cubicBezTo>
                <a:cubicBezTo>
                  <a:pt x="5359076" y="1308403"/>
                  <a:pt x="5365425" y="1308403"/>
                  <a:pt x="5368810" y="1311648"/>
                </a:cubicBezTo>
                <a:cubicBezTo>
                  <a:pt x="5398860" y="1324428"/>
                  <a:pt x="5428486" y="1340251"/>
                  <a:pt x="5451763" y="1359522"/>
                </a:cubicBezTo>
                <a:cubicBezTo>
                  <a:pt x="5458111" y="1365810"/>
                  <a:pt x="5464883" y="1369056"/>
                  <a:pt x="5471232" y="1375547"/>
                </a:cubicBezTo>
                <a:lnTo>
                  <a:pt x="5488161" y="1391370"/>
                </a:lnTo>
                <a:cubicBezTo>
                  <a:pt x="5494509" y="1397861"/>
                  <a:pt x="5497895" y="1404149"/>
                  <a:pt x="5504666" y="1410641"/>
                </a:cubicBezTo>
                <a:lnTo>
                  <a:pt x="5511015" y="1420175"/>
                </a:lnTo>
                <a:lnTo>
                  <a:pt x="5517787" y="1429709"/>
                </a:lnTo>
                <a:cubicBezTo>
                  <a:pt x="5537679" y="1455268"/>
                  <a:pt x="5550798" y="1483871"/>
                  <a:pt x="5560956" y="1515921"/>
                </a:cubicBezTo>
                <a:cubicBezTo>
                  <a:pt x="5547413" y="1487116"/>
                  <a:pt x="5530907" y="1458514"/>
                  <a:pt x="5511015" y="1435997"/>
                </a:cubicBezTo>
                <a:lnTo>
                  <a:pt x="5504666" y="1426463"/>
                </a:lnTo>
                <a:lnTo>
                  <a:pt x="5494509" y="1416929"/>
                </a:lnTo>
                <a:cubicBezTo>
                  <a:pt x="5488161" y="1410641"/>
                  <a:pt x="5484775" y="1407395"/>
                  <a:pt x="5478004" y="1400904"/>
                </a:cubicBezTo>
                <a:lnTo>
                  <a:pt x="5461498" y="1388124"/>
                </a:lnTo>
                <a:cubicBezTo>
                  <a:pt x="5454726" y="1381835"/>
                  <a:pt x="5448378" y="1378590"/>
                  <a:pt x="5441606" y="1375344"/>
                </a:cubicBezTo>
                <a:cubicBezTo>
                  <a:pt x="5415365" y="1359522"/>
                  <a:pt x="5388702" y="1346742"/>
                  <a:pt x="5359076" y="1337208"/>
                </a:cubicBezTo>
                <a:cubicBezTo>
                  <a:pt x="5345533" y="1333962"/>
                  <a:pt x="5329027" y="1327674"/>
                  <a:pt x="5315907" y="1324428"/>
                </a:cubicBezTo>
                <a:cubicBezTo>
                  <a:pt x="5309135" y="1324428"/>
                  <a:pt x="5306173" y="1321182"/>
                  <a:pt x="5299401" y="1321182"/>
                </a:cubicBezTo>
                <a:lnTo>
                  <a:pt x="5296016" y="1321182"/>
                </a:lnTo>
                <a:lnTo>
                  <a:pt x="5292630" y="1321182"/>
                </a:lnTo>
                <a:cubicBezTo>
                  <a:pt x="5120800" y="1295623"/>
                  <a:pt x="4690800" y="1241461"/>
                  <a:pt x="4647631" y="1241461"/>
                </a:cubicBezTo>
                <a:cubicBezTo>
                  <a:pt x="4634511" y="1244504"/>
                  <a:pt x="4574836" y="1276555"/>
                  <a:pt x="4498655" y="1321182"/>
                </a:cubicBezTo>
                <a:lnTo>
                  <a:pt x="4478764" y="1333962"/>
                </a:lnTo>
                <a:cubicBezTo>
                  <a:pt x="4359837" y="1404149"/>
                  <a:pt x="4201126" y="1506387"/>
                  <a:pt x="4081776" y="1579617"/>
                </a:cubicBezTo>
                <a:cubicBezTo>
                  <a:pt x="4072042" y="1614711"/>
                  <a:pt x="4022101" y="1777602"/>
                  <a:pt x="3972583" y="1937045"/>
                </a:cubicBezTo>
                <a:cubicBezTo>
                  <a:pt x="3972583" y="1937045"/>
                  <a:pt x="3899788" y="2144563"/>
                  <a:pt x="3879896" y="2189191"/>
                </a:cubicBezTo>
                <a:cubicBezTo>
                  <a:pt x="3876510" y="2195682"/>
                  <a:pt x="3873548" y="2201971"/>
                  <a:pt x="3873548" y="2208462"/>
                </a:cubicBezTo>
                <a:cubicBezTo>
                  <a:pt x="3873548" y="2211505"/>
                  <a:pt x="3873548" y="2211505"/>
                  <a:pt x="3873548" y="2211505"/>
                </a:cubicBezTo>
                <a:cubicBezTo>
                  <a:pt x="3876510" y="2221039"/>
                  <a:pt x="3883282" y="2227530"/>
                  <a:pt x="3890054" y="2233819"/>
                </a:cubicBezTo>
                <a:cubicBezTo>
                  <a:pt x="3890054" y="2233819"/>
                  <a:pt x="3893016" y="2233819"/>
                  <a:pt x="3896402" y="2237064"/>
                </a:cubicBezTo>
                <a:cubicBezTo>
                  <a:pt x="3903174" y="2240310"/>
                  <a:pt x="3906560" y="2243556"/>
                  <a:pt x="3912908" y="2246598"/>
                </a:cubicBezTo>
                <a:cubicBezTo>
                  <a:pt x="3926451" y="2253090"/>
                  <a:pt x="3946343" y="2256335"/>
                  <a:pt x="3972583" y="2259378"/>
                </a:cubicBezTo>
                <a:cubicBezTo>
                  <a:pt x="4048764" y="2243556"/>
                  <a:pt x="4147799" y="2201971"/>
                  <a:pt x="4190969" y="2160589"/>
                </a:cubicBezTo>
                <a:cubicBezTo>
                  <a:pt x="4256992" y="2099936"/>
                  <a:pt x="4323439" y="2029748"/>
                  <a:pt x="4379728" y="1965850"/>
                </a:cubicBezTo>
                <a:cubicBezTo>
                  <a:pt x="4462258" y="1870103"/>
                  <a:pt x="4528281" y="1796670"/>
                  <a:pt x="4584570" y="1777602"/>
                </a:cubicBezTo>
                <a:cubicBezTo>
                  <a:pt x="4584570" y="1768068"/>
                  <a:pt x="4584570" y="1755288"/>
                  <a:pt x="4584570" y="1745551"/>
                </a:cubicBezTo>
                <a:cubicBezTo>
                  <a:pt x="4581608" y="1723237"/>
                  <a:pt x="4578222" y="1700923"/>
                  <a:pt x="4574836" y="1678610"/>
                </a:cubicBezTo>
                <a:cubicBezTo>
                  <a:pt x="4568065" y="1656296"/>
                  <a:pt x="4561716" y="1633982"/>
                  <a:pt x="4551559" y="1614711"/>
                </a:cubicBezTo>
                <a:cubicBezTo>
                  <a:pt x="4541824" y="1595643"/>
                  <a:pt x="4528281" y="1573329"/>
                  <a:pt x="4515161" y="1557303"/>
                </a:cubicBezTo>
                <a:cubicBezTo>
                  <a:pt x="4531667" y="1573329"/>
                  <a:pt x="4548173" y="1589354"/>
                  <a:pt x="4561716" y="1611668"/>
                </a:cubicBezTo>
                <a:cubicBezTo>
                  <a:pt x="4574836" y="1630736"/>
                  <a:pt x="4584570" y="1653050"/>
                  <a:pt x="4591342" y="1675364"/>
                </a:cubicBezTo>
                <a:cubicBezTo>
                  <a:pt x="4601076" y="1697678"/>
                  <a:pt x="4607848" y="1720195"/>
                  <a:pt x="4611234" y="1742508"/>
                </a:cubicBezTo>
                <a:cubicBezTo>
                  <a:pt x="4614620" y="1752042"/>
                  <a:pt x="4614620" y="1764822"/>
                  <a:pt x="4618005" y="1774356"/>
                </a:cubicBezTo>
                <a:cubicBezTo>
                  <a:pt x="4624354" y="1774356"/>
                  <a:pt x="4627740" y="1774356"/>
                  <a:pt x="4634511" y="1777602"/>
                </a:cubicBezTo>
                <a:cubicBezTo>
                  <a:pt x="4684029" y="1793424"/>
                  <a:pt x="4773330" y="1873349"/>
                  <a:pt x="4852897" y="1940290"/>
                </a:cubicBezTo>
                <a:cubicBezTo>
                  <a:pt x="4889294" y="1972138"/>
                  <a:pt x="4928654" y="2007232"/>
                  <a:pt x="4955318" y="2026503"/>
                </a:cubicBezTo>
                <a:cubicBezTo>
                  <a:pt x="4968437" y="2032791"/>
                  <a:pt x="4988329" y="2039283"/>
                  <a:pt x="4988329" y="2042325"/>
                </a:cubicBezTo>
                <a:cubicBezTo>
                  <a:pt x="4988329" y="2042325"/>
                  <a:pt x="4991715" y="2042325"/>
                  <a:pt x="4991715" y="2042325"/>
                </a:cubicBezTo>
                <a:cubicBezTo>
                  <a:pt x="4998486" y="2042325"/>
                  <a:pt x="5001449" y="2042325"/>
                  <a:pt x="5008221" y="2042325"/>
                </a:cubicBezTo>
                <a:cubicBezTo>
                  <a:pt x="5021341" y="2042325"/>
                  <a:pt x="5031499" y="2042325"/>
                  <a:pt x="5044618" y="2039283"/>
                </a:cubicBezTo>
                <a:cubicBezTo>
                  <a:pt x="5067896" y="2036037"/>
                  <a:pt x="5094136" y="2036037"/>
                  <a:pt x="5117413" y="2032791"/>
                </a:cubicBezTo>
                <a:cubicBezTo>
                  <a:pt x="5163545" y="2026503"/>
                  <a:pt x="5213486" y="2016969"/>
                  <a:pt x="5259618" y="2007232"/>
                </a:cubicBezTo>
                <a:cubicBezTo>
                  <a:pt x="5306173" y="1994655"/>
                  <a:pt x="5352305" y="1981875"/>
                  <a:pt x="5398436" y="1962604"/>
                </a:cubicBezTo>
                <a:cubicBezTo>
                  <a:pt x="5421714" y="1953070"/>
                  <a:pt x="5441606" y="1940290"/>
                  <a:pt x="5461498" y="1924265"/>
                </a:cubicBezTo>
                <a:cubicBezTo>
                  <a:pt x="5481389" y="1908442"/>
                  <a:pt x="5497895" y="1889171"/>
                  <a:pt x="5504666" y="1866857"/>
                </a:cubicBezTo>
                <a:cubicBezTo>
                  <a:pt x="5501281" y="1892417"/>
                  <a:pt x="5484775" y="1911485"/>
                  <a:pt x="5464883" y="1927510"/>
                </a:cubicBezTo>
                <a:cubicBezTo>
                  <a:pt x="5444991" y="1943536"/>
                  <a:pt x="5425100" y="1956316"/>
                  <a:pt x="5401823" y="1969095"/>
                </a:cubicBezTo>
                <a:cubicBezTo>
                  <a:pt x="5359076" y="1991409"/>
                  <a:pt x="5312521" y="2010477"/>
                  <a:pt x="5266390" y="2023257"/>
                </a:cubicBezTo>
                <a:cubicBezTo>
                  <a:pt x="5219835" y="2036037"/>
                  <a:pt x="5170317" y="2048817"/>
                  <a:pt x="5124185" y="2058351"/>
                </a:cubicBezTo>
                <a:cubicBezTo>
                  <a:pt x="5100908" y="2061596"/>
                  <a:pt x="5074244" y="2067885"/>
                  <a:pt x="5051390" y="2071130"/>
                </a:cubicBezTo>
                <a:cubicBezTo>
                  <a:pt x="5048004" y="2071130"/>
                  <a:pt x="5041233" y="2071130"/>
                  <a:pt x="5037847" y="2071130"/>
                </a:cubicBezTo>
                <a:cubicBezTo>
                  <a:pt x="5041233" y="2071130"/>
                  <a:pt x="5041233" y="2074376"/>
                  <a:pt x="5044618" y="2074376"/>
                </a:cubicBezTo>
                <a:cubicBezTo>
                  <a:pt x="5064510" y="2087156"/>
                  <a:pt x="5084402" y="2096690"/>
                  <a:pt x="5107680" y="2102978"/>
                </a:cubicBezTo>
                <a:cubicBezTo>
                  <a:pt x="5130534" y="2112715"/>
                  <a:pt x="5150426" y="2115758"/>
                  <a:pt x="5173703" y="2122250"/>
                </a:cubicBezTo>
                <a:cubicBezTo>
                  <a:pt x="5196981" y="2125495"/>
                  <a:pt x="5219835" y="2128538"/>
                  <a:pt x="5243112" y="2125495"/>
                </a:cubicBezTo>
                <a:cubicBezTo>
                  <a:pt x="5219835" y="2131784"/>
                  <a:pt x="5196981" y="2138072"/>
                  <a:pt x="5170317" y="2138072"/>
                </a:cubicBezTo>
                <a:cubicBezTo>
                  <a:pt x="5147039" y="2141318"/>
                  <a:pt x="5120800" y="2138072"/>
                  <a:pt x="5097522" y="2138072"/>
                </a:cubicBezTo>
                <a:cubicBezTo>
                  <a:pt x="5084402" y="2138072"/>
                  <a:pt x="5071282" y="2135029"/>
                  <a:pt x="5057738" y="2131784"/>
                </a:cubicBezTo>
                <a:lnTo>
                  <a:pt x="5153811" y="2278649"/>
                </a:lnTo>
                <a:cubicBezTo>
                  <a:pt x="5180474" y="2304006"/>
                  <a:pt x="5206715" y="2326523"/>
                  <a:pt x="5229992" y="2348837"/>
                </a:cubicBezTo>
                <a:lnTo>
                  <a:pt x="5444991" y="2600983"/>
                </a:lnTo>
                <a:cubicBezTo>
                  <a:pt x="5448378" y="2600983"/>
                  <a:pt x="5448378" y="2600983"/>
                  <a:pt x="5451763" y="2600983"/>
                </a:cubicBezTo>
                <a:cubicBezTo>
                  <a:pt x="5458111" y="2600983"/>
                  <a:pt x="5464883" y="2600983"/>
                  <a:pt x="5471232" y="2600983"/>
                </a:cubicBezTo>
                <a:cubicBezTo>
                  <a:pt x="5481389" y="2604026"/>
                  <a:pt x="5488161" y="2607272"/>
                  <a:pt x="5497895" y="2610517"/>
                </a:cubicBezTo>
                <a:cubicBezTo>
                  <a:pt x="5507630" y="2613763"/>
                  <a:pt x="5514401" y="2620051"/>
                  <a:pt x="5521172" y="2626340"/>
                </a:cubicBezTo>
                <a:cubicBezTo>
                  <a:pt x="5527521" y="2632831"/>
                  <a:pt x="5534292" y="2639120"/>
                  <a:pt x="5541064" y="2648857"/>
                </a:cubicBezTo>
                <a:cubicBezTo>
                  <a:pt x="5537679" y="2639120"/>
                  <a:pt x="5534292" y="2629585"/>
                  <a:pt x="5527521" y="2620051"/>
                </a:cubicBezTo>
                <a:cubicBezTo>
                  <a:pt x="5521172" y="2610517"/>
                  <a:pt x="5514401" y="2604026"/>
                  <a:pt x="5507630" y="2597738"/>
                </a:cubicBezTo>
                <a:cubicBezTo>
                  <a:pt x="5501281" y="2591246"/>
                  <a:pt x="5491124" y="2584958"/>
                  <a:pt x="5484775" y="2581712"/>
                </a:cubicBezTo>
                <a:cubicBezTo>
                  <a:pt x="5491124" y="2578466"/>
                  <a:pt x="5497895" y="2575424"/>
                  <a:pt x="5507630" y="2572178"/>
                </a:cubicBezTo>
                <a:cubicBezTo>
                  <a:pt x="5560956" y="2549864"/>
                  <a:pt x="5610473" y="2530593"/>
                  <a:pt x="5653219" y="2505237"/>
                </a:cubicBezTo>
                <a:cubicBezTo>
                  <a:pt x="5653219" y="2514771"/>
                  <a:pt x="5656606" y="2524305"/>
                  <a:pt x="5656606" y="2537084"/>
                </a:cubicBezTo>
                <a:cubicBezTo>
                  <a:pt x="5663377" y="2604026"/>
                  <a:pt x="5676497" y="2715798"/>
                  <a:pt x="5640099" y="2802011"/>
                </a:cubicBezTo>
                <a:cubicBezTo>
                  <a:pt x="5590582" y="2884978"/>
                  <a:pt x="5448378" y="2904046"/>
                  <a:pt x="5339185" y="2891266"/>
                </a:cubicBezTo>
                <a:lnTo>
                  <a:pt x="5332413" y="2891266"/>
                </a:lnTo>
                <a:lnTo>
                  <a:pt x="4912148" y="2460406"/>
                </a:lnTo>
                <a:cubicBezTo>
                  <a:pt x="4915534" y="2460406"/>
                  <a:pt x="4918920" y="2457363"/>
                  <a:pt x="4922306" y="2457363"/>
                </a:cubicBezTo>
                <a:cubicBezTo>
                  <a:pt x="4935426" y="2450872"/>
                  <a:pt x="4948546" y="2444583"/>
                  <a:pt x="4962089" y="2435049"/>
                </a:cubicBezTo>
                <a:cubicBezTo>
                  <a:pt x="4945160" y="2431804"/>
                  <a:pt x="4932040" y="2431804"/>
                  <a:pt x="4915534" y="2431804"/>
                </a:cubicBezTo>
                <a:cubicBezTo>
                  <a:pt x="4899028" y="2431804"/>
                  <a:pt x="4885908" y="2435049"/>
                  <a:pt x="4872365" y="2438092"/>
                </a:cubicBezTo>
                <a:cubicBezTo>
                  <a:pt x="4859245" y="2441338"/>
                  <a:pt x="4842739" y="2444583"/>
                  <a:pt x="4829619" y="2450872"/>
                </a:cubicBezTo>
                <a:cubicBezTo>
                  <a:pt x="4816499" y="2457363"/>
                  <a:pt x="4802956" y="2463652"/>
                  <a:pt x="4789836" y="2470143"/>
                </a:cubicBezTo>
                <a:cubicBezTo>
                  <a:pt x="4806342" y="2473186"/>
                  <a:pt x="4822847" y="2473186"/>
                  <a:pt x="4836391" y="2473186"/>
                </a:cubicBezTo>
                <a:cubicBezTo>
                  <a:pt x="4849511" y="2473186"/>
                  <a:pt x="4862631" y="2470143"/>
                  <a:pt x="4875751" y="2466897"/>
                </a:cubicBezTo>
                <a:lnTo>
                  <a:pt x="5315907" y="2916826"/>
                </a:lnTo>
                <a:cubicBezTo>
                  <a:pt x="5289667" y="2990258"/>
                  <a:pt x="5229992" y="3038132"/>
                  <a:pt x="5180474" y="3060446"/>
                </a:cubicBezTo>
                <a:cubicBezTo>
                  <a:pt x="5140691" y="3079514"/>
                  <a:pt x="5100908" y="3082759"/>
                  <a:pt x="5074244" y="3073225"/>
                </a:cubicBezTo>
                <a:lnTo>
                  <a:pt x="4667523" y="2712552"/>
                </a:lnTo>
                <a:cubicBezTo>
                  <a:pt x="4677257" y="2709307"/>
                  <a:pt x="4687415" y="2706264"/>
                  <a:pt x="4697149" y="2703018"/>
                </a:cubicBezTo>
                <a:cubicBezTo>
                  <a:pt x="4710269" y="2696730"/>
                  <a:pt x="4723812" y="2690239"/>
                  <a:pt x="4736932" y="2680704"/>
                </a:cubicBezTo>
                <a:cubicBezTo>
                  <a:pt x="4720426" y="2677459"/>
                  <a:pt x="4707306" y="2677459"/>
                  <a:pt x="4690800" y="2677459"/>
                </a:cubicBezTo>
                <a:cubicBezTo>
                  <a:pt x="4673871" y="2677459"/>
                  <a:pt x="4660751" y="2680704"/>
                  <a:pt x="4647631" y="2683950"/>
                </a:cubicBezTo>
                <a:cubicBezTo>
                  <a:pt x="4634511" y="2686993"/>
                  <a:pt x="4618005" y="2690239"/>
                  <a:pt x="4604462" y="2696730"/>
                </a:cubicBezTo>
                <a:cubicBezTo>
                  <a:pt x="4591342" y="2703018"/>
                  <a:pt x="4578222" y="2709307"/>
                  <a:pt x="4564679" y="2715798"/>
                </a:cubicBezTo>
                <a:cubicBezTo>
                  <a:pt x="4581608" y="2719044"/>
                  <a:pt x="4594728" y="2719044"/>
                  <a:pt x="4611234" y="2719044"/>
                </a:cubicBezTo>
                <a:cubicBezTo>
                  <a:pt x="4618005" y="2719044"/>
                  <a:pt x="4620968" y="2719044"/>
                  <a:pt x="4627740" y="2715798"/>
                </a:cubicBezTo>
                <a:lnTo>
                  <a:pt x="5048004" y="3086005"/>
                </a:lnTo>
                <a:cubicBezTo>
                  <a:pt x="5028112" y="3159438"/>
                  <a:pt x="4945160" y="3229625"/>
                  <a:pt x="4875751" y="3248693"/>
                </a:cubicBezTo>
                <a:cubicBezTo>
                  <a:pt x="4816499" y="3264719"/>
                  <a:pt x="4766558" y="3235914"/>
                  <a:pt x="4750052" y="3226379"/>
                </a:cubicBezTo>
                <a:lnTo>
                  <a:pt x="4743704" y="3223134"/>
                </a:lnTo>
                <a:lnTo>
                  <a:pt x="4405968" y="2881732"/>
                </a:lnTo>
                <a:cubicBezTo>
                  <a:pt x="4389463" y="2859418"/>
                  <a:pt x="4369571" y="2843393"/>
                  <a:pt x="4343331" y="2833859"/>
                </a:cubicBezTo>
                <a:cubicBezTo>
                  <a:pt x="4323439" y="2827570"/>
                  <a:pt x="4303547" y="2830613"/>
                  <a:pt x="4283656" y="2837104"/>
                </a:cubicBezTo>
                <a:cubicBezTo>
                  <a:pt x="4290427" y="2827570"/>
                  <a:pt x="4296776" y="2817833"/>
                  <a:pt x="4300162" y="2808299"/>
                </a:cubicBezTo>
                <a:cubicBezTo>
                  <a:pt x="4329787" y="2760426"/>
                  <a:pt x="4290427" y="2661433"/>
                  <a:pt x="4217632" y="2604026"/>
                </a:cubicBezTo>
                <a:cubicBezTo>
                  <a:pt x="4161343" y="2559398"/>
                  <a:pt x="4101667" y="2549864"/>
                  <a:pt x="4045378" y="2575424"/>
                </a:cubicBezTo>
                <a:cubicBezTo>
                  <a:pt x="4048764" y="2568932"/>
                  <a:pt x="4048764" y="2562644"/>
                  <a:pt x="4052150" y="2556153"/>
                </a:cubicBezTo>
                <a:cubicBezTo>
                  <a:pt x="4058498" y="2514771"/>
                  <a:pt x="4028872" y="2447626"/>
                  <a:pt x="3979355" y="2402999"/>
                </a:cubicBezTo>
                <a:cubicBezTo>
                  <a:pt x="3929414" y="2358371"/>
                  <a:pt x="3873548" y="2339303"/>
                  <a:pt x="3817259" y="2351880"/>
                </a:cubicBezTo>
                <a:cubicBezTo>
                  <a:pt x="3777475" y="2361616"/>
                  <a:pt x="3717800" y="2409490"/>
                  <a:pt x="3645005" y="2495500"/>
                </a:cubicBezTo>
                <a:cubicBezTo>
                  <a:pt x="3651777" y="2463652"/>
                  <a:pt x="3655162" y="2431804"/>
                  <a:pt x="3648391" y="2406244"/>
                </a:cubicBezTo>
                <a:cubicBezTo>
                  <a:pt x="3608607" y="2265870"/>
                  <a:pt x="3509572" y="2281692"/>
                  <a:pt x="3446511" y="2291429"/>
                </a:cubicBezTo>
                <a:cubicBezTo>
                  <a:pt x="3436777" y="2291429"/>
                  <a:pt x="3426620" y="2294472"/>
                  <a:pt x="3420271" y="2294472"/>
                </a:cubicBezTo>
                <a:cubicBezTo>
                  <a:pt x="3383874" y="2297717"/>
                  <a:pt x="3314041" y="2380685"/>
                  <a:pt x="3248018" y="2463652"/>
                </a:cubicBezTo>
                <a:lnTo>
                  <a:pt x="3000006" y="2291429"/>
                </a:lnTo>
                <a:lnTo>
                  <a:pt x="3410114" y="1429709"/>
                </a:lnTo>
                <a:cubicBezTo>
                  <a:pt x="3433391" y="1381835"/>
                  <a:pt x="3410114" y="1327674"/>
                  <a:pt x="3363982" y="1305157"/>
                </a:cubicBezTo>
                <a:lnTo>
                  <a:pt x="3188342" y="1225436"/>
                </a:lnTo>
                <a:lnTo>
                  <a:pt x="3231512" y="1120155"/>
                </a:lnTo>
                <a:cubicBezTo>
                  <a:pt x="3251403" y="1069036"/>
                  <a:pt x="3224740" y="1014874"/>
                  <a:pt x="3171837" y="995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28567" tIns="28567" rIns="28567" bIns="28567" anchor="ctr" anchorCtr="0">
            <a:noAutofit/>
          </a:bodyPr>
          <a:lstStyle/>
          <a:p>
            <a:pPr>
              <a:buClr>
                <a:srgbClr val="000000"/>
              </a:buClr>
              <a:buSzPts val="1700"/>
            </a:pPr>
            <a:endParaRPr sz="2267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0"/>
          <p:cNvSpPr txBox="1"/>
          <p:nvPr/>
        </p:nvSpPr>
        <p:spPr>
          <a:xfrm>
            <a:off x="4677905" y="1963117"/>
            <a:ext cx="2836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de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éma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46759795E1504D9402D042697C5BAE" ma:contentTypeVersion="3" ma:contentTypeDescription="Create a new document." ma:contentTypeScope="" ma:versionID="43da3e90c9df27c24d7be03d7b30b15b">
  <xsd:schema xmlns:xsd="http://www.w3.org/2001/XMLSchema" xmlns:xs="http://www.w3.org/2001/XMLSchema" xmlns:p="http://schemas.microsoft.com/office/2006/metadata/properties" xmlns:ns2="90e81457-e148-4058-bb4c-48b2d4dcffb2" targetNamespace="http://schemas.microsoft.com/office/2006/metadata/properties" ma:root="true" ma:fieldsID="5b003e2749565d18fe4f44aa74bd0cab" ns2:_="">
    <xsd:import namespace="90e81457-e148-4058-bb4c-48b2d4dcf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81457-e148-4058-bb4c-48b2d4dcf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12E953-6F6D-499C-9B19-5C01CCEE4166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90e81457-e148-4058-bb4c-48b2d4dcffb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FEA0AE5-F3BB-4154-92B1-5F70B3E6C2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2F242D-E55B-4BCE-8BCE-869476A679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e81457-e148-4058-bb4c-48b2d4dcff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1115</Words>
  <Application>Microsoft Macintosh PowerPoint</Application>
  <PresentationFormat>Widescreen</PresentationFormat>
  <Paragraphs>148</Paragraphs>
  <Slides>22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Nexa Black</vt:lpstr>
      <vt:lpstr>Wingdings</vt:lpstr>
      <vt:lpstr>Office-téma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windows</dc:creator>
  <cp:lastModifiedBy>Tallos, Farkas Pal</cp:lastModifiedBy>
  <cp:revision>1</cp:revision>
  <dcterms:created xsi:type="dcterms:W3CDTF">2022-03-14T08:11:17Z</dcterms:created>
  <dcterms:modified xsi:type="dcterms:W3CDTF">2026-01-23T08:48:56Z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0x0101008246759795E1504D9402D042697C5BAE</vt:lpwstr>
  </property>
  <property fmtid="{D5CDD505-2E9C-101B-9397-08002B2CF9AE}" pid="3" name="Order">
    <vt:r8>5300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