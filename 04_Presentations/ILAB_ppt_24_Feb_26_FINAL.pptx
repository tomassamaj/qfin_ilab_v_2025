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41_D36180FE.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81_941E0A0B.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modernComment_17E_D0BA3790.xml" ContentType="application/vnd.ms-powerpoint.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modernComment_170_308FED3D.xml" ContentType="application/vnd.ms-powerpoint.comments+xml"/>
  <Override PartName="/ppt/notesSlides/notesSlide22.xml" ContentType="application/vnd.openxmlformats-officedocument.presentationml.notesSlide+xml"/>
  <Override PartName="/ppt/comments/modernComment_183_8A44D4C6.xml" ContentType="application/vnd.ms-powerpoint.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4"/>
  </p:notesMasterIdLst>
  <p:handoutMasterIdLst>
    <p:handoutMasterId r:id="rId45"/>
  </p:handoutMasterIdLst>
  <p:sldIdLst>
    <p:sldId id="298" r:id="rId5"/>
    <p:sldId id="296" r:id="rId6"/>
    <p:sldId id="327" r:id="rId7"/>
    <p:sldId id="319" r:id="rId8"/>
    <p:sldId id="321" r:id="rId9"/>
    <p:sldId id="322" r:id="rId10"/>
    <p:sldId id="301" r:id="rId11"/>
    <p:sldId id="343" r:id="rId12"/>
    <p:sldId id="384" r:id="rId13"/>
    <p:sldId id="385" r:id="rId14"/>
    <p:sldId id="375" r:id="rId15"/>
    <p:sldId id="336" r:id="rId16"/>
    <p:sldId id="376" r:id="rId17"/>
    <p:sldId id="335" r:id="rId18"/>
    <p:sldId id="377" r:id="rId19"/>
    <p:sldId id="340" r:id="rId20"/>
    <p:sldId id="309" r:id="rId21"/>
    <p:sldId id="388" r:id="rId22"/>
    <p:sldId id="341" r:id="rId23"/>
    <p:sldId id="374" r:id="rId24"/>
    <p:sldId id="371" r:id="rId25"/>
    <p:sldId id="383" r:id="rId26"/>
    <p:sldId id="382" r:id="rId27"/>
    <p:sldId id="389" r:id="rId28"/>
    <p:sldId id="393" r:id="rId29"/>
    <p:sldId id="367" r:id="rId30"/>
    <p:sldId id="368" r:id="rId31"/>
    <p:sldId id="363" r:id="rId32"/>
    <p:sldId id="370" r:id="rId33"/>
    <p:sldId id="378" r:id="rId34"/>
    <p:sldId id="387" r:id="rId35"/>
    <p:sldId id="334" r:id="rId36"/>
    <p:sldId id="391" r:id="rId37"/>
    <p:sldId id="390" r:id="rId38"/>
    <p:sldId id="381" r:id="rId39"/>
    <p:sldId id="279" r:id="rId40"/>
    <p:sldId id="354" r:id="rId41"/>
    <p:sldId id="379" r:id="rId42"/>
    <p:sldId id="392" r:id="rId43"/>
  </p:sldIdLst>
  <p:sldSz cx="12192000" cy="6858000"/>
  <p:notesSz cx="6858000" cy="9144000"/>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7E41E35E-B939-B538-5B95-B616FAF884EA}" name="Samaj, Tomas" initials="TS" userId="S::h12427911@s.wu.ac.at::24ba87dd-e0d6-46e4-b32b-c6bf33e42df2" providerId="AD"/>
  <p188:author id="{0E8F5581-6555-152A-E909-000EEE10B4BA}" name="Iepure, Giulio-Robert" initials="IGR" userId="S::h12427782@s.wu.ac.at::67277953-3767-40ff-8a1a-02d47f4f8f7f" providerId="AD"/>
  <p188:author id="{93ADD9A4-3B44-EDDF-3A77-2CB856C8CC24}" name="Tallos, Farkas Pal" initials="TFP" userId="S::h12420126@s.wu.ac.at::86c36b7f-01a8-446e-ba97-4074199c5aa5" providerId="AD"/>
  <p188:author id="{33D105FB-9210-65C3-136C-B280BF33C415}" name="Piacentini, Caterina" initials="PC" userId="S::h12429576@s.wu.ac.at::f5cc0bf0-ba5e-47a2-9f46-1ab04c78f1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7885"/>
    <a:srgbClr val="0B2B65"/>
    <a:srgbClr val="02AB48"/>
    <a:srgbClr val="76A6BF"/>
    <a:srgbClr val="D9ECFF"/>
    <a:srgbClr val="6A84A3"/>
    <a:srgbClr val="375F8A"/>
    <a:srgbClr val="507CA1"/>
    <a:srgbClr val="53908B"/>
    <a:srgbClr val="4492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8E9104-16AB-F645-B518-5F69C5CB0F8C}" v="758" dt="2026-02-23T16:35:22.478"/>
    <p1510:client id="{834727C6-AF3E-4989-B119-6138AC8DA0D2}" v="4573" dt="2026-02-25T14:41:37.5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llos, Farkas Pal" userId="86c36b7f-01a8-446e-ba97-4074199c5aa5" providerId="ADAL" clId="{F5E663FB-0445-5BA2-811D-6DC353115E65}"/>
    <pc:docChg chg="undo custSel addSld delSld modSld sldOrd">
      <pc:chgData name="Tallos, Farkas Pal" userId="86c36b7f-01a8-446e-ba97-4074199c5aa5" providerId="ADAL" clId="{F5E663FB-0445-5BA2-811D-6DC353115E65}" dt="2026-02-24T08:42:21.174" v="1791" actId="1035"/>
      <pc:docMkLst>
        <pc:docMk/>
      </pc:docMkLst>
      <pc:sldChg chg="addSp delSp modSp mod">
        <pc:chgData name="Tallos, Farkas Pal" userId="86c36b7f-01a8-446e-ba97-4074199c5aa5" providerId="ADAL" clId="{F5E663FB-0445-5BA2-811D-6DC353115E65}" dt="2026-02-20T13:55:05.750" v="7" actId="478"/>
        <pc:sldMkLst>
          <pc:docMk/>
          <pc:sldMk cId="3546382590" sldId="321"/>
        </pc:sldMkLst>
      </pc:sldChg>
      <pc:sldChg chg="addSp delSp modSp add mod">
        <pc:chgData name="Tallos, Farkas Pal" userId="86c36b7f-01a8-446e-ba97-4074199c5aa5" providerId="ADAL" clId="{F5E663FB-0445-5BA2-811D-6DC353115E65}" dt="2026-02-23T18:13:11.857" v="969"/>
        <pc:sldMkLst>
          <pc:docMk/>
          <pc:sldMk cId="1619778013" sldId="354"/>
        </pc:sldMkLst>
        <pc:spChg chg="add mod">
          <ac:chgData name="Tallos, Farkas Pal" userId="86c36b7f-01a8-446e-ba97-4074199c5aa5" providerId="ADAL" clId="{F5E663FB-0445-5BA2-811D-6DC353115E65}" dt="2026-02-23T18:01:48.592" v="859" actId="20577"/>
          <ac:spMkLst>
            <pc:docMk/>
            <pc:sldMk cId="1619778013" sldId="354"/>
            <ac:spMk id="2" creationId="{73BB2E6A-C8D6-C50C-E389-FF4F48DE38EE}"/>
          </ac:spMkLst>
        </pc:spChg>
        <pc:spChg chg="add del mod">
          <ac:chgData name="Tallos, Farkas Pal" userId="86c36b7f-01a8-446e-ba97-4074199c5aa5" providerId="ADAL" clId="{F5E663FB-0445-5BA2-811D-6DC353115E65}" dt="2026-02-23T18:12:50.749" v="960" actId="478"/>
          <ac:spMkLst>
            <pc:docMk/>
            <pc:sldMk cId="1619778013" sldId="354"/>
            <ac:spMk id="3" creationId="{F2086974-9600-1B1D-BBD5-8DCB66F7CAA7}"/>
          </ac:spMkLst>
        </pc:spChg>
        <pc:spChg chg="mod">
          <ac:chgData name="Tallos, Farkas Pal" userId="86c36b7f-01a8-446e-ba97-4074199c5aa5" providerId="ADAL" clId="{F5E663FB-0445-5BA2-811D-6DC353115E65}" dt="2026-02-23T18:13:04.421" v="967" actId="20577"/>
          <ac:spMkLst>
            <pc:docMk/>
            <pc:sldMk cId="1619778013" sldId="354"/>
            <ac:spMk id="4" creationId="{69311E03-BDAA-AA86-A4FC-C641F409B28A}"/>
          </ac:spMkLst>
        </pc:spChg>
        <pc:spChg chg="add del mod">
          <ac:chgData name="Tallos, Farkas Pal" userId="86c36b7f-01a8-446e-ba97-4074199c5aa5" providerId="ADAL" clId="{F5E663FB-0445-5BA2-811D-6DC353115E65}" dt="2026-02-23T18:13:11.857" v="969"/>
          <ac:spMkLst>
            <pc:docMk/>
            <pc:sldMk cId="1619778013" sldId="354"/>
            <ac:spMk id="5" creationId="{7E6304C1-87CA-E542-68F7-BAB1829BE97D}"/>
          </ac:spMkLst>
        </pc:spChg>
        <pc:spChg chg="del">
          <ac:chgData name="Tallos, Farkas Pal" userId="86c36b7f-01a8-446e-ba97-4074199c5aa5" providerId="ADAL" clId="{F5E663FB-0445-5BA2-811D-6DC353115E65}" dt="2026-02-23T18:01:41.377" v="852" actId="478"/>
          <ac:spMkLst>
            <pc:docMk/>
            <pc:sldMk cId="1619778013" sldId="354"/>
            <ac:spMk id="8" creationId="{D0EA8D42-1D97-93D2-9B0A-488BB55A6AFD}"/>
          </ac:spMkLst>
        </pc:spChg>
      </pc:sldChg>
      <pc:sldChg chg="ord">
        <pc:chgData name="Tallos, Farkas Pal" userId="86c36b7f-01a8-446e-ba97-4074199c5aa5" providerId="ADAL" clId="{F5E663FB-0445-5BA2-811D-6DC353115E65}" dt="2026-02-24T07:25:17.530" v="1547" actId="20578"/>
        <pc:sldMkLst>
          <pc:docMk/>
          <pc:sldMk cId="1221863023" sldId="378"/>
        </pc:sldMkLst>
      </pc:sldChg>
      <pc:sldChg chg="del">
        <pc:chgData name="Tallos, Farkas Pal" userId="86c36b7f-01a8-446e-ba97-4074199c5aa5" providerId="ADAL" clId="{F5E663FB-0445-5BA2-811D-6DC353115E65}" dt="2026-02-23T18:53:25.179" v="1264" actId="2696"/>
        <pc:sldMkLst>
          <pc:docMk/>
          <pc:sldMk cId="1148956819" sldId="380"/>
        </pc:sldMkLst>
      </pc:sldChg>
      <pc:sldChg chg="addSp delSp modSp mod">
        <pc:chgData name="Tallos, Farkas Pal" userId="86c36b7f-01a8-446e-ba97-4074199c5aa5" providerId="ADAL" clId="{F5E663FB-0445-5BA2-811D-6DC353115E65}" dt="2026-02-23T21:03:21.544" v="1331"/>
        <pc:sldMkLst>
          <pc:docMk/>
          <pc:sldMk cId="1669249002" sldId="381"/>
        </pc:sldMkLst>
        <pc:spChg chg="mod">
          <ac:chgData name="Tallos, Farkas Pal" userId="86c36b7f-01a8-446e-ba97-4074199c5aa5" providerId="ADAL" clId="{F5E663FB-0445-5BA2-811D-6DC353115E65}" dt="2026-02-23T21:02:17.492" v="1317" actId="20577"/>
          <ac:spMkLst>
            <pc:docMk/>
            <pc:sldMk cId="1669249002" sldId="381"/>
            <ac:spMk id="2" creationId="{5DC95359-41FD-CE63-AFD0-29BA0C8C635D}"/>
          </ac:spMkLst>
        </pc:spChg>
        <pc:spChg chg="mod">
          <ac:chgData name="Tallos, Farkas Pal" userId="86c36b7f-01a8-446e-ba97-4074199c5aa5" providerId="ADAL" clId="{F5E663FB-0445-5BA2-811D-6DC353115E65}" dt="2026-02-23T21:01:31.303" v="1309" actId="20577"/>
          <ac:spMkLst>
            <pc:docMk/>
            <pc:sldMk cId="1669249002" sldId="381"/>
            <ac:spMk id="4" creationId="{02A47812-CC98-7FAD-BC01-26F32756E4B0}"/>
          </ac:spMkLst>
        </pc:spChg>
        <pc:spChg chg="mod">
          <ac:chgData name="Tallos, Farkas Pal" userId="86c36b7f-01a8-446e-ba97-4074199c5aa5" providerId="ADAL" clId="{F5E663FB-0445-5BA2-811D-6DC353115E65}" dt="2026-02-23T20:56:34.312" v="1297" actId="20577"/>
          <ac:spMkLst>
            <pc:docMk/>
            <pc:sldMk cId="1669249002" sldId="381"/>
            <ac:spMk id="8" creationId="{1F2C7B0D-96E5-B6DF-80E2-E25D72835A32}"/>
          </ac:spMkLst>
        </pc:spChg>
        <pc:spChg chg="mod">
          <ac:chgData name="Tallos, Farkas Pal" userId="86c36b7f-01a8-446e-ba97-4074199c5aa5" providerId="ADAL" clId="{F5E663FB-0445-5BA2-811D-6DC353115E65}" dt="2026-02-23T21:01:09.503" v="1304" actId="108"/>
          <ac:spMkLst>
            <pc:docMk/>
            <pc:sldMk cId="1669249002" sldId="381"/>
            <ac:spMk id="11" creationId="{B6ECD752-8E6F-4556-BEAD-F4548E420032}"/>
          </ac:spMkLst>
        </pc:spChg>
        <pc:spChg chg="add del mod">
          <ac:chgData name="Tallos, Farkas Pal" userId="86c36b7f-01a8-446e-ba97-4074199c5aa5" providerId="ADAL" clId="{F5E663FB-0445-5BA2-811D-6DC353115E65}" dt="2026-02-23T21:03:19.365" v="1323"/>
          <ac:spMkLst>
            <pc:docMk/>
            <pc:sldMk cId="1669249002" sldId="381"/>
            <ac:spMk id="12" creationId="{A7FD955A-504D-BF57-F794-665A0BCC8CE3}"/>
          </ac:spMkLst>
        </pc:spChg>
        <pc:spChg chg="mod">
          <ac:chgData name="Tallos, Farkas Pal" userId="86c36b7f-01a8-446e-ba97-4074199c5aa5" providerId="ADAL" clId="{F5E663FB-0445-5BA2-811D-6DC353115E65}" dt="2026-02-23T21:02:44.954" v="1321"/>
          <ac:spMkLst>
            <pc:docMk/>
            <pc:sldMk cId="1669249002" sldId="381"/>
            <ac:spMk id="14" creationId="{0CB22C75-8ACE-EB4F-FAA0-57B9F4514DD4}"/>
          </ac:spMkLst>
        </pc:spChg>
        <pc:spChg chg="add del mod">
          <ac:chgData name="Tallos, Farkas Pal" userId="86c36b7f-01a8-446e-ba97-4074199c5aa5" providerId="ADAL" clId="{F5E663FB-0445-5BA2-811D-6DC353115E65}" dt="2026-02-23T21:03:21.314" v="1327"/>
          <ac:spMkLst>
            <pc:docMk/>
            <pc:sldMk cId="1669249002" sldId="381"/>
            <ac:spMk id="18" creationId="{BAA49F0D-373E-902E-9FE6-033FDFE74574}"/>
          </ac:spMkLst>
        </pc:spChg>
        <pc:spChg chg="add del mod">
          <ac:chgData name="Tallos, Farkas Pal" userId="86c36b7f-01a8-446e-ba97-4074199c5aa5" providerId="ADAL" clId="{F5E663FB-0445-5BA2-811D-6DC353115E65}" dt="2026-02-23T21:03:21.316" v="1329"/>
          <ac:spMkLst>
            <pc:docMk/>
            <pc:sldMk cId="1669249002" sldId="381"/>
            <ac:spMk id="19" creationId="{BB520816-09FD-E4DB-2281-2BF6E9948498}"/>
          </ac:spMkLst>
        </pc:spChg>
        <pc:spChg chg="add del mod">
          <ac:chgData name="Tallos, Farkas Pal" userId="86c36b7f-01a8-446e-ba97-4074199c5aa5" providerId="ADAL" clId="{F5E663FB-0445-5BA2-811D-6DC353115E65}" dt="2026-02-23T21:03:20.762" v="1325"/>
          <ac:spMkLst>
            <pc:docMk/>
            <pc:sldMk cId="1669249002" sldId="381"/>
            <ac:spMk id="20" creationId="{1FCACB34-BE85-1B54-F660-B86699BD472E}"/>
          </ac:spMkLst>
        </pc:spChg>
        <pc:spChg chg="add del mod">
          <ac:chgData name="Tallos, Farkas Pal" userId="86c36b7f-01a8-446e-ba97-4074199c5aa5" providerId="ADAL" clId="{F5E663FB-0445-5BA2-811D-6DC353115E65}" dt="2026-02-23T21:03:21.544" v="1331"/>
          <ac:spMkLst>
            <pc:docMk/>
            <pc:sldMk cId="1669249002" sldId="381"/>
            <ac:spMk id="21" creationId="{9540A7E2-9140-679E-6E3E-8ADF6348744D}"/>
          </ac:spMkLst>
        </pc:spChg>
      </pc:sldChg>
      <pc:sldChg chg="addSp delSp modSp mod">
        <pc:chgData name="Tallos, Farkas Pal" userId="86c36b7f-01a8-446e-ba97-4074199c5aa5" providerId="ADAL" clId="{F5E663FB-0445-5BA2-811D-6DC353115E65}" dt="2026-02-23T17:42:40.893" v="154" actId="14100"/>
        <pc:sldMkLst>
          <pc:docMk/>
          <pc:sldMk cId="3501864848" sldId="382"/>
        </pc:sldMkLst>
        <pc:picChg chg="add del mod">
          <ac:chgData name="Tallos, Farkas Pal" userId="86c36b7f-01a8-446e-ba97-4074199c5aa5" providerId="ADAL" clId="{F5E663FB-0445-5BA2-811D-6DC353115E65}" dt="2026-02-23T17:42:34.712" v="151" actId="478"/>
          <ac:picMkLst>
            <pc:docMk/>
            <pc:sldMk cId="3501864848" sldId="382"/>
            <ac:picMk id="3" creationId="{602100CB-D543-5218-4889-3446487B44F4}"/>
          </ac:picMkLst>
        </pc:picChg>
        <pc:picChg chg="add mod">
          <ac:chgData name="Tallos, Farkas Pal" userId="86c36b7f-01a8-446e-ba97-4074199c5aa5" providerId="ADAL" clId="{F5E663FB-0445-5BA2-811D-6DC353115E65}" dt="2026-02-23T17:42:40.893" v="154" actId="14100"/>
          <ac:picMkLst>
            <pc:docMk/>
            <pc:sldMk cId="3501864848" sldId="382"/>
            <ac:picMk id="6" creationId="{17B93507-9164-73A9-1B58-A263BF3F6AFB}"/>
          </ac:picMkLst>
        </pc:picChg>
      </pc:sldChg>
      <pc:sldChg chg="ord">
        <pc:chgData name="Tallos, Farkas Pal" userId="86c36b7f-01a8-446e-ba97-4074199c5aa5" providerId="ADAL" clId="{F5E663FB-0445-5BA2-811D-6DC353115E65}" dt="2026-02-23T18:39:04.316" v="1069" actId="20578"/>
        <pc:sldMkLst>
          <pc:docMk/>
          <pc:sldMk cId="4161825522" sldId="386"/>
        </pc:sldMkLst>
      </pc:sldChg>
      <pc:sldChg chg="addSp delSp modSp mod">
        <pc:chgData name="Tallos, Farkas Pal" userId="86c36b7f-01a8-446e-ba97-4074199c5aa5" providerId="ADAL" clId="{F5E663FB-0445-5BA2-811D-6DC353115E65}" dt="2026-02-24T08:15:13.744" v="1747" actId="14100"/>
        <pc:sldMkLst>
          <pc:docMk/>
          <pc:sldMk cId="2319766726" sldId="387"/>
        </pc:sldMkLst>
        <pc:spChg chg="add mod">
          <ac:chgData name="Tallos, Farkas Pal" userId="86c36b7f-01a8-446e-ba97-4074199c5aa5" providerId="ADAL" clId="{F5E663FB-0445-5BA2-811D-6DC353115E65}" dt="2026-02-24T08:15:13.744" v="1747" actId="14100"/>
          <ac:spMkLst>
            <pc:docMk/>
            <pc:sldMk cId="2319766726" sldId="387"/>
            <ac:spMk id="3" creationId="{CEF14DFA-8643-BBBE-DDCB-0BB3E4B38C61}"/>
          </ac:spMkLst>
        </pc:spChg>
        <pc:spChg chg="mod topLvl">
          <ac:chgData name="Tallos, Farkas Pal" userId="86c36b7f-01a8-446e-ba97-4074199c5aa5" providerId="ADAL" clId="{F5E663FB-0445-5BA2-811D-6DC353115E65}" dt="2026-02-23T17:50:35.998" v="389" actId="14100"/>
          <ac:spMkLst>
            <pc:docMk/>
            <pc:sldMk cId="2319766726" sldId="387"/>
            <ac:spMk id="5" creationId="{C6343C4B-AED3-3C43-5451-E19ED1FAED51}"/>
          </ac:spMkLst>
        </pc:spChg>
        <pc:spChg chg="add mod">
          <ac:chgData name="Tallos, Farkas Pal" userId="86c36b7f-01a8-446e-ba97-4074199c5aa5" providerId="ADAL" clId="{F5E663FB-0445-5BA2-811D-6DC353115E65}" dt="2026-02-23T17:50:49.967" v="395"/>
          <ac:spMkLst>
            <pc:docMk/>
            <pc:sldMk cId="2319766726" sldId="387"/>
            <ac:spMk id="6" creationId="{52908BE4-7FE0-E7CD-160B-51B413CE671A}"/>
          </ac:spMkLst>
        </pc:spChg>
        <pc:spChg chg="add mod">
          <ac:chgData name="Tallos, Farkas Pal" userId="86c36b7f-01a8-446e-ba97-4074199c5aa5" providerId="ADAL" clId="{F5E663FB-0445-5BA2-811D-6DC353115E65}" dt="2026-02-23T18:52:32.851" v="1256" actId="14100"/>
          <ac:spMkLst>
            <pc:docMk/>
            <pc:sldMk cId="2319766726" sldId="387"/>
            <ac:spMk id="7" creationId="{4A7DFA16-2B3B-3040-52A5-B1E5D92CF1E7}"/>
          </ac:spMkLst>
        </pc:spChg>
        <pc:spChg chg="add mod">
          <ac:chgData name="Tallos, Farkas Pal" userId="86c36b7f-01a8-446e-ba97-4074199c5aa5" providerId="ADAL" clId="{F5E663FB-0445-5BA2-811D-6DC353115E65}" dt="2026-02-23T18:48:05.751" v="1189" actId="14100"/>
          <ac:spMkLst>
            <pc:docMk/>
            <pc:sldMk cId="2319766726" sldId="387"/>
            <ac:spMk id="8" creationId="{1FACDD57-01A8-B5BF-0A89-0CD370CC1222}"/>
          </ac:spMkLst>
        </pc:spChg>
        <pc:spChg chg="add mod">
          <ac:chgData name="Tallos, Farkas Pal" userId="86c36b7f-01a8-446e-ba97-4074199c5aa5" providerId="ADAL" clId="{F5E663FB-0445-5BA2-811D-6DC353115E65}" dt="2026-02-23T18:52:22.684" v="1255" actId="14100"/>
          <ac:spMkLst>
            <pc:docMk/>
            <pc:sldMk cId="2319766726" sldId="387"/>
            <ac:spMk id="9" creationId="{B0B412E5-7531-29F1-15F9-97493EC6EABC}"/>
          </ac:spMkLst>
        </pc:spChg>
        <pc:spChg chg="mod topLvl">
          <ac:chgData name="Tallos, Farkas Pal" userId="86c36b7f-01a8-446e-ba97-4074199c5aa5" providerId="ADAL" clId="{F5E663FB-0445-5BA2-811D-6DC353115E65}" dt="2026-02-23T18:19:01.840" v="979" actId="20577"/>
          <ac:spMkLst>
            <pc:docMk/>
            <pc:sldMk cId="2319766726" sldId="387"/>
            <ac:spMk id="10" creationId="{B4F5FF60-0E07-BB3D-2F74-C10DFCE4F85B}"/>
          </ac:spMkLst>
        </pc:spChg>
        <pc:spChg chg="add mod">
          <ac:chgData name="Tallos, Farkas Pal" userId="86c36b7f-01a8-446e-ba97-4074199c5aa5" providerId="ADAL" clId="{F5E663FB-0445-5BA2-811D-6DC353115E65}" dt="2026-02-23T18:19:12.550" v="980"/>
          <ac:spMkLst>
            <pc:docMk/>
            <pc:sldMk cId="2319766726" sldId="387"/>
            <ac:spMk id="11" creationId="{775B5F2E-4A55-5160-D1CB-F34723EA4C7B}"/>
          </ac:spMkLst>
        </pc:spChg>
        <pc:spChg chg="add mod">
          <ac:chgData name="Tallos, Farkas Pal" userId="86c36b7f-01a8-446e-ba97-4074199c5aa5" providerId="ADAL" clId="{F5E663FB-0445-5BA2-811D-6DC353115E65}" dt="2026-02-23T18:19:12.550" v="980"/>
          <ac:spMkLst>
            <pc:docMk/>
            <pc:sldMk cId="2319766726" sldId="387"/>
            <ac:spMk id="12" creationId="{9E064FC3-4163-E560-30BB-907A64DAA757}"/>
          </ac:spMkLst>
        </pc:spChg>
        <pc:spChg chg="add mod">
          <ac:chgData name="Tallos, Farkas Pal" userId="86c36b7f-01a8-446e-ba97-4074199c5aa5" providerId="ADAL" clId="{F5E663FB-0445-5BA2-811D-6DC353115E65}" dt="2026-02-23T18:19:12.550" v="980"/>
          <ac:spMkLst>
            <pc:docMk/>
            <pc:sldMk cId="2319766726" sldId="387"/>
            <ac:spMk id="14" creationId="{08FA8F06-45E6-8CC4-2FC7-EC723609E26B}"/>
          </ac:spMkLst>
        </pc:spChg>
        <pc:spChg chg="add mod">
          <ac:chgData name="Tallos, Farkas Pal" userId="86c36b7f-01a8-446e-ba97-4074199c5aa5" providerId="ADAL" clId="{F5E663FB-0445-5BA2-811D-6DC353115E65}" dt="2026-02-23T18:19:12.550" v="980"/>
          <ac:spMkLst>
            <pc:docMk/>
            <pc:sldMk cId="2319766726" sldId="387"/>
            <ac:spMk id="16" creationId="{FFA8FCC3-A87E-2727-2F6B-64A139D5F92F}"/>
          </ac:spMkLst>
        </pc:spChg>
        <pc:spChg chg="add mod">
          <ac:chgData name="Tallos, Farkas Pal" userId="86c36b7f-01a8-446e-ba97-4074199c5aa5" providerId="ADAL" clId="{F5E663FB-0445-5BA2-811D-6DC353115E65}" dt="2026-02-23T18:40:41.882" v="1087" actId="20577"/>
          <ac:spMkLst>
            <pc:docMk/>
            <pc:sldMk cId="2319766726" sldId="387"/>
            <ac:spMk id="17" creationId="{34EB1AB4-6B94-E660-57D4-DF4EBAB0EDE1}"/>
          </ac:spMkLst>
        </pc:spChg>
        <pc:spChg chg="add mod">
          <ac:chgData name="Tallos, Farkas Pal" userId="86c36b7f-01a8-446e-ba97-4074199c5aa5" providerId="ADAL" clId="{F5E663FB-0445-5BA2-811D-6DC353115E65}" dt="2026-02-23T18:35:56.397" v="1051" actId="207"/>
          <ac:spMkLst>
            <pc:docMk/>
            <pc:sldMk cId="2319766726" sldId="387"/>
            <ac:spMk id="18" creationId="{D6B50200-6440-94D3-7371-7D368F9D63C9}"/>
          </ac:spMkLst>
        </pc:spChg>
        <pc:spChg chg="add mod">
          <ac:chgData name="Tallos, Farkas Pal" userId="86c36b7f-01a8-446e-ba97-4074199c5aa5" providerId="ADAL" clId="{F5E663FB-0445-5BA2-811D-6DC353115E65}" dt="2026-02-23T18:42:05.732" v="1170" actId="20577"/>
          <ac:spMkLst>
            <pc:docMk/>
            <pc:sldMk cId="2319766726" sldId="387"/>
            <ac:spMk id="19" creationId="{E3A51982-A0D9-A198-7AAC-72220A0493FC}"/>
          </ac:spMkLst>
        </pc:spChg>
        <pc:spChg chg="add mod">
          <ac:chgData name="Tallos, Farkas Pal" userId="86c36b7f-01a8-446e-ba97-4074199c5aa5" providerId="ADAL" clId="{F5E663FB-0445-5BA2-811D-6DC353115E65}" dt="2026-02-23T18:41:11.295" v="1089" actId="20577"/>
          <ac:spMkLst>
            <pc:docMk/>
            <pc:sldMk cId="2319766726" sldId="387"/>
            <ac:spMk id="20" creationId="{8FF925FB-FD1C-E7CC-9A71-CF34FBEE9F09}"/>
          </ac:spMkLst>
        </pc:spChg>
        <pc:spChg chg="add del mod">
          <ac:chgData name="Tallos, Farkas Pal" userId="86c36b7f-01a8-446e-ba97-4074199c5aa5" providerId="ADAL" clId="{F5E663FB-0445-5BA2-811D-6DC353115E65}" dt="2026-02-23T18:36:26.149" v="1059"/>
          <ac:spMkLst>
            <pc:docMk/>
            <pc:sldMk cId="2319766726" sldId="387"/>
            <ac:spMk id="21" creationId="{2265F646-A93D-27AB-A01E-DEA2D28E7FDE}"/>
          </ac:spMkLst>
        </pc:spChg>
        <pc:spChg chg="add mod">
          <ac:chgData name="Tallos, Farkas Pal" userId="86c36b7f-01a8-446e-ba97-4074199c5aa5" providerId="ADAL" clId="{F5E663FB-0445-5BA2-811D-6DC353115E65}" dt="2026-02-23T18:31:17.694" v="996"/>
          <ac:spMkLst>
            <pc:docMk/>
            <pc:sldMk cId="2319766726" sldId="387"/>
            <ac:spMk id="22" creationId="{8E00F8C7-9152-E168-0A78-72E01D33B6AB}"/>
          </ac:spMkLst>
        </pc:spChg>
        <pc:spChg chg="add mod">
          <ac:chgData name="Tallos, Farkas Pal" userId="86c36b7f-01a8-446e-ba97-4074199c5aa5" providerId="ADAL" clId="{F5E663FB-0445-5BA2-811D-6DC353115E65}" dt="2026-02-23T18:31:17.277" v="995"/>
          <ac:spMkLst>
            <pc:docMk/>
            <pc:sldMk cId="2319766726" sldId="387"/>
            <ac:spMk id="23" creationId="{8BA6845E-C89D-F1AA-89E0-3C850AFDAE74}"/>
          </ac:spMkLst>
        </pc:spChg>
        <pc:spChg chg="add del mod">
          <ac:chgData name="Tallos, Farkas Pal" userId="86c36b7f-01a8-446e-ba97-4074199c5aa5" providerId="ADAL" clId="{F5E663FB-0445-5BA2-811D-6DC353115E65}" dt="2026-02-23T18:34:38.171" v="1034"/>
          <ac:spMkLst>
            <pc:docMk/>
            <pc:sldMk cId="2319766726" sldId="387"/>
            <ac:spMk id="24" creationId="{FF270F54-5AC6-2F07-6926-EC43CB306FD5}"/>
          </ac:spMkLst>
        </pc:spChg>
        <pc:spChg chg="add del mod">
          <ac:chgData name="Tallos, Farkas Pal" userId="86c36b7f-01a8-446e-ba97-4074199c5aa5" providerId="ADAL" clId="{F5E663FB-0445-5BA2-811D-6DC353115E65}" dt="2026-02-23T18:36:26.148" v="1057"/>
          <ac:spMkLst>
            <pc:docMk/>
            <pc:sldMk cId="2319766726" sldId="387"/>
            <ac:spMk id="25" creationId="{8623095B-7FA0-CBC8-DAAD-32787F6D17B4}"/>
          </ac:spMkLst>
        </pc:spChg>
        <pc:spChg chg="add del mod">
          <ac:chgData name="Tallos, Farkas Pal" userId="86c36b7f-01a8-446e-ba97-4074199c5aa5" providerId="ADAL" clId="{F5E663FB-0445-5BA2-811D-6DC353115E65}" dt="2026-02-23T18:36:28.605" v="1061"/>
          <ac:spMkLst>
            <pc:docMk/>
            <pc:sldMk cId="2319766726" sldId="387"/>
            <ac:spMk id="26" creationId="{698EC1A0-8297-AC29-CB41-DFCEAADF7790}"/>
          </ac:spMkLst>
        </pc:spChg>
        <pc:spChg chg="mod topLvl">
          <ac:chgData name="Tallos, Farkas Pal" userId="86c36b7f-01a8-446e-ba97-4074199c5aa5" providerId="ADAL" clId="{F5E663FB-0445-5BA2-811D-6DC353115E65}" dt="2026-02-23T18:41:45.898" v="1165" actId="20577"/>
          <ac:spMkLst>
            <pc:docMk/>
            <pc:sldMk cId="2319766726" sldId="387"/>
            <ac:spMk id="30" creationId="{C79A77AA-DD29-F19F-3407-8CFCC78B14DB}"/>
          </ac:spMkLst>
        </pc:spChg>
        <pc:spChg chg="mod topLvl">
          <ac:chgData name="Tallos, Farkas Pal" userId="86c36b7f-01a8-446e-ba97-4074199c5aa5" providerId="ADAL" clId="{F5E663FB-0445-5BA2-811D-6DC353115E65}" dt="2026-02-23T18:35:13.620" v="1041" actId="166"/>
          <ac:spMkLst>
            <pc:docMk/>
            <pc:sldMk cId="2319766726" sldId="387"/>
            <ac:spMk id="32" creationId="{DF0420D0-E8F7-2948-8FC4-D095CB79A931}"/>
          </ac:spMkLst>
        </pc:spChg>
        <pc:spChg chg="mod topLvl">
          <ac:chgData name="Tallos, Farkas Pal" userId="86c36b7f-01a8-446e-ba97-4074199c5aa5" providerId="ADAL" clId="{F5E663FB-0445-5BA2-811D-6DC353115E65}" dt="2026-02-23T17:45:03.613" v="157" actId="165"/>
          <ac:spMkLst>
            <pc:docMk/>
            <pc:sldMk cId="2319766726" sldId="387"/>
            <ac:spMk id="33" creationId="{784142B7-2E7E-118F-11C4-CD0C21CF2A7F}"/>
          </ac:spMkLst>
        </pc:spChg>
        <pc:spChg chg="mod topLvl">
          <ac:chgData name="Tallos, Farkas Pal" userId="86c36b7f-01a8-446e-ba97-4074199c5aa5" providerId="ADAL" clId="{F5E663FB-0445-5BA2-811D-6DC353115E65}" dt="2026-02-23T17:45:03.613" v="157" actId="165"/>
          <ac:spMkLst>
            <pc:docMk/>
            <pc:sldMk cId="2319766726" sldId="387"/>
            <ac:spMk id="34" creationId="{65DE1753-080B-332F-1A56-FED2FEE120C7}"/>
          </ac:spMkLst>
        </pc:spChg>
        <pc:spChg chg="mod topLvl">
          <ac:chgData name="Tallos, Farkas Pal" userId="86c36b7f-01a8-446e-ba97-4074199c5aa5" providerId="ADAL" clId="{F5E663FB-0445-5BA2-811D-6DC353115E65}" dt="2026-02-23T17:45:03.613" v="157" actId="165"/>
          <ac:spMkLst>
            <pc:docMk/>
            <pc:sldMk cId="2319766726" sldId="387"/>
            <ac:spMk id="35" creationId="{FDF8D616-3EDA-256F-FCA1-0BF46D5F1D79}"/>
          </ac:spMkLst>
        </pc:spChg>
        <pc:spChg chg="mod topLvl">
          <ac:chgData name="Tallos, Farkas Pal" userId="86c36b7f-01a8-446e-ba97-4074199c5aa5" providerId="ADAL" clId="{F5E663FB-0445-5BA2-811D-6DC353115E65}" dt="2026-02-23T17:46:50.085" v="169" actId="14100"/>
          <ac:spMkLst>
            <pc:docMk/>
            <pc:sldMk cId="2319766726" sldId="387"/>
            <ac:spMk id="40" creationId="{7A2099C1-531B-70E2-D7FC-DD337863C726}"/>
          </ac:spMkLst>
        </pc:spChg>
        <pc:spChg chg="mod topLvl">
          <ac:chgData name="Tallos, Farkas Pal" userId="86c36b7f-01a8-446e-ba97-4074199c5aa5" providerId="ADAL" clId="{F5E663FB-0445-5BA2-811D-6DC353115E65}" dt="2026-02-23T17:47:08.779" v="191" actId="20577"/>
          <ac:spMkLst>
            <pc:docMk/>
            <pc:sldMk cId="2319766726" sldId="387"/>
            <ac:spMk id="41" creationId="{8C4CA04B-897F-4840-B35C-43A0E89CC382}"/>
          </ac:spMkLst>
        </pc:spChg>
        <pc:spChg chg="mod topLvl">
          <ac:chgData name="Tallos, Farkas Pal" userId="86c36b7f-01a8-446e-ba97-4074199c5aa5" providerId="ADAL" clId="{F5E663FB-0445-5BA2-811D-6DC353115E65}" dt="2026-02-23T18:19:48.746" v="988" actId="1076"/>
          <ac:spMkLst>
            <pc:docMk/>
            <pc:sldMk cId="2319766726" sldId="387"/>
            <ac:spMk id="42" creationId="{02A790E0-FE04-4DF0-BF1D-A6924E593056}"/>
          </ac:spMkLst>
        </pc:spChg>
        <pc:grpChg chg="mod">
          <ac:chgData name="Tallos, Farkas Pal" userId="86c36b7f-01a8-446e-ba97-4074199c5aa5" providerId="ADAL" clId="{F5E663FB-0445-5BA2-811D-6DC353115E65}" dt="2026-02-23T17:44:48.162" v="156" actId="14100"/>
          <ac:grpSpMkLst>
            <pc:docMk/>
            <pc:sldMk cId="2319766726" sldId="387"/>
            <ac:grpSpMk id="45" creationId="{BFCCD7DA-9AAD-5957-6BEB-805EC74F6472}"/>
          </ac:grpSpMkLst>
        </pc:grpChg>
      </pc:sldChg>
      <pc:sldChg chg="addSp modSp add mod">
        <pc:chgData name="Tallos, Farkas Pal" userId="86c36b7f-01a8-446e-ba97-4074199c5aa5" providerId="ADAL" clId="{F5E663FB-0445-5BA2-811D-6DC353115E65}" dt="2026-02-23T16:29:48.827" v="142" actId="20577"/>
        <pc:sldMkLst>
          <pc:docMk/>
          <pc:sldMk cId="1014825718" sldId="388"/>
        </pc:sldMkLst>
        <pc:spChg chg="add mod">
          <ac:chgData name="Tallos, Farkas Pal" userId="86c36b7f-01a8-446e-ba97-4074199c5aa5" providerId="ADAL" clId="{F5E663FB-0445-5BA2-811D-6DC353115E65}" dt="2026-02-23T16:28:26.341" v="122" actId="1037"/>
          <ac:spMkLst>
            <pc:docMk/>
            <pc:sldMk cId="1014825718" sldId="388"/>
            <ac:spMk id="6" creationId="{A036C406-9D21-1799-011F-447515AA3D7F}"/>
          </ac:spMkLst>
        </pc:spChg>
        <pc:spChg chg="add mod">
          <ac:chgData name="Tallos, Farkas Pal" userId="86c36b7f-01a8-446e-ba97-4074199c5aa5" providerId="ADAL" clId="{F5E663FB-0445-5BA2-811D-6DC353115E65}" dt="2026-02-23T16:28:26.341" v="122" actId="1037"/>
          <ac:spMkLst>
            <pc:docMk/>
            <pc:sldMk cId="1014825718" sldId="388"/>
            <ac:spMk id="9" creationId="{729909F4-E824-1C71-C9F6-E1059BF6E94D}"/>
          </ac:spMkLst>
        </pc:spChg>
        <pc:spChg chg="add mod">
          <ac:chgData name="Tallos, Farkas Pal" userId="86c36b7f-01a8-446e-ba97-4074199c5aa5" providerId="ADAL" clId="{F5E663FB-0445-5BA2-811D-6DC353115E65}" dt="2026-02-23T16:28:26.341" v="122" actId="1037"/>
          <ac:spMkLst>
            <pc:docMk/>
            <pc:sldMk cId="1014825718" sldId="388"/>
            <ac:spMk id="10" creationId="{34266F38-5019-303F-C240-1B8944D50508}"/>
          </ac:spMkLst>
        </pc:spChg>
        <pc:spChg chg="add mod">
          <ac:chgData name="Tallos, Farkas Pal" userId="86c36b7f-01a8-446e-ba97-4074199c5aa5" providerId="ADAL" clId="{F5E663FB-0445-5BA2-811D-6DC353115E65}" dt="2026-02-23T16:29:15.218" v="138" actId="20577"/>
          <ac:spMkLst>
            <pc:docMk/>
            <pc:sldMk cId="1014825718" sldId="388"/>
            <ac:spMk id="11" creationId="{4F7EE4DC-E32B-2695-3C1F-195CF7FD176E}"/>
          </ac:spMkLst>
        </pc:spChg>
        <pc:spChg chg="add mod">
          <ac:chgData name="Tallos, Farkas Pal" userId="86c36b7f-01a8-446e-ba97-4074199c5aa5" providerId="ADAL" clId="{F5E663FB-0445-5BA2-811D-6DC353115E65}" dt="2026-02-23T16:28:26.341" v="122" actId="1037"/>
          <ac:spMkLst>
            <pc:docMk/>
            <pc:sldMk cId="1014825718" sldId="388"/>
            <ac:spMk id="12" creationId="{A37650CA-5D0B-60F0-9E77-FA5193CE9EC0}"/>
          </ac:spMkLst>
        </pc:spChg>
        <pc:spChg chg="mod">
          <ac:chgData name="Tallos, Farkas Pal" userId="86c36b7f-01a8-446e-ba97-4074199c5aa5" providerId="ADAL" clId="{F5E663FB-0445-5BA2-811D-6DC353115E65}" dt="2026-02-23T16:25:06.108" v="86"/>
          <ac:spMkLst>
            <pc:docMk/>
            <pc:sldMk cId="1014825718" sldId="388"/>
            <ac:spMk id="16" creationId="{07B3A67B-6D2A-1CB8-2845-0857ADF4164A}"/>
          </ac:spMkLst>
        </pc:spChg>
        <pc:spChg chg="add mod">
          <ac:chgData name="Tallos, Farkas Pal" userId="86c36b7f-01a8-446e-ba97-4074199c5aa5" providerId="ADAL" clId="{F5E663FB-0445-5BA2-811D-6DC353115E65}" dt="2026-02-23T16:29:48.827" v="142" actId="20577"/>
          <ac:spMkLst>
            <pc:docMk/>
            <pc:sldMk cId="1014825718" sldId="388"/>
            <ac:spMk id="20" creationId="{CF48672D-0C17-2934-8876-DFAFC3328C97}"/>
          </ac:spMkLst>
        </pc:spChg>
        <pc:grpChg chg="mod">
          <ac:chgData name="Tallos, Farkas Pal" userId="86c36b7f-01a8-446e-ba97-4074199c5aa5" providerId="ADAL" clId="{F5E663FB-0445-5BA2-811D-6DC353115E65}" dt="2026-02-23T16:28:26.341" v="122" actId="1037"/>
          <ac:grpSpMkLst>
            <pc:docMk/>
            <pc:sldMk cId="1014825718" sldId="388"/>
            <ac:grpSpMk id="13" creationId="{A292EB3F-089E-E035-6DE0-47546F1D49C9}"/>
          </ac:grpSpMkLst>
        </pc:grpChg>
        <pc:picChg chg="mod">
          <ac:chgData name="Tallos, Farkas Pal" userId="86c36b7f-01a8-446e-ba97-4074199c5aa5" providerId="ADAL" clId="{F5E663FB-0445-5BA2-811D-6DC353115E65}" dt="2026-02-23T16:28:51.982" v="127" actId="1036"/>
          <ac:picMkLst>
            <pc:docMk/>
            <pc:sldMk cId="1014825718" sldId="388"/>
            <ac:picMk id="3" creationId="{E4B4F90F-ADD6-0860-DB02-89CC077119E1}"/>
          </ac:picMkLst>
        </pc:picChg>
        <pc:picChg chg="mod">
          <ac:chgData name="Tallos, Farkas Pal" userId="86c36b7f-01a8-446e-ba97-4074199c5aa5" providerId="ADAL" clId="{F5E663FB-0445-5BA2-811D-6DC353115E65}" dt="2026-02-23T16:25:06.108" v="86"/>
          <ac:picMkLst>
            <pc:docMk/>
            <pc:sldMk cId="1014825718" sldId="388"/>
            <ac:picMk id="17" creationId="{B41EACB9-9B80-03CE-1CC9-E14D68B5B0B9}"/>
          </ac:picMkLst>
        </pc:picChg>
        <pc:picChg chg="add mod">
          <ac:chgData name="Tallos, Farkas Pal" userId="86c36b7f-01a8-446e-ba97-4074199c5aa5" providerId="ADAL" clId="{F5E663FB-0445-5BA2-811D-6DC353115E65}" dt="2026-02-23T16:28:26.341" v="122" actId="1037"/>
          <ac:picMkLst>
            <pc:docMk/>
            <pc:sldMk cId="1014825718" sldId="388"/>
            <ac:picMk id="18" creationId="{35C1DA3D-BBD5-F4E9-11F0-D15F6489C24C}"/>
          </ac:picMkLst>
        </pc:picChg>
        <pc:picChg chg="add mod">
          <ac:chgData name="Tallos, Farkas Pal" userId="86c36b7f-01a8-446e-ba97-4074199c5aa5" providerId="ADAL" clId="{F5E663FB-0445-5BA2-811D-6DC353115E65}" dt="2026-02-23T16:28:26.341" v="122" actId="1037"/>
          <ac:picMkLst>
            <pc:docMk/>
            <pc:sldMk cId="1014825718" sldId="388"/>
            <ac:picMk id="19" creationId="{BD155219-1567-EDC4-D98E-BCD7F1715F31}"/>
          </ac:picMkLst>
        </pc:picChg>
      </pc:sldChg>
      <pc:sldChg chg="addSp delSp modSp add del mod">
        <pc:chgData name="Tallos, Farkas Pal" userId="86c36b7f-01a8-446e-ba97-4074199c5aa5" providerId="ADAL" clId="{F5E663FB-0445-5BA2-811D-6DC353115E65}" dt="2026-02-23T16:24:30.738" v="83" actId="2696"/>
        <pc:sldMkLst>
          <pc:docMk/>
          <pc:sldMk cId="3781510080" sldId="388"/>
        </pc:sldMkLst>
        <pc:spChg chg="mod">
          <ac:chgData name="Tallos, Farkas Pal" userId="86c36b7f-01a8-446e-ba97-4074199c5aa5" providerId="ADAL" clId="{F5E663FB-0445-5BA2-811D-6DC353115E65}" dt="2026-02-23T16:21:16.177" v="62" actId="20577"/>
          <ac:spMkLst>
            <pc:docMk/>
            <pc:sldMk cId="3781510080" sldId="388"/>
            <ac:spMk id="7" creationId="{B5A827D2-D429-C2EF-0D94-CB5F02CD8570}"/>
          </ac:spMkLst>
        </pc:spChg>
        <pc:spChg chg="mod">
          <ac:chgData name="Tallos, Farkas Pal" userId="86c36b7f-01a8-446e-ba97-4074199c5aa5" providerId="ADAL" clId="{F5E663FB-0445-5BA2-811D-6DC353115E65}" dt="2026-02-23T16:23:56.859" v="82" actId="20577"/>
          <ac:spMkLst>
            <pc:docMk/>
            <pc:sldMk cId="3781510080" sldId="388"/>
            <ac:spMk id="8" creationId="{7DF11CC8-CBF3-DF3C-75AE-365FDFFD94D9}"/>
          </ac:spMkLst>
        </pc:spChg>
        <pc:picChg chg="add mod">
          <ac:chgData name="Tallos, Farkas Pal" userId="86c36b7f-01a8-446e-ba97-4074199c5aa5" providerId="ADAL" clId="{F5E663FB-0445-5BA2-811D-6DC353115E65}" dt="2026-02-23T16:20:39.892" v="13" actId="1076"/>
          <ac:picMkLst>
            <pc:docMk/>
            <pc:sldMk cId="3781510080" sldId="388"/>
            <ac:picMk id="3" creationId="{E4B4F90F-ADD6-0860-DB02-89CC077119E1}"/>
          </ac:picMkLst>
        </pc:picChg>
        <pc:picChg chg="del">
          <ac:chgData name="Tallos, Farkas Pal" userId="86c36b7f-01a8-446e-ba97-4074199c5aa5" providerId="ADAL" clId="{F5E663FB-0445-5BA2-811D-6DC353115E65}" dt="2026-02-23T16:20:10.601" v="9" actId="478"/>
          <ac:picMkLst>
            <pc:docMk/>
            <pc:sldMk cId="3781510080" sldId="388"/>
            <ac:picMk id="12" creationId="{F0809091-8E90-8B6F-DEB7-2C7FF97B66BA}"/>
          </ac:picMkLst>
        </pc:picChg>
      </pc:sldChg>
      <pc:sldChg chg="addSp delSp modSp add mod">
        <pc:chgData name="Tallos, Farkas Pal" userId="86c36b7f-01a8-446e-ba97-4074199c5aa5" providerId="ADAL" clId="{F5E663FB-0445-5BA2-811D-6DC353115E65}" dt="2026-02-23T17:42:17.051" v="150" actId="14826"/>
        <pc:sldMkLst>
          <pc:docMk/>
          <pc:sldMk cId="1886474214" sldId="389"/>
        </pc:sldMkLst>
        <pc:picChg chg="add del mod">
          <ac:chgData name="Tallos, Farkas Pal" userId="86c36b7f-01a8-446e-ba97-4074199c5aa5" providerId="ADAL" clId="{F5E663FB-0445-5BA2-811D-6DC353115E65}" dt="2026-02-23T17:14:25.990" v="146" actId="478"/>
          <ac:picMkLst>
            <pc:docMk/>
            <pc:sldMk cId="1886474214" sldId="389"/>
            <ac:picMk id="3" creationId="{5652DF5F-E5A6-6DBF-8857-FB7A48962DB3}"/>
          </ac:picMkLst>
        </pc:picChg>
        <pc:picChg chg="add mod">
          <ac:chgData name="Tallos, Farkas Pal" userId="86c36b7f-01a8-446e-ba97-4074199c5aa5" providerId="ADAL" clId="{F5E663FB-0445-5BA2-811D-6DC353115E65}" dt="2026-02-23T17:42:17.051" v="150" actId="14826"/>
          <ac:picMkLst>
            <pc:docMk/>
            <pc:sldMk cId="1886474214" sldId="389"/>
            <ac:picMk id="6" creationId="{9B1D4F3D-02A9-D087-A2A7-53FA2373815F}"/>
          </ac:picMkLst>
        </pc:picChg>
      </pc:sldChg>
      <pc:sldChg chg="addSp delSp modSp add mod ord">
        <pc:chgData name="Tallos, Farkas Pal" userId="86c36b7f-01a8-446e-ba97-4074199c5aa5" providerId="ADAL" clId="{F5E663FB-0445-5BA2-811D-6DC353115E65}" dt="2026-02-23T19:03:19.426" v="1292" actId="20578"/>
        <pc:sldMkLst>
          <pc:docMk/>
          <pc:sldMk cId="3200591230" sldId="390"/>
        </pc:sldMkLst>
        <pc:spChg chg="del">
          <ac:chgData name="Tallos, Farkas Pal" userId="86c36b7f-01a8-446e-ba97-4074199c5aa5" providerId="ADAL" clId="{F5E663FB-0445-5BA2-811D-6DC353115E65}" dt="2026-02-23T18:55:35.548" v="1266" actId="478"/>
          <ac:spMkLst>
            <pc:docMk/>
            <pc:sldMk cId="3200591230" sldId="390"/>
            <ac:spMk id="2" creationId="{CF088BA8-745C-6827-94C5-9ED4C7C6EC58}"/>
          </ac:spMkLst>
        </pc:spChg>
        <pc:grpChg chg="del">
          <ac:chgData name="Tallos, Farkas Pal" userId="86c36b7f-01a8-446e-ba97-4074199c5aa5" providerId="ADAL" clId="{F5E663FB-0445-5BA2-811D-6DC353115E65}" dt="2026-02-23T18:55:37.457" v="1268" actId="478"/>
          <ac:grpSpMkLst>
            <pc:docMk/>
            <pc:sldMk cId="3200591230" sldId="390"/>
            <ac:grpSpMk id="9" creationId="{AA7F228B-61BC-FF92-9E68-0B0D0C33B711}"/>
          </ac:grpSpMkLst>
        </pc:grpChg>
        <pc:picChg chg="add del mod">
          <ac:chgData name="Tallos, Farkas Pal" userId="86c36b7f-01a8-446e-ba97-4074199c5aa5" providerId="ADAL" clId="{F5E663FB-0445-5BA2-811D-6DC353115E65}" dt="2026-02-23T19:03:12.101" v="1288" actId="478"/>
          <ac:picMkLst>
            <pc:docMk/>
            <pc:sldMk cId="3200591230" sldId="390"/>
            <ac:picMk id="3" creationId="{F6E566D2-0A24-066B-2F38-34C30068A93C}"/>
          </ac:picMkLst>
        </pc:picChg>
        <pc:picChg chg="add del mod">
          <ac:chgData name="Tallos, Farkas Pal" userId="86c36b7f-01a8-446e-ba97-4074199c5aa5" providerId="ADAL" clId="{F5E663FB-0445-5BA2-811D-6DC353115E65}" dt="2026-02-23T18:59:35.024" v="1278" actId="478"/>
          <ac:picMkLst>
            <pc:docMk/>
            <pc:sldMk cId="3200591230" sldId="390"/>
            <ac:picMk id="4" creationId="{CA9958E4-5CC9-AB9D-29D0-98FCE75B6D9B}"/>
          </ac:picMkLst>
        </pc:picChg>
        <pc:picChg chg="del">
          <ac:chgData name="Tallos, Farkas Pal" userId="86c36b7f-01a8-446e-ba97-4074199c5aa5" providerId="ADAL" clId="{F5E663FB-0445-5BA2-811D-6DC353115E65}" dt="2026-02-23T18:55:39.015" v="1269" actId="478"/>
          <ac:picMkLst>
            <pc:docMk/>
            <pc:sldMk cId="3200591230" sldId="390"/>
            <ac:picMk id="5" creationId="{2FDB8FB9-970D-DE2E-9200-AAB57209B966}"/>
          </ac:picMkLst>
        </pc:picChg>
        <pc:picChg chg="add del mod">
          <ac:chgData name="Tallos, Farkas Pal" userId="86c36b7f-01a8-446e-ba97-4074199c5aa5" providerId="ADAL" clId="{F5E663FB-0445-5BA2-811D-6DC353115E65}" dt="2026-02-23T18:59:51.546" v="1282" actId="478"/>
          <ac:picMkLst>
            <pc:docMk/>
            <pc:sldMk cId="3200591230" sldId="390"/>
            <ac:picMk id="12" creationId="{EFA2BFFE-A42D-671B-888A-875A723CD14F}"/>
          </ac:picMkLst>
        </pc:picChg>
        <pc:picChg chg="add mod">
          <ac:chgData name="Tallos, Farkas Pal" userId="86c36b7f-01a8-446e-ba97-4074199c5aa5" providerId="ADAL" clId="{F5E663FB-0445-5BA2-811D-6DC353115E65}" dt="2026-02-23T19:03:16.831" v="1291" actId="14100"/>
          <ac:picMkLst>
            <pc:docMk/>
            <pc:sldMk cId="3200591230" sldId="390"/>
            <ac:picMk id="13" creationId="{D992FFD9-6045-65F8-1854-57166495AEC7}"/>
          </ac:picMkLst>
        </pc:picChg>
        <pc:cxnChg chg="del">
          <ac:chgData name="Tallos, Farkas Pal" userId="86c36b7f-01a8-446e-ba97-4074199c5aa5" providerId="ADAL" clId="{F5E663FB-0445-5BA2-811D-6DC353115E65}" dt="2026-02-23T18:55:36.625" v="1267" actId="478"/>
          <ac:cxnSpMkLst>
            <pc:docMk/>
            <pc:sldMk cId="3200591230" sldId="390"/>
            <ac:cxnSpMk id="6" creationId="{8D691CE7-5BC3-83C3-AFFB-8D940E0F82B9}"/>
          </ac:cxnSpMkLst>
        </pc:cxnChg>
      </pc:sldChg>
      <pc:sldChg chg="delSp modSp add mod">
        <pc:chgData name="Tallos, Farkas Pal" userId="86c36b7f-01a8-446e-ba97-4074199c5aa5" providerId="ADAL" clId="{F5E663FB-0445-5BA2-811D-6DC353115E65}" dt="2026-02-23T19:03:06.830" v="1287" actId="14100"/>
        <pc:sldMkLst>
          <pc:docMk/>
          <pc:sldMk cId="2596911719" sldId="391"/>
        </pc:sldMkLst>
        <pc:picChg chg="mod">
          <ac:chgData name="Tallos, Farkas Pal" userId="86c36b7f-01a8-446e-ba97-4074199c5aa5" providerId="ADAL" clId="{F5E663FB-0445-5BA2-811D-6DC353115E65}" dt="2026-02-23T19:03:06.830" v="1287" actId="14100"/>
          <ac:picMkLst>
            <pc:docMk/>
            <pc:sldMk cId="2596911719" sldId="391"/>
            <ac:picMk id="3" creationId="{6E240EFC-C99C-09A2-8637-89D304AD6A42}"/>
          </ac:picMkLst>
        </pc:picChg>
        <pc:picChg chg="del">
          <ac:chgData name="Tallos, Farkas Pal" userId="86c36b7f-01a8-446e-ba97-4074199c5aa5" providerId="ADAL" clId="{F5E663FB-0445-5BA2-811D-6DC353115E65}" dt="2026-02-23T19:03:04.341" v="1286" actId="478"/>
          <ac:picMkLst>
            <pc:docMk/>
            <pc:sldMk cId="2596911719" sldId="391"/>
            <ac:picMk id="13" creationId="{46DDC126-8AA6-326D-34CC-569731FF0024}"/>
          </ac:picMkLst>
        </pc:picChg>
      </pc:sldChg>
      <pc:sldChg chg="delSp modSp add mod ord">
        <pc:chgData name="Tallos, Farkas Pal" userId="86c36b7f-01a8-446e-ba97-4074199c5aa5" providerId="ADAL" clId="{F5E663FB-0445-5BA2-811D-6DC353115E65}" dt="2026-02-24T08:42:21.174" v="1791" actId="1035"/>
        <pc:sldMkLst>
          <pc:docMk/>
          <pc:sldMk cId="3118731813" sldId="392"/>
        </pc:sldMkLst>
        <pc:spChg chg="mod">
          <ac:chgData name="Tallos, Farkas Pal" userId="86c36b7f-01a8-446e-ba97-4074199c5aa5" providerId="ADAL" clId="{F5E663FB-0445-5BA2-811D-6DC353115E65}" dt="2026-02-23T22:11:55.074" v="1406" actId="20577"/>
          <ac:spMkLst>
            <pc:docMk/>
            <pc:sldMk cId="3118731813" sldId="392"/>
            <ac:spMk id="4" creationId="{6009AC13-AAC6-780E-7A87-6500510DE0F4}"/>
          </ac:spMkLst>
        </pc:spChg>
        <pc:spChg chg="mod">
          <ac:chgData name="Tallos, Farkas Pal" userId="86c36b7f-01a8-446e-ba97-4074199c5aa5" providerId="ADAL" clId="{F5E663FB-0445-5BA2-811D-6DC353115E65}" dt="2026-02-24T08:42:21.174" v="1791" actId="1035"/>
          <ac:spMkLst>
            <pc:docMk/>
            <pc:sldMk cId="3118731813" sldId="392"/>
            <ac:spMk id="5" creationId="{EB714934-0F8A-EAD8-69F7-760FEB830683}"/>
          </ac:spMkLst>
        </pc:spChg>
        <pc:spChg chg="mod">
          <ac:chgData name="Tallos, Farkas Pal" userId="86c36b7f-01a8-446e-ba97-4074199c5aa5" providerId="ADAL" clId="{F5E663FB-0445-5BA2-811D-6DC353115E65}" dt="2026-02-24T08:42:21.174" v="1791" actId="1035"/>
          <ac:spMkLst>
            <pc:docMk/>
            <pc:sldMk cId="3118731813" sldId="392"/>
            <ac:spMk id="6" creationId="{32EFCE36-9D8B-74C9-6955-22E6CD3C4E4B}"/>
          </ac:spMkLst>
        </pc:spChg>
        <pc:spChg chg="mod">
          <ac:chgData name="Tallos, Farkas Pal" userId="86c36b7f-01a8-446e-ba97-4074199c5aa5" providerId="ADAL" clId="{F5E663FB-0445-5BA2-811D-6DC353115E65}" dt="2026-02-24T08:42:21.174" v="1791" actId="1035"/>
          <ac:spMkLst>
            <pc:docMk/>
            <pc:sldMk cId="3118731813" sldId="392"/>
            <ac:spMk id="8" creationId="{275CA210-474A-C998-1D4A-4B2268B0B2E2}"/>
          </ac:spMkLst>
        </pc:spChg>
        <pc:spChg chg="mod">
          <ac:chgData name="Tallos, Farkas Pal" userId="86c36b7f-01a8-446e-ba97-4074199c5aa5" providerId="ADAL" clId="{F5E663FB-0445-5BA2-811D-6DC353115E65}" dt="2026-02-24T08:42:21.174" v="1791" actId="1035"/>
          <ac:spMkLst>
            <pc:docMk/>
            <pc:sldMk cId="3118731813" sldId="392"/>
            <ac:spMk id="9" creationId="{F55A2007-4171-7A36-2545-25D91B7160C0}"/>
          </ac:spMkLst>
        </pc:spChg>
        <pc:spChg chg="mod">
          <ac:chgData name="Tallos, Farkas Pal" userId="86c36b7f-01a8-446e-ba97-4074199c5aa5" providerId="ADAL" clId="{F5E663FB-0445-5BA2-811D-6DC353115E65}" dt="2026-02-24T08:42:21.174" v="1791" actId="1035"/>
          <ac:spMkLst>
            <pc:docMk/>
            <pc:sldMk cId="3118731813" sldId="392"/>
            <ac:spMk id="11" creationId="{67942F24-9F8D-D0BB-B7F9-C3F6A8223C16}"/>
          </ac:spMkLst>
        </pc:spChg>
        <pc:spChg chg="mod">
          <ac:chgData name="Tallos, Farkas Pal" userId="86c36b7f-01a8-446e-ba97-4074199c5aa5" providerId="ADAL" clId="{F5E663FB-0445-5BA2-811D-6DC353115E65}" dt="2026-02-24T08:42:21.174" v="1791" actId="1035"/>
          <ac:spMkLst>
            <pc:docMk/>
            <pc:sldMk cId="3118731813" sldId="392"/>
            <ac:spMk id="13" creationId="{8C768E3A-8A1B-03D2-C65B-C976908E22F7}"/>
          </ac:spMkLst>
        </pc:spChg>
        <pc:grpChg chg="mod">
          <ac:chgData name="Tallos, Farkas Pal" userId="86c36b7f-01a8-446e-ba97-4074199c5aa5" providerId="ADAL" clId="{F5E663FB-0445-5BA2-811D-6DC353115E65}" dt="2026-02-24T08:42:21.174" v="1791" actId="1035"/>
          <ac:grpSpMkLst>
            <pc:docMk/>
            <pc:sldMk cId="3118731813" sldId="392"/>
            <ac:grpSpMk id="22" creationId="{A087904A-04BC-24CC-DD80-C2B49008C8E5}"/>
          </ac:grpSpMkLst>
        </pc:grpChg>
        <pc:grpChg chg="mod">
          <ac:chgData name="Tallos, Farkas Pal" userId="86c36b7f-01a8-446e-ba97-4074199c5aa5" providerId="ADAL" clId="{F5E663FB-0445-5BA2-811D-6DC353115E65}" dt="2026-02-24T08:42:21.174" v="1791" actId="1035"/>
          <ac:grpSpMkLst>
            <pc:docMk/>
            <pc:sldMk cId="3118731813" sldId="392"/>
            <ac:grpSpMk id="29" creationId="{18C08656-DD57-FFEA-F924-329634E90D29}"/>
          </ac:grpSpMkLst>
        </pc:grpChg>
        <pc:graphicFrameChg chg="del mod modGraphic">
          <ac:chgData name="Tallos, Farkas Pal" userId="86c36b7f-01a8-446e-ba97-4074199c5aa5" providerId="ADAL" clId="{F5E663FB-0445-5BA2-811D-6DC353115E65}" dt="2026-02-24T08:42:10.247" v="1750" actId="478"/>
          <ac:graphicFrameMkLst>
            <pc:docMk/>
            <pc:sldMk cId="3118731813" sldId="392"/>
            <ac:graphicFrameMk id="25" creationId="{7720133F-DD13-F732-FF93-0DEDCD0E801B}"/>
          </ac:graphicFrameMkLst>
        </pc:graphicFrameChg>
        <pc:picChg chg="mod">
          <ac:chgData name="Tallos, Farkas Pal" userId="86c36b7f-01a8-446e-ba97-4074199c5aa5" providerId="ADAL" clId="{F5E663FB-0445-5BA2-811D-6DC353115E65}" dt="2026-02-24T08:42:21.174" v="1791" actId="1035"/>
          <ac:picMkLst>
            <pc:docMk/>
            <pc:sldMk cId="3118731813" sldId="392"/>
            <ac:picMk id="7" creationId="{760AB1D5-33C6-E481-59BE-A08EF0F9C7F6}"/>
          </ac:picMkLst>
        </pc:picChg>
        <pc:picChg chg="mod">
          <ac:chgData name="Tallos, Farkas Pal" userId="86c36b7f-01a8-446e-ba97-4074199c5aa5" providerId="ADAL" clId="{F5E663FB-0445-5BA2-811D-6DC353115E65}" dt="2026-02-24T08:42:12.404" v="1751" actId="14100"/>
          <ac:picMkLst>
            <pc:docMk/>
            <pc:sldMk cId="3118731813" sldId="392"/>
            <ac:picMk id="10" creationId="{70845012-3767-2281-F41D-AA48077691A3}"/>
          </ac:picMkLst>
        </pc:picChg>
        <pc:picChg chg="mod">
          <ac:chgData name="Tallos, Farkas Pal" userId="86c36b7f-01a8-446e-ba97-4074199c5aa5" providerId="ADAL" clId="{F5E663FB-0445-5BA2-811D-6DC353115E65}" dt="2026-02-24T08:42:21.174" v="1791" actId="1035"/>
          <ac:picMkLst>
            <pc:docMk/>
            <pc:sldMk cId="3118731813" sldId="392"/>
            <ac:picMk id="12" creationId="{C60F8761-678F-BE42-C762-770F657577AC}"/>
          </ac:picMkLst>
        </pc:picChg>
      </pc:sldChg>
      <pc:sldChg chg="addSp delSp modSp add mod ord">
        <pc:chgData name="Tallos, Farkas Pal" userId="86c36b7f-01a8-446e-ba97-4074199c5aa5" providerId="ADAL" clId="{F5E663FB-0445-5BA2-811D-6DC353115E65}" dt="2026-02-24T07:49:55.874" v="1746" actId="20577"/>
        <pc:sldMkLst>
          <pc:docMk/>
          <pc:sldMk cId="3722253740" sldId="393"/>
        </pc:sldMkLst>
        <pc:spChg chg="add mod">
          <ac:chgData name="Tallos, Farkas Pal" userId="86c36b7f-01a8-446e-ba97-4074199c5aa5" providerId="ADAL" clId="{F5E663FB-0445-5BA2-811D-6DC353115E65}" dt="2026-02-24T07:27:04.049" v="1588" actId="1076"/>
          <ac:spMkLst>
            <pc:docMk/>
            <pc:sldMk cId="3722253740" sldId="393"/>
            <ac:spMk id="3" creationId="{429298E0-A6C7-5AA7-BE24-951D437EB695}"/>
          </ac:spMkLst>
        </pc:spChg>
        <pc:spChg chg="mod">
          <ac:chgData name="Tallos, Farkas Pal" userId="86c36b7f-01a8-446e-ba97-4074199c5aa5" providerId="ADAL" clId="{F5E663FB-0445-5BA2-811D-6DC353115E65}" dt="2026-02-24T07:49:55.874" v="1746" actId="20577"/>
          <ac:spMkLst>
            <pc:docMk/>
            <pc:sldMk cId="3722253740" sldId="393"/>
            <ac:spMk id="4" creationId="{29EFD644-0D37-B3F5-8E0C-623217A3B1FE}"/>
          </ac:spMkLst>
        </pc:spChg>
        <pc:spChg chg="del mod">
          <ac:chgData name="Tallos, Farkas Pal" userId="86c36b7f-01a8-446e-ba97-4074199c5aa5" providerId="ADAL" clId="{F5E663FB-0445-5BA2-811D-6DC353115E65}" dt="2026-02-24T07:47:49.322" v="1656" actId="478"/>
          <ac:spMkLst>
            <pc:docMk/>
            <pc:sldMk cId="3722253740" sldId="393"/>
            <ac:spMk id="5" creationId="{C72AA0BC-C0D6-92F7-86D0-2B862E73AE03}"/>
          </ac:spMkLst>
        </pc:spChg>
        <pc:spChg chg="del mod">
          <ac:chgData name="Tallos, Farkas Pal" userId="86c36b7f-01a8-446e-ba97-4074199c5aa5" providerId="ADAL" clId="{F5E663FB-0445-5BA2-811D-6DC353115E65}" dt="2026-02-24T07:47:39.294" v="1650" actId="478"/>
          <ac:spMkLst>
            <pc:docMk/>
            <pc:sldMk cId="3722253740" sldId="393"/>
            <ac:spMk id="6" creationId="{B201DF4E-CC8D-339E-50ED-D34B9AAF556C}"/>
          </ac:spMkLst>
        </pc:spChg>
        <pc:spChg chg="mod">
          <ac:chgData name="Tallos, Farkas Pal" userId="86c36b7f-01a8-446e-ba97-4074199c5aa5" providerId="ADAL" clId="{F5E663FB-0445-5BA2-811D-6DC353115E65}" dt="2026-02-24T07:47:59.265" v="1660" actId="1035"/>
          <ac:spMkLst>
            <pc:docMk/>
            <pc:sldMk cId="3722253740" sldId="393"/>
            <ac:spMk id="8" creationId="{BF2AB71B-7393-64FB-0796-95A6728777C5}"/>
          </ac:spMkLst>
        </pc:spChg>
        <pc:spChg chg="del mod">
          <ac:chgData name="Tallos, Farkas Pal" userId="86c36b7f-01a8-446e-ba97-4074199c5aa5" providerId="ADAL" clId="{F5E663FB-0445-5BA2-811D-6DC353115E65}" dt="2026-02-24T07:47:50.054" v="1657" actId="478"/>
          <ac:spMkLst>
            <pc:docMk/>
            <pc:sldMk cId="3722253740" sldId="393"/>
            <ac:spMk id="9" creationId="{1DE15461-7003-FD0A-39CF-8EC720A0CF83}"/>
          </ac:spMkLst>
        </pc:spChg>
        <pc:spChg chg="mod">
          <ac:chgData name="Tallos, Farkas Pal" userId="86c36b7f-01a8-446e-ba97-4074199c5aa5" providerId="ADAL" clId="{F5E663FB-0445-5BA2-811D-6DC353115E65}" dt="2026-02-24T07:26:39.881" v="1584" actId="1037"/>
          <ac:spMkLst>
            <pc:docMk/>
            <pc:sldMk cId="3722253740" sldId="393"/>
            <ac:spMk id="11" creationId="{1FABD579-9B97-1014-8908-CBDFD3DEE288}"/>
          </ac:spMkLst>
        </pc:spChg>
        <pc:spChg chg="mod">
          <ac:chgData name="Tallos, Farkas Pal" userId="86c36b7f-01a8-446e-ba97-4074199c5aa5" providerId="ADAL" clId="{F5E663FB-0445-5BA2-811D-6DC353115E65}" dt="2026-02-24T07:47:20.700" v="1644" actId="1076"/>
          <ac:spMkLst>
            <pc:docMk/>
            <pc:sldMk cId="3722253740" sldId="393"/>
            <ac:spMk id="13" creationId="{F8E5A8F6-EF72-3D39-8C4C-B595E3C8A60F}"/>
          </ac:spMkLst>
        </pc:spChg>
        <pc:spChg chg="add mod">
          <ac:chgData name="Tallos, Farkas Pal" userId="86c36b7f-01a8-446e-ba97-4074199c5aa5" providerId="ADAL" clId="{F5E663FB-0445-5BA2-811D-6DC353115E65}" dt="2026-02-24T07:46:38.765" v="1630" actId="1076"/>
          <ac:spMkLst>
            <pc:docMk/>
            <pc:sldMk cId="3722253740" sldId="393"/>
            <ac:spMk id="14" creationId="{19008FB1-013E-2F6B-5CA7-E92FCE4810BA}"/>
          </ac:spMkLst>
        </pc:spChg>
        <pc:spChg chg="add mod">
          <ac:chgData name="Tallos, Farkas Pal" userId="86c36b7f-01a8-446e-ba97-4074199c5aa5" providerId="ADAL" clId="{F5E663FB-0445-5BA2-811D-6DC353115E65}" dt="2026-02-24T07:46:49.112" v="1634" actId="1076"/>
          <ac:spMkLst>
            <pc:docMk/>
            <pc:sldMk cId="3722253740" sldId="393"/>
            <ac:spMk id="16" creationId="{17A8A851-EA48-5782-7D00-1402873A91C8}"/>
          </ac:spMkLst>
        </pc:spChg>
        <pc:grpChg chg="mod">
          <ac:chgData name="Tallos, Farkas Pal" userId="86c36b7f-01a8-446e-ba97-4074199c5aa5" providerId="ADAL" clId="{F5E663FB-0445-5BA2-811D-6DC353115E65}" dt="2026-02-24T07:46:05.618" v="1624" actId="1037"/>
          <ac:grpSpMkLst>
            <pc:docMk/>
            <pc:sldMk cId="3722253740" sldId="393"/>
            <ac:grpSpMk id="22" creationId="{9045EDD5-A894-CEB3-7578-A6A7607CC2AD}"/>
          </ac:grpSpMkLst>
        </pc:grpChg>
        <pc:grpChg chg="mod">
          <ac:chgData name="Tallos, Farkas Pal" userId="86c36b7f-01a8-446e-ba97-4074199c5aa5" providerId="ADAL" clId="{F5E663FB-0445-5BA2-811D-6DC353115E65}" dt="2026-02-24T07:26:39.881" v="1584" actId="1037"/>
          <ac:grpSpMkLst>
            <pc:docMk/>
            <pc:sldMk cId="3722253740" sldId="393"/>
            <ac:grpSpMk id="29" creationId="{AD14AC6F-AFDF-EAE8-2DB1-BC5C55B576F0}"/>
          </ac:grpSpMkLst>
        </pc:grpChg>
        <pc:graphicFrameChg chg="del">
          <ac:chgData name="Tallos, Farkas Pal" userId="86c36b7f-01a8-446e-ba97-4074199c5aa5" providerId="ADAL" clId="{F5E663FB-0445-5BA2-811D-6DC353115E65}" dt="2026-02-24T07:23:52.311" v="1545" actId="478"/>
          <ac:graphicFrameMkLst>
            <pc:docMk/>
            <pc:sldMk cId="3722253740" sldId="393"/>
            <ac:graphicFrameMk id="25" creationId="{9A0B5EAE-D848-822E-AD5B-BD22F8ADD9BD}"/>
          </ac:graphicFrameMkLst>
        </pc:graphicFrameChg>
        <pc:picChg chg="mod">
          <ac:chgData name="Tallos, Farkas Pal" userId="86c36b7f-01a8-446e-ba97-4074199c5aa5" providerId="ADAL" clId="{F5E663FB-0445-5BA2-811D-6DC353115E65}" dt="2026-02-24T07:48:02.368" v="1661" actId="1076"/>
          <ac:picMkLst>
            <pc:docMk/>
            <pc:sldMk cId="3722253740" sldId="393"/>
            <ac:picMk id="7" creationId="{20161BD0-E5DB-C96E-45F4-9D2FA91E20A5}"/>
          </ac:picMkLst>
        </pc:picChg>
        <pc:picChg chg="mod">
          <ac:chgData name="Tallos, Farkas Pal" userId="86c36b7f-01a8-446e-ba97-4074199c5aa5" providerId="ADAL" clId="{F5E663FB-0445-5BA2-811D-6DC353115E65}" dt="2026-02-24T07:26:46.384" v="1586" actId="1076"/>
          <ac:picMkLst>
            <pc:docMk/>
            <pc:sldMk cId="3722253740" sldId="393"/>
            <ac:picMk id="10" creationId="{18BC47C7-FE14-60B7-D32F-AA799EAF0E6F}"/>
          </ac:picMkLst>
        </pc:picChg>
        <pc:picChg chg="mod">
          <ac:chgData name="Tallos, Farkas Pal" userId="86c36b7f-01a8-446e-ba97-4074199c5aa5" providerId="ADAL" clId="{F5E663FB-0445-5BA2-811D-6DC353115E65}" dt="2026-02-24T07:47:35.836" v="1649" actId="1076"/>
          <ac:picMkLst>
            <pc:docMk/>
            <pc:sldMk cId="3722253740" sldId="393"/>
            <ac:picMk id="12" creationId="{DC0AE250-7E12-E2F9-F261-A39884F1F84C}"/>
          </ac:picMkLst>
        </pc:picChg>
        <pc:picChg chg="add mod">
          <ac:chgData name="Tallos, Farkas Pal" userId="86c36b7f-01a8-446e-ba97-4074199c5aa5" providerId="ADAL" clId="{F5E663FB-0445-5BA2-811D-6DC353115E65}" dt="2026-02-24T07:48:30.162" v="1662" actId="14826"/>
          <ac:picMkLst>
            <pc:docMk/>
            <pc:sldMk cId="3722253740" sldId="393"/>
            <ac:picMk id="15" creationId="{220E43D1-24BF-BE19-1264-938B7A4A6BF7}"/>
          </ac:picMkLst>
        </pc:picChg>
        <pc:picChg chg="add del mod">
          <ac:chgData name="Tallos, Farkas Pal" userId="86c36b7f-01a8-446e-ba97-4074199c5aa5" providerId="ADAL" clId="{F5E663FB-0445-5BA2-811D-6DC353115E65}" dt="2026-02-24T07:43:58.198" v="1595" actId="478"/>
          <ac:picMkLst>
            <pc:docMk/>
            <pc:sldMk cId="3722253740" sldId="393"/>
            <ac:picMk id="20" creationId="{ECBA1EFD-4336-8825-79F9-1AF2A5B5B90B}"/>
          </ac:picMkLst>
        </pc:picChg>
        <pc:cxnChg chg="mod">
          <ac:chgData name="Tallos, Farkas Pal" userId="86c36b7f-01a8-446e-ba97-4074199c5aa5" providerId="ADAL" clId="{F5E663FB-0445-5BA2-811D-6DC353115E65}" dt="2026-02-24T07:46:05.618" v="1624" actId="1037"/>
          <ac:cxnSpMkLst>
            <pc:docMk/>
            <pc:sldMk cId="3722253740" sldId="393"/>
            <ac:cxnSpMk id="21" creationId="{860190DC-7038-AF6D-D7AA-F45F18BD2FED}"/>
          </ac:cxnSpMkLst>
        </pc:cxnChg>
        <pc:cxnChg chg="mod">
          <ac:chgData name="Tallos, Farkas Pal" userId="86c36b7f-01a8-446e-ba97-4074199c5aa5" providerId="ADAL" clId="{F5E663FB-0445-5BA2-811D-6DC353115E65}" dt="2026-02-24T07:46:09.031" v="1625" actId="14100"/>
          <ac:cxnSpMkLst>
            <pc:docMk/>
            <pc:sldMk cId="3722253740" sldId="393"/>
            <ac:cxnSpMk id="26" creationId="{481D3842-54C4-FA14-11F8-3640A932CE7C}"/>
          </ac:cxnSpMkLst>
        </pc:cxnChg>
      </pc:sldChg>
    </pc:docChg>
  </pc:docChgLst>
  <pc:docChgLst>
    <pc:chgData name="Samaj, Tomas" userId="24ba87dd-e0d6-46e4-b32b-c6bf33e42df2" providerId="ADAL" clId="{7B1B8F56-5866-4008-9BBB-243D261A6A02}"/>
    <pc:docChg chg="undo redo custSel addSld delSld modSld sldOrd">
      <pc:chgData name="Samaj, Tomas" userId="24ba87dd-e0d6-46e4-b32b-c6bf33e42df2" providerId="ADAL" clId="{7B1B8F56-5866-4008-9BBB-243D261A6A02}" dt="2026-02-25T14:41:37.509" v="6889"/>
      <pc:docMkLst>
        <pc:docMk/>
      </pc:docMkLst>
      <pc:sldChg chg="modSp mod">
        <pc:chgData name="Samaj, Tomas" userId="24ba87dd-e0d6-46e4-b32b-c6bf33e42df2" providerId="ADAL" clId="{7B1B8F56-5866-4008-9BBB-243D261A6A02}" dt="2026-02-23T18:42:44.437" v="6790" actId="790"/>
        <pc:sldMkLst>
          <pc:docMk/>
          <pc:sldMk cId="0" sldId="279"/>
        </pc:sldMkLst>
        <pc:spChg chg="mod">
          <ac:chgData name="Samaj, Tomas" userId="24ba87dd-e0d6-46e4-b32b-c6bf33e42df2" providerId="ADAL" clId="{7B1B8F56-5866-4008-9BBB-243D261A6A02}" dt="2026-02-23T18:42:44.437" v="6790" actId="790"/>
          <ac:spMkLst>
            <pc:docMk/>
            <pc:sldMk cId="0" sldId="279"/>
            <ac:spMk id="351" creationId="{00000000-0000-0000-0000-000000000000}"/>
          </ac:spMkLst>
        </pc:spChg>
        <pc:spChg chg="mod">
          <ac:chgData name="Samaj, Tomas" userId="24ba87dd-e0d6-46e4-b32b-c6bf33e42df2" providerId="ADAL" clId="{7B1B8F56-5866-4008-9BBB-243D261A6A02}" dt="2026-02-23T18:42:44.437" v="6790" actId="790"/>
          <ac:spMkLst>
            <pc:docMk/>
            <pc:sldMk cId="0" sldId="279"/>
            <ac:spMk id="353" creationId="{00000000-0000-0000-0000-000000000000}"/>
          </ac:spMkLst>
        </pc:spChg>
        <pc:spChg chg="mod">
          <ac:chgData name="Samaj, Tomas" userId="24ba87dd-e0d6-46e4-b32b-c6bf33e42df2" providerId="ADAL" clId="{7B1B8F56-5866-4008-9BBB-243D261A6A02}" dt="2026-02-23T18:42:44.437" v="6790" actId="790"/>
          <ac:spMkLst>
            <pc:docMk/>
            <pc:sldMk cId="0" sldId="279"/>
            <ac:spMk id="354" creationId="{00000000-0000-0000-0000-000000000000}"/>
          </ac:spMkLst>
        </pc:spChg>
      </pc:sldChg>
      <pc:sldChg chg="modSp mod">
        <pc:chgData name="Samaj, Tomas" userId="24ba87dd-e0d6-46e4-b32b-c6bf33e42df2" providerId="ADAL" clId="{7B1B8F56-5866-4008-9BBB-243D261A6A02}" dt="2026-02-23T18:42:44.437" v="6790" actId="790"/>
        <pc:sldMkLst>
          <pc:docMk/>
          <pc:sldMk cId="361736959" sldId="296"/>
        </pc:sldMkLst>
        <pc:spChg chg="mod">
          <ac:chgData name="Samaj, Tomas" userId="24ba87dd-e0d6-46e4-b32b-c6bf33e42df2" providerId="ADAL" clId="{7B1B8F56-5866-4008-9BBB-243D261A6A02}" dt="2026-02-23T18:42:44.437" v="6790" actId="790"/>
          <ac:spMkLst>
            <pc:docMk/>
            <pc:sldMk cId="361736959" sldId="296"/>
            <ac:spMk id="2" creationId="{CCAEEFAC-1EC3-D090-ED33-FE7D63E2E118}"/>
          </ac:spMkLst>
        </pc:spChg>
        <pc:spChg chg="mod">
          <ac:chgData name="Samaj, Tomas" userId="24ba87dd-e0d6-46e4-b32b-c6bf33e42df2" providerId="ADAL" clId="{7B1B8F56-5866-4008-9BBB-243D261A6A02}" dt="2026-02-23T18:42:44.437" v="6790" actId="790"/>
          <ac:spMkLst>
            <pc:docMk/>
            <pc:sldMk cId="361736959" sldId="296"/>
            <ac:spMk id="3" creationId="{4FAD5849-CFD1-F784-F1BE-177C8CA651EA}"/>
          </ac:spMkLst>
        </pc:spChg>
        <pc:spChg chg="mod">
          <ac:chgData name="Samaj, Tomas" userId="24ba87dd-e0d6-46e4-b32b-c6bf33e42df2" providerId="ADAL" clId="{7B1B8F56-5866-4008-9BBB-243D261A6A02}" dt="2026-02-23T18:42:44.437" v="6790" actId="790"/>
          <ac:spMkLst>
            <pc:docMk/>
            <pc:sldMk cId="361736959" sldId="296"/>
            <ac:spMk id="4" creationId="{47AE7DEB-D27D-D202-A40C-386A25527B27}"/>
          </ac:spMkLst>
        </pc:spChg>
        <pc:spChg chg="mod">
          <ac:chgData name="Samaj, Tomas" userId="24ba87dd-e0d6-46e4-b32b-c6bf33e42df2" providerId="ADAL" clId="{7B1B8F56-5866-4008-9BBB-243D261A6A02}" dt="2026-02-22T11:28:13.781" v="5130" actId="790"/>
          <ac:spMkLst>
            <pc:docMk/>
            <pc:sldMk cId="361736959" sldId="296"/>
            <ac:spMk id="5" creationId="{13E941A6-7602-4A3E-A028-A0A8E6585B12}"/>
          </ac:spMkLst>
        </pc:spChg>
        <pc:spChg chg="mod">
          <ac:chgData name="Samaj, Tomas" userId="24ba87dd-e0d6-46e4-b32b-c6bf33e42df2" providerId="ADAL" clId="{7B1B8F56-5866-4008-9BBB-243D261A6A02}" dt="2026-02-23T18:42:44.437" v="6790" actId="790"/>
          <ac:spMkLst>
            <pc:docMk/>
            <pc:sldMk cId="361736959" sldId="296"/>
            <ac:spMk id="7" creationId="{BF8651E3-1C12-42EF-900E-7FD32E26282C}"/>
          </ac:spMkLst>
        </pc:spChg>
        <pc:spChg chg="mod">
          <ac:chgData name="Samaj, Tomas" userId="24ba87dd-e0d6-46e4-b32b-c6bf33e42df2" providerId="ADAL" clId="{7B1B8F56-5866-4008-9BBB-243D261A6A02}" dt="2026-02-23T18:42:44.437" v="6790" actId="790"/>
          <ac:spMkLst>
            <pc:docMk/>
            <pc:sldMk cId="361736959" sldId="296"/>
            <ac:spMk id="8" creationId="{64C169E0-D508-479B-A3AF-2B717F90543D}"/>
          </ac:spMkLst>
        </pc:spChg>
        <pc:spChg chg="mod">
          <ac:chgData name="Samaj, Tomas" userId="24ba87dd-e0d6-46e4-b32b-c6bf33e42df2" providerId="ADAL" clId="{7B1B8F56-5866-4008-9BBB-243D261A6A02}" dt="2026-02-23T18:42:44.437" v="6790" actId="790"/>
          <ac:spMkLst>
            <pc:docMk/>
            <pc:sldMk cId="361736959" sldId="296"/>
            <ac:spMk id="9" creationId="{0A86FFE2-C5A4-D33E-5242-FF5FB6C1E19E}"/>
          </ac:spMkLst>
        </pc:spChg>
        <pc:spChg chg="mod">
          <ac:chgData name="Samaj, Tomas" userId="24ba87dd-e0d6-46e4-b32b-c6bf33e42df2" providerId="ADAL" clId="{7B1B8F56-5866-4008-9BBB-243D261A6A02}" dt="2026-02-23T18:42:44.437" v="6790" actId="790"/>
          <ac:spMkLst>
            <pc:docMk/>
            <pc:sldMk cId="361736959" sldId="296"/>
            <ac:spMk id="30" creationId="{A1155EB4-0991-16FF-630B-8600093CB589}"/>
          </ac:spMkLst>
        </pc:spChg>
        <pc:spChg chg="mod">
          <ac:chgData name="Samaj, Tomas" userId="24ba87dd-e0d6-46e4-b32b-c6bf33e42df2" providerId="ADAL" clId="{7B1B8F56-5866-4008-9BBB-243D261A6A02}" dt="2026-02-22T11:28:13.781" v="5130" actId="790"/>
          <ac:spMkLst>
            <pc:docMk/>
            <pc:sldMk cId="361736959" sldId="296"/>
            <ac:spMk id="31" creationId="{9F07FB2F-E780-7DC7-9AA2-DD190F8DE8CF}"/>
          </ac:spMkLst>
        </pc:spChg>
        <pc:spChg chg="mod">
          <ac:chgData name="Samaj, Tomas" userId="24ba87dd-e0d6-46e4-b32b-c6bf33e42df2" providerId="ADAL" clId="{7B1B8F56-5866-4008-9BBB-243D261A6A02}" dt="2026-02-04T20:42:59.288" v="262" actId="20577"/>
          <ac:spMkLst>
            <pc:docMk/>
            <pc:sldMk cId="361736959" sldId="296"/>
            <ac:spMk id="32" creationId="{970E8AE1-C503-1217-5863-3C626BE1B311}"/>
          </ac:spMkLst>
        </pc:spChg>
        <pc:spChg chg="mod">
          <ac:chgData name="Samaj, Tomas" userId="24ba87dd-e0d6-46e4-b32b-c6bf33e42df2" providerId="ADAL" clId="{7B1B8F56-5866-4008-9BBB-243D261A6A02}" dt="2026-02-23T18:42:44.437" v="6790" actId="790"/>
          <ac:spMkLst>
            <pc:docMk/>
            <pc:sldMk cId="361736959" sldId="296"/>
            <ac:spMk id="33" creationId="{5751F698-5533-8459-909C-EE5E9D1D31E0}"/>
          </ac:spMkLst>
        </pc:spChg>
        <pc:spChg chg="mod">
          <ac:chgData name="Samaj, Tomas" userId="24ba87dd-e0d6-46e4-b32b-c6bf33e42df2" providerId="ADAL" clId="{7B1B8F56-5866-4008-9BBB-243D261A6A02}" dt="2026-02-04T20:42:45.230" v="260" actId="20577"/>
          <ac:spMkLst>
            <pc:docMk/>
            <pc:sldMk cId="361736959" sldId="296"/>
            <ac:spMk id="35" creationId="{C23734EC-DFB3-5F1C-72C7-22DBC63EC47F}"/>
          </ac:spMkLst>
        </pc:spChg>
        <pc:spChg chg="mod">
          <ac:chgData name="Samaj, Tomas" userId="24ba87dd-e0d6-46e4-b32b-c6bf33e42df2" providerId="ADAL" clId="{7B1B8F56-5866-4008-9BBB-243D261A6A02}" dt="2026-02-22T11:28:13.781" v="5130" actId="790"/>
          <ac:spMkLst>
            <pc:docMk/>
            <pc:sldMk cId="361736959" sldId="296"/>
            <ac:spMk id="37" creationId="{7BBE7119-2E1F-2BFA-8618-FECBA1A79DC2}"/>
          </ac:spMkLst>
        </pc:spChg>
        <pc:spChg chg="mod">
          <ac:chgData name="Samaj, Tomas" userId="24ba87dd-e0d6-46e4-b32b-c6bf33e42df2" providerId="ADAL" clId="{7B1B8F56-5866-4008-9BBB-243D261A6A02}" dt="2026-02-22T11:28:13.781" v="5130" actId="790"/>
          <ac:spMkLst>
            <pc:docMk/>
            <pc:sldMk cId="361736959" sldId="296"/>
            <ac:spMk id="39" creationId="{659A9A9C-C523-7E3A-1D06-79F69686BFF1}"/>
          </ac:spMkLst>
        </pc:spChg>
        <pc:spChg chg="mod">
          <ac:chgData name="Samaj, Tomas" userId="24ba87dd-e0d6-46e4-b32b-c6bf33e42df2" providerId="ADAL" clId="{7B1B8F56-5866-4008-9BBB-243D261A6A02}" dt="2026-02-23T18:42:44.437" v="6790" actId="790"/>
          <ac:spMkLst>
            <pc:docMk/>
            <pc:sldMk cId="361736959" sldId="296"/>
            <ac:spMk id="41" creationId="{42A12E38-066B-265B-A0AC-EB5B9B493A3E}"/>
          </ac:spMkLst>
        </pc:spChg>
        <pc:spChg chg="mod">
          <ac:chgData name="Samaj, Tomas" userId="24ba87dd-e0d6-46e4-b32b-c6bf33e42df2" providerId="ADAL" clId="{7B1B8F56-5866-4008-9BBB-243D261A6A02}" dt="2026-02-22T11:28:13.781" v="5130" actId="790"/>
          <ac:spMkLst>
            <pc:docMk/>
            <pc:sldMk cId="361736959" sldId="296"/>
            <ac:spMk id="42" creationId="{CAA3A024-B3C7-5DCB-F4B0-D3884AC4FE76}"/>
          </ac:spMkLst>
        </pc:spChg>
        <pc:spChg chg="mod">
          <ac:chgData name="Samaj, Tomas" userId="24ba87dd-e0d6-46e4-b32b-c6bf33e42df2" providerId="ADAL" clId="{7B1B8F56-5866-4008-9BBB-243D261A6A02}" dt="2026-02-22T11:28:13.781" v="5130" actId="790"/>
          <ac:spMkLst>
            <pc:docMk/>
            <pc:sldMk cId="361736959" sldId="296"/>
            <ac:spMk id="43" creationId="{A47C5C5B-EA00-88D9-7FF6-D82E3C246E5C}"/>
          </ac:spMkLst>
        </pc:spChg>
        <pc:spChg chg="mod">
          <ac:chgData name="Samaj, Tomas" userId="24ba87dd-e0d6-46e4-b32b-c6bf33e42df2" providerId="ADAL" clId="{7B1B8F56-5866-4008-9BBB-243D261A6A02}" dt="2026-02-23T18:42:44.437" v="6790" actId="790"/>
          <ac:spMkLst>
            <pc:docMk/>
            <pc:sldMk cId="361736959" sldId="296"/>
            <ac:spMk id="45" creationId="{5E239547-9A86-AD84-8993-54EEAFFB69BF}"/>
          </ac:spMkLst>
        </pc:spChg>
      </pc:sldChg>
      <pc:sldChg chg="modSp mod">
        <pc:chgData name="Samaj, Tomas" userId="24ba87dd-e0d6-46e4-b32b-c6bf33e42df2" providerId="ADAL" clId="{7B1B8F56-5866-4008-9BBB-243D261A6A02}" dt="2026-02-23T18:42:44.437" v="6790" actId="790"/>
        <pc:sldMkLst>
          <pc:docMk/>
          <pc:sldMk cId="3443664567" sldId="298"/>
        </pc:sldMkLst>
        <pc:spChg chg="mod">
          <ac:chgData name="Samaj, Tomas" userId="24ba87dd-e0d6-46e4-b32b-c6bf33e42df2" providerId="ADAL" clId="{7B1B8F56-5866-4008-9BBB-243D261A6A02}" dt="2026-02-23T18:42:44.437" v="6790" actId="790"/>
          <ac:spMkLst>
            <pc:docMk/>
            <pc:sldMk cId="3443664567" sldId="298"/>
            <ac:spMk id="6" creationId="{AD92602E-37E8-2B87-7318-C55F83EC64B3}"/>
          </ac:spMkLst>
        </pc:spChg>
        <pc:spChg chg="mod">
          <ac:chgData name="Samaj, Tomas" userId="24ba87dd-e0d6-46e4-b32b-c6bf33e42df2" providerId="ADAL" clId="{7B1B8F56-5866-4008-9BBB-243D261A6A02}" dt="2026-02-23T18:42:44.437" v="6790" actId="790"/>
          <ac:spMkLst>
            <pc:docMk/>
            <pc:sldMk cId="3443664567" sldId="298"/>
            <ac:spMk id="7" creationId="{491F0452-A849-34DC-C8AF-08FDA1459794}"/>
          </ac:spMkLst>
        </pc:spChg>
        <pc:spChg chg="mod">
          <ac:chgData name="Samaj, Tomas" userId="24ba87dd-e0d6-46e4-b32b-c6bf33e42df2" providerId="ADAL" clId="{7B1B8F56-5866-4008-9BBB-243D261A6A02}" dt="2026-02-23T18:42:44.437" v="6790" actId="790"/>
          <ac:spMkLst>
            <pc:docMk/>
            <pc:sldMk cId="3443664567" sldId="298"/>
            <ac:spMk id="8" creationId="{D2A83BC8-33B0-80E3-64CC-B5C4B4902DAF}"/>
          </ac:spMkLst>
        </pc:spChg>
        <pc:spChg chg="mod">
          <ac:chgData name="Samaj, Tomas" userId="24ba87dd-e0d6-46e4-b32b-c6bf33e42df2" providerId="ADAL" clId="{7B1B8F56-5866-4008-9BBB-243D261A6A02}" dt="2026-02-23T18:42:44.437" v="6790" actId="790"/>
          <ac:spMkLst>
            <pc:docMk/>
            <pc:sldMk cId="3443664567" sldId="298"/>
            <ac:spMk id="9" creationId="{7F397B07-A739-A37D-09CD-A8561FBB4B96}"/>
          </ac:spMkLst>
        </pc:spChg>
        <pc:spChg chg="mod">
          <ac:chgData name="Samaj, Tomas" userId="24ba87dd-e0d6-46e4-b32b-c6bf33e42df2" providerId="ADAL" clId="{7B1B8F56-5866-4008-9BBB-243D261A6A02}" dt="2026-02-23T18:42:44.437" v="6790" actId="790"/>
          <ac:spMkLst>
            <pc:docMk/>
            <pc:sldMk cId="3443664567" sldId="298"/>
            <ac:spMk id="10" creationId="{F8B0A37E-7A11-EECA-1CD9-E4DD56413B52}"/>
          </ac:spMkLst>
        </pc:spChg>
      </pc:sldChg>
      <pc:sldChg chg="modSp mod">
        <pc:chgData name="Samaj, Tomas" userId="24ba87dd-e0d6-46e4-b32b-c6bf33e42df2" providerId="ADAL" clId="{7B1B8F56-5866-4008-9BBB-243D261A6A02}" dt="2026-02-23T18:42:44.437" v="6790" actId="790"/>
        <pc:sldMkLst>
          <pc:docMk/>
          <pc:sldMk cId="2637423123" sldId="301"/>
        </pc:sldMkLst>
        <pc:spChg chg="mod">
          <ac:chgData name="Samaj, Tomas" userId="24ba87dd-e0d6-46e4-b32b-c6bf33e42df2" providerId="ADAL" clId="{7B1B8F56-5866-4008-9BBB-243D261A6A02}" dt="2026-02-23T18:42:44.437" v="6790" actId="790"/>
          <ac:spMkLst>
            <pc:docMk/>
            <pc:sldMk cId="2637423123" sldId="301"/>
            <ac:spMk id="2" creationId="{4F3046A7-4A8C-602F-7E18-28B733CEB611}"/>
          </ac:spMkLst>
        </pc:spChg>
        <pc:spChg chg="mod">
          <ac:chgData name="Samaj, Tomas" userId="24ba87dd-e0d6-46e4-b32b-c6bf33e42df2" providerId="ADAL" clId="{7B1B8F56-5866-4008-9BBB-243D261A6A02}" dt="2026-02-23T18:42:44.437" v="6790" actId="790"/>
          <ac:spMkLst>
            <pc:docMk/>
            <pc:sldMk cId="2637423123" sldId="301"/>
            <ac:spMk id="5" creationId="{8BC4AF91-27FC-7850-0B4A-4D1BE0909C90}"/>
          </ac:spMkLst>
        </pc:spChg>
        <pc:spChg chg="mod">
          <ac:chgData name="Samaj, Tomas" userId="24ba87dd-e0d6-46e4-b32b-c6bf33e42df2" providerId="ADAL" clId="{7B1B8F56-5866-4008-9BBB-243D261A6A02}" dt="2026-02-23T18:42:44.437" v="6790" actId="790"/>
          <ac:spMkLst>
            <pc:docMk/>
            <pc:sldMk cId="2637423123" sldId="301"/>
            <ac:spMk id="7" creationId="{C0F4111C-E2DE-4A1C-3B1C-1FC10AFECF34}"/>
          </ac:spMkLst>
        </pc:spChg>
        <pc:spChg chg="mod">
          <ac:chgData name="Samaj, Tomas" userId="24ba87dd-e0d6-46e4-b32b-c6bf33e42df2" providerId="ADAL" clId="{7B1B8F56-5866-4008-9BBB-243D261A6A02}" dt="2026-02-23T18:42:44.437" v="6790" actId="790"/>
          <ac:spMkLst>
            <pc:docMk/>
            <pc:sldMk cId="2637423123" sldId="301"/>
            <ac:spMk id="8" creationId="{6C28CA53-AA48-A242-FD2B-EE97628FEFDC}"/>
          </ac:spMkLst>
        </pc:spChg>
        <pc:spChg chg="mod">
          <ac:chgData name="Samaj, Tomas" userId="24ba87dd-e0d6-46e4-b32b-c6bf33e42df2" providerId="ADAL" clId="{7B1B8F56-5866-4008-9BBB-243D261A6A02}" dt="2026-02-23T18:42:44.437" v="6790" actId="790"/>
          <ac:spMkLst>
            <pc:docMk/>
            <pc:sldMk cId="2637423123" sldId="301"/>
            <ac:spMk id="10" creationId="{351752AD-DB68-8A32-1291-5C8253AE1CFB}"/>
          </ac:spMkLst>
        </pc:spChg>
        <pc:spChg chg="mod">
          <ac:chgData name="Samaj, Tomas" userId="24ba87dd-e0d6-46e4-b32b-c6bf33e42df2" providerId="ADAL" clId="{7B1B8F56-5866-4008-9BBB-243D261A6A02}" dt="2026-02-23T18:42:44.437" v="6790" actId="790"/>
          <ac:spMkLst>
            <pc:docMk/>
            <pc:sldMk cId="2637423123" sldId="301"/>
            <ac:spMk id="11" creationId="{281F3F47-9A34-F523-B3DE-969C60A5E60B}"/>
          </ac:spMkLst>
        </pc:spChg>
        <pc:spChg chg="mod">
          <ac:chgData name="Samaj, Tomas" userId="24ba87dd-e0d6-46e4-b32b-c6bf33e42df2" providerId="ADAL" clId="{7B1B8F56-5866-4008-9BBB-243D261A6A02}" dt="2026-02-23T18:42:44.437" v="6790" actId="790"/>
          <ac:spMkLst>
            <pc:docMk/>
            <pc:sldMk cId="2637423123" sldId="301"/>
            <ac:spMk id="12" creationId="{D99BB419-B71C-8BAD-0449-907647D5A9FE}"/>
          </ac:spMkLst>
        </pc:spChg>
        <pc:spChg chg="mod">
          <ac:chgData name="Samaj, Tomas" userId="24ba87dd-e0d6-46e4-b32b-c6bf33e42df2" providerId="ADAL" clId="{7B1B8F56-5866-4008-9BBB-243D261A6A02}" dt="2026-02-23T18:42:44.437" v="6790" actId="790"/>
          <ac:spMkLst>
            <pc:docMk/>
            <pc:sldMk cId="2637423123" sldId="301"/>
            <ac:spMk id="13" creationId="{1E4E3D9D-11A2-8B43-5A9C-F8B47AA59BAF}"/>
          </ac:spMkLst>
        </pc:spChg>
        <pc:spChg chg="mod">
          <ac:chgData name="Samaj, Tomas" userId="24ba87dd-e0d6-46e4-b32b-c6bf33e42df2" providerId="ADAL" clId="{7B1B8F56-5866-4008-9BBB-243D261A6A02}" dt="2026-02-23T18:42:44.437" v="6790" actId="790"/>
          <ac:spMkLst>
            <pc:docMk/>
            <pc:sldMk cId="2637423123" sldId="301"/>
            <ac:spMk id="14" creationId="{B23A6733-D9AA-CCAA-4527-53696C044D4D}"/>
          </ac:spMkLst>
        </pc:spChg>
        <pc:spChg chg="mod">
          <ac:chgData name="Samaj, Tomas" userId="24ba87dd-e0d6-46e4-b32b-c6bf33e42df2" providerId="ADAL" clId="{7B1B8F56-5866-4008-9BBB-243D261A6A02}" dt="2026-02-23T18:42:44.437" v="6790" actId="790"/>
          <ac:spMkLst>
            <pc:docMk/>
            <pc:sldMk cId="2637423123" sldId="301"/>
            <ac:spMk id="18" creationId="{21399A85-B272-C36E-AF57-EFE1E1886B46}"/>
          </ac:spMkLst>
        </pc:spChg>
      </pc:sldChg>
      <pc:sldChg chg="addSp delSp modSp mod">
        <pc:chgData name="Samaj, Tomas" userId="24ba87dd-e0d6-46e4-b32b-c6bf33e42df2" providerId="ADAL" clId="{7B1B8F56-5866-4008-9BBB-243D261A6A02}" dt="2026-02-23T18:42:44.437" v="6790" actId="790"/>
        <pc:sldMkLst>
          <pc:docMk/>
          <pc:sldMk cId="1041337751" sldId="309"/>
        </pc:sldMkLst>
        <pc:spChg chg="mod">
          <ac:chgData name="Samaj, Tomas" userId="24ba87dd-e0d6-46e4-b32b-c6bf33e42df2" providerId="ADAL" clId="{7B1B8F56-5866-4008-9BBB-243D261A6A02}" dt="2026-02-23T18:42:44.437" v="6790" actId="790"/>
          <ac:spMkLst>
            <pc:docMk/>
            <pc:sldMk cId="1041337751" sldId="309"/>
            <ac:spMk id="2" creationId="{461009B4-2B19-2F48-A284-4C10C7D99C16}"/>
          </ac:spMkLst>
        </pc:spChg>
        <pc:spChg chg="mod">
          <ac:chgData name="Samaj, Tomas" userId="24ba87dd-e0d6-46e4-b32b-c6bf33e42df2" providerId="ADAL" clId="{7B1B8F56-5866-4008-9BBB-243D261A6A02}" dt="2026-02-23T18:42:44.437" v="6790" actId="790"/>
          <ac:spMkLst>
            <pc:docMk/>
            <pc:sldMk cId="1041337751" sldId="309"/>
            <ac:spMk id="3" creationId="{C92211C4-7173-1EB6-0B72-BF9EAD510BA0}"/>
          </ac:spMkLst>
        </pc:spChg>
        <pc:spChg chg="mod">
          <ac:chgData name="Samaj, Tomas" userId="24ba87dd-e0d6-46e4-b32b-c6bf33e42df2" providerId="ADAL" clId="{7B1B8F56-5866-4008-9BBB-243D261A6A02}" dt="2026-02-23T18:42:44.437" v="6790" actId="790"/>
          <ac:spMkLst>
            <pc:docMk/>
            <pc:sldMk cId="1041337751" sldId="309"/>
            <ac:spMk id="4" creationId="{8AB6F7B4-7237-608E-A52C-EB387B3C566F}"/>
          </ac:spMkLst>
        </pc:spChg>
        <pc:spChg chg="mod">
          <ac:chgData name="Samaj, Tomas" userId="24ba87dd-e0d6-46e4-b32b-c6bf33e42df2" providerId="ADAL" clId="{7B1B8F56-5866-4008-9BBB-243D261A6A02}" dt="2026-02-23T18:42:44.437" v="6790" actId="790"/>
          <ac:spMkLst>
            <pc:docMk/>
            <pc:sldMk cId="1041337751" sldId="309"/>
            <ac:spMk id="7" creationId="{9377CD60-4F28-68DE-B3AD-E6F97D02A6D8}"/>
          </ac:spMkLst>
        </pc:spChg>
        <pc:spChg chg="mod">
          <ac:chgData name="Samaj, Tomas" userId="24ba87dd-e0d6-46e4-b32b-c6bf33e42df2" providerId="ADAL" clId="{7B1B8F56-5866-4008-9BBB-243D261A6A02}" dt="2026-02-23T18:42:44.437" v="6790" actId="790"/>
          <ac:spMkLst>
            <pc:docMk/>
            <pc:sldMk cId="1041337751" sldId="309"/>
            <ac:spMk id="8" creationId="{B3E4F77A-9416-A67E-0939-3EDAD70EF20A}"/>
          </ac:spMkLst>
        </pc:spChg>
        <pc:spChg chg="add mod ord">
          <ac:chgData name="Samaj, Tomas" userId="24ba87dd-e0d6-46e4-b32b-c6bf33e42df2" providerId="ADAL" clId="{7B1B8F56-5866-4008-9BBB-243D261A6A02}" dt="2026-02-23T18:42:44.437" v="6790" actId="790"/>
          <ac:spMkLst>
            <pc:docMk/>
            <pc:sldMk cId="1041337751" sldId="309"/>
            <ac:spMk id="10" creationId="{C902EED1-7801-A4BE-A73B-940EA7813678}"/>
          </ac:spMkLst>
        </pc:spChg>
        <pc:spChg chg="add mod ord">
          <ac:chgData name="Samaj, Tomas" userId="24ba87dd-e0d6-46e4-b32b-c6bf33e42df2" providerId="ADAL" clId="{7B1B8F56-5866-4008-9BBB-243D261A6A02}" dt="2026-02-23T18:42:44.437" v="6790" actId="790"/>
          <ac:spMkLst>
            <pc:docMk/>
            <pc:sldMk cId="1041337751" sldId="309"/>
            <ac:spMk id="29" creationId="{B8E76E4B-3F64-94B9-6126-E96A2DFEABAE}"/>
          </ac:spMkLst>
        </pc:spChg>
      </pc:sldChg>
      <pc:sldChg chg="modSp mod">
        <pc:chgData name="Samaj, Tomas" userId="24ba87dd-e0d6-46e4-b32b-c6bf33e42df2" providerId="ADAL" clId="{7B1B8F56-5866-4008-9BBB-243D261A6A02}" dt="2026-02-23T18:42:44.437" v="6790" actId="790"/>
        <pc:sldMkLst>
          <pc:docMk/>
          <pc:sldMk cId="3556147786" sldId="319"/>
        </pc:sldMkLst>
        <pc:spChg chg="mod">
          <ac:chgData name="Samaj, Tomas" userId="24ba87dd-e0d6-46e4-b32b-c6bf33e42df2" providerId="ADAL" clId="{7B1B8F56-5866-4008-9BBB-243D261A6A02}" dt="2026-02-23T18:42:44.437" v="6790" actId="790"/>
          <ac:spMkLst>
            <pc:docMk/>
            <pc:sldMk cId="3556147786" sldId="319"/>
            <ac:spMk id="3" creationId="{BB97E845-0C3A-525F-C1B2-E724E146CD51}"/>
          </ac:spMkLst>
        </pc:spChg>
        <pc:spChg chg="mod">
          <ac:chgData name="Samaj, Tomas" userId="24ba87dd-e0d6-46e4-b32b-c6bf33e42df2" providerId="ADAL" clId="{7B1B8F56-5866-4008-9BBB-243D261A6A02}" dt="2026-02-22T11:28:13.781" v="5130" actId="790"/>
          <ac:spMkLst>
            <pc:docMk/>
            <pc:sldMk cId="3556147786" sldId="319"/>
            <ac:spMk id="4" creationId="{C2AE646C-4B0D-7737-F361-4D44208D50C7}"/>
          </ac:spMkLst>
        </pc:spChg>
        <pc:spChg chg="mod">
          <ac:chgData name="Samaj, Tomas" userId="24ba87dd-e0d6-46e4-b32b-c6bf33e42df2" providerId="ADAL" clId="{7B1B8F56-5866-4008-9BBB-243D261A6A02}" dt="2026-02-23T18:42:44.437" v="6790" actId="790"/>
          <ac:spMkLst>
            <pc:docMk/>
            <pc:sldMk cId="3556147786" sldId="319"/>
            <ac:spMk id="7" creationId="{4E474119-918C-74A7-49C3-C1845F19DC28}"/>
          </ac:spMkLst>
        </pc:spChg>
        <pc:spChg chg="mod">
          <ac:chgData name="Samaj, Tomas" userId="24ba87dd-e0d6-46e4-b32b-c6bf33e42df2" providerId="ADAL" clId="{7B1B8F56-5866-4008-9BBB-243D261A6A02}" dt="2026-02-22T11:28:13.781" v="5130" actId="790"/>
          <ac:spMkLst>
            <pc:docMk/>
            <pc:sldMk cId="3556147786" sldId="319"/>
            <ac:spMk id="8" creationId="{D91FC12F-5F7D-6412-EFE2-80649120930C}"/>
          </ac:spMkLst>
        </pc:spChg>
        <pc:spChg chg="mod">
          <ac:chgData name="Samaj, Tomas" userId="24ba87dd-e0d6-46e4-b32b-c6bf33e42df2" providerId="ADAL" clId="{7B1B8F56-5866-4008-9BBB-243D261A6A02}" dt="2026-02-22T11:28:13.781" v="5130" actId="790"/>
          <ac:spMkLst>
            <pc:docMk/>
            <pc:sldMk cId="3556147786" sldId="319"/>
            <ac:spMk id="9" creationId="{47257274-D852-8173-0E20-206E2EC2F72C}"/>
          </ac:spMkLst>
        </pc:spChg>
        <pc:spChg chg="mod">
          <ac:chgData name="Samaj, Tomas" userId="24ba87dd-e0d6-46e4-b32b-c6bf33e42df2" providerId="ADAL" clId="{7B1B8F56-5866-4008-9BBB-243D261A6A02}" dt="2026-02-23T18:42:44.437" v="6790" actId="790"/>
          <ac:spMkLst>
            <pc:docMk/>
            <pc:sldMk cId="3556147786" sldId="319"/>
            <ac:spMk id="10" creationId="{5275348C-F030-79DC-8916-D0B6B653A192}"/>
          </ac:spMkLst>
        </pc:spChg>
        <pc:spChg chg="mod">
          <ac:chgData name="Samaj, Tomas" userId="24ba87dd-e0d6-46e4-b32b-c6bf33e42df2" providerId="ADAL" clId="{7B1B8F56-5866-4008-9BBB-243D261A6A02}" dt="2026-02-23T18:42:44.437" v="6790" actId="790"/>
          <ac:spMkLst>
            <pc:docMk/>
            <pc:sldMk cId="3556147786" sldId="319"/>
            <ac:spMk id="11" creationId="{AE19A607-A319-51F5-307E-8BACD73EAEE4}"/>
          </ac:spMkLst>
        </pc:spChg>
        <pc:spChg chg="mod">
          <ac:chgData name="Samaj, Tomas" userId="24ba87dd-e0d6-46e4-b32b-c6bf33e42df2" providerId="ADAL" clId="{7B1B8F56-5866-4008-9BBB-243D261A6A02}" dt="2026-02-23T18:42:44.437" v="6790" actId="790"/>
          <ac:spMkLst>
            <pc:docMk/>
            <pc:sldMk cId="3556147786" sldId="319"/>
            <ac:spMk id="13" creationId="{C3AD5B65-9CB1-0A6A-C440-5F348D2EF74C}"/>
          </ac:spMkLst>
        </pc:spChg>
        <pc:spChg chg="mod">
          <ac:chgData name="Samaj, Tomas" userId="24ba87dd-e0d6-46e4-b32b-c6bf33e42df2" providerId="ADAL" clId="{7B1B8F56-5866-4008-9BBB-243D261A6A02}" dt="2026-02-23T18:42:44.437" v="6790" actId="790"/>
          <ac:spMkLst>
            <pc:docMk/>
            <pc:sldMk cId="3556147786" sldId="319"/>
            <ac:spMk id="14" creationId="{9A1A6F2D-8D6F-EA1F-470F-DCC2B67A9137}"/>
          </ac:spMkLst>
        </pc:spChg>
        <pc:spChg chg="mod">
          <ac:chgData name="Samaj, Tomas" userId="24ba87dd-e0d6-46e4-b32b-c6bf33e42df2" providerId="ADAL" clId="{7B1B8F56-5866-4008-9BBB-243D261A6A02}" dt="2026-02-23T18:42:44.437" v="6790" actId="790"/>
          <ac:spMkLst>
            <pc:docMk/>
            <pc:sldMk cId="3556147786" sldId="319"/>
            <ac:spMk id="15" creationId="{4FE89939-6371-830A-FB4B-6D178071158D}"/>
          </ac:spMkLst>
        </pc:spChg>
        <pc:spChg chg="mod">
          <ac:chgData name="Samaj, Tomas" userId="24ba87dd-e0d6-46e4-b32b-c6bf33e42df2" providerId="ADAL" clId="{7B1B8F56-5866-4008-9BBB-243D261A6A02}" dt="2026-02-23T18:42:44.437" v="6790" actId="790"/>
          <ac:spMkLst>
            <pc:docMk/>
            <pc:sldMk cId="3556147786" sldId="319"/>
            <ac:spMk id="16" creationId="{A624FBB3-DA0C-A59E-C3B4-2CFE3A62F157}"/>
          </ac:spMkLst>
        </pc:spChg>
        <pc:spChg chg="mod">
          <ac:chgData name="Samaj, Tomas" userId="24ba87dd-e0d6-46e4-b32b-c6bf33e42df2" providerId="ADAL" clId="{7B1B8F56-5866-4008-9BBB-243D261A6A02}" dt="2026-02-23T18:42:44.437" v="6790" actId="790"/>
          <ac:spMkLst>
            <pc:docMk/>
            <pc:sldMk cId="3556147786" sldId="319"/>
            <ac:spMk id="17" creationId="{B99DDA60-F472-87BD-D789-9357209103D7}"/>
          </ac:spMkLst>
        </pc:spChg>
        <pc:spChg chg="mod">
          <ac:chgData name="Samaj, Tomas" userId="24ba87dd-e0d6-46e4-b32b-c6bf33e42df2" providerId="ADAL" clId="{7B1B8F56-5866-4008-9BBB-243D261A6A02}" dt="2026-02-23T18:42:44.437" v="6790" actId="790"/>
          <ac:spMkLst>
            <pc:docMk/>
            <pc:sldMk cId="3556147786" sldId="319"/>
            <ac:spMk id="18" creationId="{7C9E4D9F-AC7B-6DCC-F535-9C429AD6662F}"/>
          </ac:spMkLst>
        </pc:spChg>
      </pc:sldChg>
      <pc:sldChg chg="modSp mod">
        <pc:chgData name="Samaj, Tomas" userId="24ba87dd-e0d6-46e4-b32b-c6bf33e42df2" providerId="ADAL" clId="{7B1B8F56-5866-4008-9BBB-243D261A6A02}" dt="2026-02-23T18:42:44.437" v="6790" actId="790"/>
        <pc:sldMkLst>
          <pc:docMk/>
          <pc:sldMk cId="3546382590" sldId="321"/>
        </pc:sldMkLst>
        <pc:spChg chg="mod">
          <ac:chgData name="Samaj, Tomas" userId="24ba87dd-e0d6-46e4-b32b-c6bf33e42df2" providerId="ADAL" clId="{7B1B8F56-5866-4008-9BBB-243D261A6A02}" dt="2026-02-23T18:42:44.437" v="6790" actId="790"/>
          <ac:spMkLst>
            <pc:docMk/>
            <pc:sldMk cId="3546382590" sldId="321"/>
            <ac:spMk id="2" creationId="{227A6526-6B7E-2E6F-478B-E70F3536653B}"/>
          </ac:spMkLst>
        </pc:spChg>
        <pc:spChg chg="mod">
          <ac:chgData name="Samaj, Tomas" userId="24ba87dd-e0d6-46e4-b32b-c6bf33e42df2" providerId="ADAL" clId="{7B1B8F56-5866-4008-9BBB-243D261A6A02}" dt="2026-02-22T11:28:13.781" v="5130" actId="790"/>
          <ac:spMkLst>
            <pc:docMk/>
            <pc:sldMk cId="3546382590" sldId="321"/>
            <ac:spMk id="7" creationId="{F91C6AA8-B424-514B-2355-5356D9428F49}"/>
          </ac:spMkLst>
        </pc:spChg>
        <pc:spChg chg="mod">
          <ac:chgData name="Samaj, Tomas" userId="24ba87dd-e0d6-46e4-b32b-c6bf33e42df2" providerId="ADAL" clId="{7B1B8F56-5866-4008-9BBB-243D261A6A02}" dt="2026-02-22T11:28:13.781" v="5130" actId="790"/>
          <ac:spMkLst>
            <pc:docMk/>
            <pc:sldMk cId="3546382590" sldId="321"/>
            <ac:spMk id="8" creationId="{86878CA6-468B-19E9-C466-E85E2EEFDDD2}"/>
          </ac:spMkLst>
        </pc:spChg>
        <pc:spChg chg="mod">
          <ac:chgData name="Samaj, Tomas" userId="24ba87dd-e0d6-46e4-b32b-c6bf33e42df2" providerId="ADAL" clId="{7B1B8F56-5866-4008-9BBB-243D261A6A02}" dt="2026-02-23T18:42:44.437" v="6790" actId="790"/>
          <ac:spMkLst>
            <pc:docMk/>
            <pc:sldMk cId="3546382590" sldId="321"/>
            <ac:spMk id="13" creationId="{4739A999-A880-E7CA-D027-19EA91F65907}"/>
          </ac:spMkLst>
        </pc:spChg>
        <pc:spChg chg="mod">
          <ac:chgData name="Samaj, Tomas" userId="24ba87dd-e0d6-46e4-b32b-c6bf33e42df2" providerId="ADAL" clId="{7B1B8F56-5866-4008-9BBB-243D261A6A02}" dt="2026-02-23T18:42:44.437" v="6790" actId="790"/>
          <ac:spMkLst>
            <pc:docMk/>
            <pc:sldMk cId="3546382590" sldId="321"/>
            <ac:spMk id="14" creationId="{5DED1EC9-A0A0-7B20-F24D-74BE76396484}"/>
          </ac:spMkLst>
        </pc:spChg>
        <pc:spChg chg="mod">
          <ac:chgData name="Samaj, Tomas" userId="24ba87dd-e0d6-46e4-b32b-c6bf33e42df2" providerId="ADAL" clId="{7B1B8F56-5866-4008-9BBB-243D261A6A02}" dt="2026-02-23T18:42:44.437" v="6790" actId="790"/>
          <ac:spMkLst>
            <pc:docMk/>
            <pc:sldMk cId="3546382590" sldId="321"/>
            <ac:spMk id="15" creationId="{101F5B43-9FA2-9972-FAB1-BA2100FD6E65}"/>
          </ac:spMkLst>
        </pc:spChg>
        <pc:spChg chg="mod">
          <ac:chgData name="Samaj, Tomas" userId="24ba87dd-e0d6-46e4-b32b-c6bf33e42df2" providerId="ADAL" clId="{7B1B8F56-5866-4008-9BBB-243D261A6A02}" dt="2026-02-23T18:42:44.437" v="6790" actId="790"/>
          <ac:spMkLst>
            <pc:docMk/>
            <pc:sldMk cId="3546382590" sldId="321"/>
            <ac:spMk id="16" creationId="{6DAD807D-954E-EE2A-BBD5-BEF0F2CE7519}"/>
          </ac:spMkLst>
        </pc:spChg>
        <pc:spChg chg="mod">
          <ac:chgData name="Samaj, Tomas" userId="24ba87dd-e0d6-46e4-b32b-c6bf33e42df2" providerId="ADAL" clId="{7B1B8F56-5866-4008-9BBB-243D261A6A02}" dt="2026-02-23T18:42:44.437" v="6790" actId="790"/>
          <ac:spMkLst>
            <pc:docMk/>
            <pc:sldMk cId="3546382590" sldId="321"/>
            <ac:spMk id="23" creationId="{821D3C1C-BB42-DED3-2660-D891D933FF5D}"/>
          </ac:spMkLst>
        </pc:spChg>
        <pc:spChg chg="mod">
          <ac:chgData name="Samaj, Tomas" userId="24ba87dd-e0d6-46e4-b32b-c6bf33e42df2" providerId="ADAL" clId="{7B1B8F56-5866-4008-9BBB-243D261A6A02}" dt="2026-02-23T18:42:44.437" v="6790" actId="790"/>
          <ac:spMkLst>
            <pc:docMk/>
            <pc:sldMk cId="3546382590" sldId="321"/>
            <ac:spMk id="25" creationId="{46122210-14CE-7B0F-8F0B-F7E5F584392C}"/>
          </ac:spMkLst>
        </pc:spChg>
        <pc:spChg chg="mod">
          <ac:chgData name="Samaj, Tomas" userId="24ba87dd-e0d6-46e4-b32b-c6bf33e42df2" providerId="ADAL" clId="{7B1B8F56-5866-4008-9BBB-243D261A6A02}" dt="2026-02-23T18:42:44.437" v="6790" actId="790"/>
          <ac:spMkLst>
            <pc:docMk/>
            <pc:sldMk cId="3546382590" sldId="321"/>
            <ac:spMk id="26" creationId="{13FDA606-7AA5-9365-0FD1-AAA874927250}"/>
          </ac:spMkLst>
        </pc:spChg>
        <pc:spChg chg="mod">
          <ac:chgData name="Samaj, Tomas" userId="24ba87dd-e0d6-46e4-b32b-c6bf33e42df2" providerId="ADAL" clId="{7B1B8F56-5866-4008-9BBB-243D261A6A02}" dt="2026-02-23T18:42:44.437" v="6790" actId="790"/>
          <ac:spMkLst>
            <pc:docMk/>
            <pc:sldMk cId="3546382590" sldId="321"/>
            <ac:spMk id="27" creationId="{E6642684-645F-69B8-F1F9-DEBF56017998}"/>
          </ac:spMkLst>
        </pc:spChg>
        <pc:spChg chg="mod">
          <ac:chgData name="Samaj, Tomas" userId="24ba87dd-e0d6-46e4-b32b-c6bf33e42df2" providerId="ADAL" clId="{7B1B8F56-5866-4008-9BBB-243D261A6A02}" dt="2026-02-23T18:42:44.437" v="6790" actId="790"/>
          <ac:spMkLst>
            <pc:docMk/>
            <pc:sldMk cId="3546382590" sldId="321"/>
            <ac:spMk id="28" creationId="{20AEBCCB-3ADD-21E8-812C-C05390FA99D1}"/>
          </ac:spMkLst>
        </pc:spChg>
      </pc:sldChg>
      <pc:sldChg chg="modSp mod">
        <pc:chgData name="Samaj, Tomas" userId="24ba87dd-e0d6-46e4-b32b-c6bf33e42df2" providerId="ADAL" clId="{7B1B8F56-5866-4008-9BBB-243D261A6A02}" dt="2026-02-23T18:42:44.437" v="6790" actId="790"/>
        <pc:sldMkLst>
          <pc:docMk/>
          <pc:sldMk cId="3340008971" sldId="322"/>
        </pc:sldMkLst>
        <pc:spChg chg="mod">
          <ac:chgData name="Samaj, Tomas" userId="24ba87dd-e0d6-46e4-b32b-c6bf33e42df2" providerId="ADAL" clId="{7B1B8F56-5866-4008-9BBB-243D261A6A02}" dt="2026-02-22T11:28:13.781" v="5130" actId="790"/>
          <ac:spMkLst>
            <pc:docMk/>
            <pc:sldMk cId="3340008971" sldId="322"/>
            <ac:spMk id="7" creationId="{E6C3E29E-9749-A424-B4CB-1AC983E483FA}"/>
          </ac:spMkLst>
        </pc:spChg>
        <pc:spChg chg="mod">
          <ac:chgData name="Samaj, Tomas" userId="24ba87dd-e0d6-46e4-b32b-c6bf33e42df2" providerId="ADAL" clId="{7B1B8F56-5866-4008-9BBB-243D261A6A02}" dt="2026-02-23T18:42:44.437" v="6790" actId="790"/>
          <ac:spMkLst>
            <pc:docMk/>
            <pc:sldMk cId="3340008971" sldId="322"/>
            <ac:spMk id="8" creationId="{5F1EA95C-B423-614F-9B3A-EBF53D6E7C4C}"/>
          </ac:spMkLst>
        </pc:spChg>
        <pc:spChg chg="mod">
          <ac:chgData name="Samaj, Tomas" userId="24ba87dd-e0d6-46e4-b32b-c6bf33e42df2" providerId="ADAL" clId="{7B1B8F56-5866-4008-9BBB-243D261A6A02}" dt="2026-02-23T18:42:44.437" v="6790" actId="790"/>
          <ac:spMkLst>
            <pc:docMk/>
            <pc:sldMk cId="3340008971" sldId="322"/>
            <ac:spMk id="10" creationId="{614CCD53-0BCB-1729-C5CE-F8EBDB2FF372}"/>
          </ac:spMkLst>
        </pc:spChg>
        <pc:spChg chg="mod">
          <ac:chgData name="Samaj, Tomas" userId="24ba87dd-e0d6-46e4-b32b-c6bf33e42df2" providerId="ADAL" clId="{7B1B8F56-5866-4008-9BBB-243D261A6A02}" dt="2026-02-23T18:42:44.437" v="6790" actId="790"/>
          <ac:spMkLst>
            <pc:docMk/>
            <pc:sldMk cId="3340008971" sldId="322"/>
            <ac:spMk id="12" creationId="{BBA99541-BC5C-F428-F928-BBE01DA598BE}"/>
          </ac:spMkLst>
        </pc:spChg>
        <pc:spChg chg="mod">
          <ac:chgData name="Samaj, Tomas" userId="24ba87dd-e0d6-46e4-b32b-c6bf33e42df2" providerId="ADAL" clId="{7B1B8F56-5866-4008-9BBB-243D261A6A02}" dt="2026-02-23T18:42:44.437" v="6790" actId="790"/>
          <ac:spMkLst>
            <pc:docMk/>
            <pc:sldMk cId="3340008971" sldId="322"/>
            <ac:spMk id="13" creationId="{8948AABA-AAE6-2A63-39BA-DCC163C27188}"/>
          </ac:spMkLst>
        </pc:spChg>
        <pc:spChg chg="mod">
          <ac:chgData name="Samaj, Tomas" userId="24ba87dd-e0d6-46e4-b32b-c6bf33e42df2" providerId="ADAL" clId="{7B1B8F56-5866-4008-9BBB-243D261A6A02}" dt="2026-02-23T18:42:44.437" v="6790" actId="790"/>
          <ac:spMkLst>
            <pc:docMk/>
            <pc:sldMk cId="3340008971" sldId="322"/>
            <ac:spMk id="15" creationId="{BAE25158-5BF2-87B3-991A-065256294E6A}"/>
          </ac:spMkLst>
        </pc:spChg>
        <pc:spChg chg="mod">
          <ac:chgData name="Samaj, Tomas" userId="24ba87dd-e0d6-46e4-b32b-c6bf33e42df2" providerId="ADAL" clId="{7B1B8F56-5866-4008-9BBB-243D261A6A02}" dt="2026-02-22T11:28:13.781" v="5130" actId="790"/>
          <ac:spMkLst>
            <pc:docMk/>
            <pc:sldMk cId="3340008971" sldId="322"/>
            <ac:spMk id="16" creationId="{804554CA-46A2-8742-AE16-A1953DB1E127}"/>
          </ac:spMkLst>
        </pc:spChg>
        <pc:spChg chg="mod">
          <ac:chgData name="Samaj, Tomas" userId="24ba87dd-e0d6-46e4-b32b-c6bf33e42df2" providerId="ADAL" clId="{7B1B8F56-5866-4008-9BBB-243D261A6A02}" dt="2026-02-23T18:42:44.437" v="6790" actId="790"/>
          <ac:spMkLst>
            <pc:docMk/>
            <pc:sldMk cId="3340008971" sldId="322"/>
            <ac:spMk id="17" creationId="{183B393A-B1E5-05A6-1863-D1F62DF2AB74}"/>
          </ac:spMkLst>
        </pc:spChg>
        <pc:spChg chg="mod">
          <ac:chgData name="Samaj, Tomas" userId="24ba87dd-e0d6-46e4-b32b-c6bf33e42df2" providerId="ADAL" clId="{7B1B8F56-5866-4008-9BBB-243D261A6A02}" dt="2026-02-23T18:42:44.437" v="6790" actId="790"/>
          <ac:spMkLst>
            <pc:docMk/>
            <pc:sldMk cId="3340008971" sldId="322"/>
            <ac:spMk id="18" creationId="{C2D843F4-8209-0E32-AB9C-E659D631D25F}"/>
          </ac:spMkLst>
        </pc:spChg>
        <pc:spChg chg="mod">
          <ac:chgData name="Samaj, Tomas" userId="24ba87dd-e0d6-46e4-b32b-c6bf33e42df2" providerId="ADAL" clId="{7B1B8F56-5866-4008-9BBB-243D261A6A02}" dt="2026-02-22T11:28:13.781" v="5130" actId="790"/>
          <ac:spMkLst>
            <pc:docMk/>
            <pc:sldMk cId="3340008971" sldId="322"/>
            <ac:spMk id="19" creationId="{14E2C799-A721-E73F-E0AD-063AD17EEFBF}"/>
          </ac:spMkLst>
        </pc:spChg>
        <pc:spChg chg="mod">
          <ac:chgData name="Samaj, Tomas" userId="24ba87dd-e0d6-46e4-b32b-c6bf33e42df2" providerId="ADAL" clId="{7B1B8F56-5866-4008-9BBB-243D261A6A02}" dt="2026-02-23T18:42:44.437" v="6790" actId="790"/>
          <ac:spMkLst>
            <pc:docMk/>
            <pc:sldMk cId="3340008971" sldId="322"/>
            <ac:spMk id="20" creationId="{C4D94DEE-3E3E-2B40-9313-B2D47C44493C}"/>
          </ac:spMkLst>
        </pc:spChg>
        <pc:spChg chg="mod">
          <ac:chgData name="Samaj, Tomas" userId="24ba87dd-e0d6-46e4-b32b-c6bf33e42df2" providerId="ADAL" clId="{7B1B8F56-5866-4008-9BBB-243D261A6A02}" dt="2026-02-23T18:42:44.437" v="6790" actId="790"/>
          <ac:spMkLst>
            <pc:docMk/>
            <pc:sldMk cId="3340008971" sldId="322"/>
            <ac:spMk id="22" creationId="{D725F308-D8D4-F9DC-8781-7ED14A12BE96}"/>
          </ac:spMkLst>
        </pc:spChg>
        <pc:spChg chg="mod">
          <ac:chgData name="Samaj, Tomas" userId="24ba87dd-e0d6-46e4-b32b-c6bf33e42df2" providerId="ADAL" clId="{7B1B8F56-5866-4008-9BBB-243D261A6A02}" dt="2026-02-23T18:42:44.437" v="6790" actId="790"/>
          <ac:spMkLst>
            <pc:docMk/>
            <pc:sldMk cId="3340008971" sldId="322"/>
            <ac:spMk id="24" creationId="{339C9D93-2709-A315-7297-9DC17730F5B0}"/>
          </ac:spMkLst>
        </pc:spChg>
      </pc:sldChg>
      <pc:sldChg chg="modSp mod">
        <pc:chgData name="Samaj, Tomas" userId="24ba87dd-e0d6-46e4-b32b-c6bf33e42df2" providerId="ADAL" clId="{7B1B8F56-5866-4008-9BBB-243D261A6A02}" dt="2026-02-23T18:42:44.437" v="6790" actId="790"/>
        <pc:sldMkLst>
          <pc:docMk/>
          <pc:sldMk cId="2362282143" sldId="327"/>
        </pc:sldMkLst>
        <pc:spChg chg="mod">
          <ac:chgData name="Samaj, Tomas" userId="24ba87dd-e0d6-46e4-b32b-c6bf33e42df2" providerId="ADAL" clId="{7B1B8F56-5866-4008-9BBB-243D261A6A02}" dt="2026-02-23T18:42:44.437" v="6790" actId="790"/>
          <ac:spMkLst>
            <pc:docMk/>
            <pc:sldMk cId="2362282143" sldId="327"/>
            <ac:spMk id="2" creationId="{1786D7E1-4A30-7E5F-45BB-D6EC3026A5F1}"/>
          </ac:spMkLst>
        </pc:spChg>
        <pc:spChg chg="mod">
          <ac:chgData name="Samaj, Tomas" userId="24ba87dd-e0d6-46e4-b32b-c6bf33e42df2" providerId="ADAL" clId="{7B1B8F56-5866-4008-9BBB-243D261A6A02}" dt="2026-02-23T18:42:44.437" v="6790" actId="790"/>
          <ac:spMkLst>
            <pc:docMk/>
            <pc:sldMk cId="2362282143" sldId="327"/>
            <ac:spMk id="3" creationId="{A4832966-EA4F-6436-6125-728312B67C24}"/>
          </ac:spMkLst>
        </pc:spChg>
        <pc:spChg chg="mod">
          <ac:chgData name="Samaj, Tomas" userId="24ba87dd-e0d6-46e4-b32b-c6bf33e42df2" providerId="ADAL" clId="{7B1B8F56-5866-4008-9BBB-243D261A6A02}" dt="2026-02-22T11:28:13.781" v="5130" actId="790"/>
          <ac:spMkLst>
            <pc:docMk/>
            <pc:sldMk cId="2362282143" sldId="327"/>
            <ac:spMk id="4" creationId="{95CA65BD-3A08-26CF-12A7-C1E3CC7D9729}"/>
          </ac:spMkLst>
        </pc:spChg>
        <pc:spChg chg="mod">
          <ac:chgData name="Samaj, Tomas" userId="24ba87dd-e0d6-46e4-b32b-c6bf33e42df2" providerId="ADAL" clId="{7B1B8F56-5866-4008-9BBB-243D261A6A02}" dt="2026-02-23T18:42:44.437" v="6790" actId="790"/>
          <ac:spMkLst>
            <pc:docMk/>
            <pc:sldMk cId="2362282143" sldId="327"/>
            <ac:spMk id="5" creationId="{D269C8B3-D24A-A607-DB05-2B8C5752984D}"/>
          </ac:spMkLst>
        </pc:spChg>
        <pc:spChg chg="mod">
          <ac:chgData name="Samaj, Tomas" userId="24ba87dd-e0d6-46e4-b32b-c6bf33e42df2" providerId="ADAL" clId="{7B1B8F56-5866-4008-9BBB-243D261A6A02}" dt="2026-02-23T18:42:44.437" v="6790" actId="790"/>
          <ac:spMkLst>
            <pc:docMk/>
            <pc:sldMk cId="2362282143" sldId="327"/>
            <ac:spMk id="6" creationId="{03B95D00-2CA0-4287-EA0D-0574FDBB6B69}"/>
          </ac:spMkLst>
        </pc:spChg>
        <pc:spChg chg="mod">
          <ac:chgData name="Samaj, Tomas" userId="24ba87dd-e0d6-46e4-b32b-c6bf33e42df2" providerId="ADAL" clId="{7B1B8F56-5866-4008-9BBB-243D261A6A02}" dt="2026-02-13T09:06:05.222" v="296" actId="20577"/>
          <ac:spMkLst>
            <pc:docMk/>
            <pc:sldMk cId="2362282143" sldId="327"/>
            <ac:spMk id="7" creationId="{44635FD9-F625-24D1-0057-4FDA4A4A4699}"/>
          </ac:spMkLst>
        </pc:spChg>
        <pc:spChg chg="mod">
          <ac:chgData name="Samaj, Tomas" userId="24ba87dd-e0d6-46e4-b32b-c6bf33e42df2" providerId="ADAL" clId="{7B1B8F56-5866-4008-9BBB-243D261A6A02}" dt="2026-02-23T18:42:44.437" v="6790" actId="790"/>
          <ac:spMkLst>
            <pc:docMk/>
            <pc:sldMk cId="2362282143" sldId="327"/>
            <ac:spMk id="8" creationId="{DA90A538-4FA2-B5AF-DBE3-5C710B300E3C}"/>
          </ac:spMkLst>
        </pc:spChg>
        <pc:spChg chg="mod">
          <ac:chgData name="Samaj, Tomas" userId="24ba87dd-e0d6-46e4-b32b-c6bf33e42df2" providerId="ADAL" clId="{7B1B8F56-5866-4008-9BBB-243D261A6A02}" dt="2026-02-22T11:28:13.781" v="5130" actId="790"/>
          <ac:spMkLst>
            <pc:docMk/>
            <pc:sldMk cId="2362282143" sldId="327"/>
            <ac:spMk id="9" creationId="{48A8DA30-BB07-4227-4674-22D2F5135C65}"/>
          </ac:spMkLst>
        </pc:spChg>
        <pc:spChg chg="mod">
          <ac:chgData name="Samaj, Tomas" userId="24ba87dd-e0d6-46e4-b32b-c6bf33e42df2" providerId="ADAL" clId="{7B1B8F56-5866-4008-9BBB-243D261A6A02}" dt="2026-02-23T18:42:44.437" v="6790" actId="790"/>
          <ac:spMkLst>
            <pc:docMk/>
            <pc:sldMk cId="2362282143" sldId="327"/>
            <ac:spMk id="10" creationId="{F371BCA4-2944-8E0F-9DC9-8659F272845D}"/>
          </ac:spMkLst>
        </pc:spChg>
        <pc:spChg chg="mod">
          <ac:chgData name="Samaj, Tomas" userId="24ba87dd-e0d6-46e4-b32b-c6bf33e42df2" providerId="ADAL" clId="{7B1B8F56-5866-4008-9BBB-243D261A6A02}" dt="2026-02-22T11:28:13.781" v="5130" actId="790"/>
          <ac:spMkLst>
            <pc:docMk/>
            <pc:sldMk cId="2362282143" sldId="327"/>
            <ac:spMk id="11" creationId="{2993670B-D792-6554-99A2-403E29990DD4}"/>
          </ac:spMkLst>
        </pc:spChg>
        <pc:spChg chg="mod">
          <ac:chgData name="Samaj, Tomas" userId="24ba87dd-e0d6-46e4-b32b-c6bf33e42df2" providerId="ADAL" clId="{7B1B8F56-5866-4008-9BBB-243D261A6A02}" dt="2026-02-23T18:42:44.437" v="6790" actId="790"/>
          <ac:spMkLst>
            <pc:docMk/>
            <pc:sldMk cId="2362282143" sldId="327"/>
            <ac:spMk id="13" creationId="{0CB35FED-B526-9C1C-4564-B6F89FD511EB}"/>
          </ac:spMkLst>
        </pc:spChg>
        <pc:spChg chg="mod">
          <ac:chgData name="Samaj, Tomas" userId="24ba87dd-e0d6-46e4-b32b-c6bf33e42df2" providerId="ADAL" clId="{7B1B8F56-5866-4008-9BBB-243D261A6A02}" dt="2026-02-23T18:42:44.437" v="6790" actId="790"/>
          <ac:spMkLst>
            <pc:docMk/>
            <pc:sldMk cId="2362282143" sldId="327"/>
            <ac:spMk id="15" creationId="{74C651BD-5D8D-E3C1-3F05-C3CAEA0FCF26}"/>
          </ac:spMkLst>
        </pc:spChg>
        <pc:spChg chg="mod">
          <ac:chgData name="Samaj, Tomas" userId="24ba87dd-e0d6-46e4-b32b-c6bf33e42df2" providerId="ADAL" clId="{7B1B8F56-5866-4008-9BBB-243D261A6A02}" dt="2026-02-23T18:42:44.437" v="6790" actId="790"/>
          <ac:spMkLst>
            <pc:docMk/>
            <pc:sldMk cId="2362282143" sldId="327"/>
            <ac:spMk id="16" creationId="{58E68FF0-9AA2-BC73-2E3F-32185E26A567}"/>
          </ac:spMkLst>
        </pc:spChg>
        <pc:spChg chg="mod">
          <ac:chgData name="Samaj, Tomas" userId="24ba87dd-e0d6-46e4-b32b-c6bf33e42df2" providerId="ADAL" clId="{7B1B8F56-5866-4008-9BBB-243D261A6A02}" dt="2026-02-23T18:42:44.437" v="6790" actId="790"/>
          <ac:spMkLst>
            <pc:docMk/>
            <pc:sldMk cId="2362282143" sldId="327"/>
            <ac:spMk id="17" creationId="{9315C120-CE54-7F3C-D316-3BC1EFFE49FA}"/>
          </ac:spMkLst>
        </pc:spChg>
      </pc:sldChg>
      <pc:sldChg chg="modSp mod ord">
        <pc:chgData name="Samaj, Tomas" userId="24ba87dd-e0d6-46e4-b32b-c6bf33e42df2" providerId="ADAL" clId="{7B1B8F56-5866-4008-9BBB-243D261A6A02}" dt="2026-02-23T18:42:44.437" v="6790" actId="790"/>
        <pc:sldMkLst>
          <pc:docMk/>
          <pc:sldMk cId="2911385746" sldId="334"/>
        </pc:sldMkLst>
        <pc:spChg chg="mod">
          <ac:chgData name="Samaj, Tomas" userId="24ba87dd-e0d6-46e4-b32b-c6bf33e42df2" providerId="ADAL" clId="{7B1B8F56-5866-4008-9BBB-243D261A6A02}" dt="2026-02-23T18:42:44.437" v="6790" actId="790"/>
          <ac:spMkLst>
            <pc:docMk/>
            <pc:sldMk cId="2911385746" sldId="334"/>
            <ac:spMk id="2" creationId="{810E0825-B69E-17F3-FD76-E0F4DF794A1A}"/>
          </ac:spMkLst>
        </pc:spChg>
        <pc:spChg chg="mod">
          <ac:chgData name="Samaj, Tomas" userId="24ba87dd-e0d6-46e4-b32b-c6bf33e42df2" providerId="ADAL" clId="{7B1B8F56-5866-4008-9BBB-243D261A6A02}" dt="2026-02-23T18:42:44.437" v="6790" actId="790"/>
          <ac:spMkLst>
            <pc:docMk/>
            <pc:sldMk cId="2911385746" sldId="334"/>
            <ac:spMk id="7" creationId="{6329562D-CF38-6254-228D-29B0C7BA2E63}"/>
          </ac:spMkLst>
        </pc:spChg>
        <pc:spChg chg="mod">
          <ac:chgData name="Samaj, Tomas" userId="24ba87dd-e0d6-46e4-b32b-c6bf33e42df2" providerId="ADAL" clId="{7B1B8F56-5866-4008-9BBB-243D261A6A02}" dt="2026-02-23T18:42:44.437" v="6790" actId="790"/>
          <ac:spMkLst>
            <pc:docMk/>
            <pc:sldMk cId="2911385746" sldId="334"/>
            <ac:spMk id="8" creationId="{6D2DC770-8891-98BC-C462-FA288F1A4195}"/>
          </ac:spMkLst>
        </pc:spChg>
        <pc:spChg chg="mod">
          <ac:chgData name="Samaj, Tomas" userId="24ba87dd-e0d6-46e4-b32b-c6bf33e42df2" providerId="ADAL" clId="{7B1B8F56-5866-4008-9BBB-243D261A6A02}" dt="2026-02-23T18:42:44.437" v="6790" actId="790"/>
          <ac:spMkLst>
            <pc:docMk/>
            <pc:sldMk cId="2911385746" sldId="334"/>
            <ac:spMk id="10" creationId="{3FC6DCA9-6498-2A61-3B5F-0D705A107F46}"/>
          </ac:spMkLst>
        </pc:spChg>
      </pc:sldChg>
      <pc:sldChg chg="modSp mod">
        <pc:chgData name="Samaj, Tomas" userId="24ba87dd-e0d6-46e4-b32b-c6bf33e42df2" providerId="ADAL" clId="{7B1B8F56-5866-4008-9BBB-243D261A6A02}" dt="2026-02-23T18:42:44.437" v="6790" actId="790"/>
        <pc:sldMkLst>
          <pc:docMk/>
          <pc:sldMk cId="3989720971" sldId="335"/>
        </pc:sldMkLst>
        <pc:spChg chg="mod">
          <ac:chgData name="Samaj, Tomas" userId="24ba87dd-e0d6-46e4-b32b-c6bf33e42df2" providerId="ADAL" clId="{7B1B8F56-5866-4008-9BBB-243D261A6A02}" dt="2026-02-23T18:42:44.437" v="6790" actId="790"/>
          <ac:spMkLst>
            <pc:docMk/>
            <pc:sldMk cId="3989720971" sldId="335"/>
            <ac:spMk id="3" creationId="{D38908C7-B369-B6E0-C31D-60135C123EE0}"/>
          </ac:spMkLst>
        </pc:spChg>
        <pc:spChg chg="mod">
          <ac:chgData name="Samaj, Tomas" userId="24ba87dd-e0d6-46e4-b32b-c6bf33e42df2" providerId="ADAL" clId="{7B1B8F56-5866-4008-9BBB-243D261A6A02}" dt="2026-02-23T18:42:44.437" v="6790" actId="790"/>
          <ac:spMkLst>
            <pc:docMk/>
            <pc:sldMk cId="3989720971" sldId="335"/>
            <ac:spMk id="5" creationId="{646FDE5E-3076-75A2-5F7D-F581260305FE}"/>
          </ac:spMkLst>
        </pc:spChg>
        <pc:spChg chg="mod">
          <ac:chgData name="Samaj, Tomas" userId="24ba87dd-e0d6-46e4-b32b-c6bf33e42df2" providerId="ADAL" clId="{7B1B8F56-5866-4008-9BBB-243D261A6A02}" dt="2026-02-23T18:42:44.437" v="6790" actId="790"/>
          <ac:spMkLst>
            <pc:docMk/>
            <pc:sldMk cId="3989720971" sldId="335"/>
            <ac:spMk id="7" creationId="{5EF2BB79-8BE7-0344-D281-EA772CAD3149}"/>
          </ac:spMkLst>
        </pc:spChg>
        <pc:spChg chg="mod">
          <ac:chgData name="Samaj, Tomas" userId="24ba87dd-e0d6-46e4-b32b-c6bf33e42df2" providerId="ADAL" clId="{7B1B8F56-5866-4008-9BBB-243D261A6A02}" dt="2026-02-23T18:42:44.437" v="6790" actId="790"/>
          <ac:spMkLst>
            <pc:docMk/>
            <pc:sldMk cId="3989720971" sldId="335"/>
            <ac:spMk id="8" creationId="{0356EEB1-2A72-00A5-4EFE-E292BC220EAD}"/>
          </ac:spMkLst>
        </pc:spChg>
        <pc:spChg chg="mod">
          <ac:chgData name="Samaj, Tomas" userId="24ba87dd-e0d6-46e4-b32b-c6bf33e42df2" providerId="ADAL" clId="{7B1B8F56-5866-4008-9BBB-243D261A6A02}" dt="2026-02-23T18:42:44.437" v="6790" actId="790"/>
          <ac:spMkLst>
            <pc:docMk/>
            <pc:sldMk cId="3989720971" sldId="335"/>
            <ac:spMk id="15" creationId="{3526F64D-B21C-DE8E-2FA7-9920DF39BE46}"/>
          </ac:spMkLst>
        </pc:spChg>
      </pc:sldChg>
      <pc:sldChg chg="modSp mod">
        <pc:chgData name="Samaj, Tomas" userId="24ba87dd-e0d6-46e4-b32b-c6bf33e42df2" providerId="ADAL" clId="{7B1B8F56-5866-4008-9BBB-243D261A6A02}" dt="2026-02-23T18:42:44.437" v="6790" actId="790"/>
        <pc:sldMkLst>
          <pc:docMk/>
          <pc:sldMk cId="793516716" sldId="336"/>
        </pc:sldMkLst>
        <pc:spChg chg="mod">
          <ac:chgData name="Samaj, Tomas" userId="24ba87dd-e0d6-46e4-b32b-c6bf33e42df2" providerId="ADAL" clId="{7B1B8F56-5866-4008-9BBB-243D261A6A02}" dt="2026-02-23T18:42:44.437" v="6790" actId="790"/>
          <ac:spMkLst>
            <pc:docMk/>
            <pc:sldMk cId="793516716" sldId="336"/>
            <ac:spMk id="2" creationId="{65C6C69F-E89D-02CD-EAAC-34D55C08C78F}"/>
          </ac:spMkLst>
        </pc:spChg>
        <pc:spChg chg="mod">
          <ac:chgData name="Samaj, Tomas" userId="24ba87dd-e0d6-46e4-b32b-c6bf33e42df2" providerId="ADAL" clId="{7B1B8F56-5866-4008-9BBB-243D261A6A02}" dt="2026-02-23T18:42:44.437" v="6790" actId="790"/>
          <ac:spMkLst>
            <pc:docMk/>
            <pc:sldMk cId="793516716" sldId="336"/>
            <ac:spMk id="3" creationId="{3EBABB13-BC0F-0BAB-E822-F99D7213F230}"/>
          </ac:spMkLst>
        </pc:spChg>
        <pc:spChg chg="mod">
          <ac:chgData name="Samaj, Tomas" userId="24ba87dd-e0d6-46e4-b32b-c6bf33e42df2" providerId="ADAL" clId="{7B1B8F56-5866-4008-9BBB-243D261A6A02}" dt="2026-02-23T18:42:44.437" v="6790" actId="790"/>
          <ac:spMkLst>
            <pc:docMk/>
            <pc:sldMk cId="793516716" sldId="336"/>
            <ac:spMk id="4" creationId="{B8771BF3-FEB7-7D92-8F27-19ADA68620D2}"/>
          </ac:spMkLst>
        </pc:spChg>
        <pc:spChg chg="mod">
          <ac:chgData name="Samaj, Tomas" userId="24ba87dd-e0d6-46e4-b32b-c6bf33e42df2" providerId="ADAL" clId="{7B1B8F56-5866-4008-9BBB-243D261A6A02}" dt="2026-02-23T18:42:44.437" v="6790" actId="790"/>
          <ac:spMkLst>
            <pc:docMk/>
            <pc:sldMk cId="793516716" sldId="336"/>
            <ac:spMk id="6" creationId="{B887D783-FD88-41D1-F53F-020AD40240EB}"/>
          </ac:spMkLst>
        </pc:spChg>
        <pc:spChg chg="mod">
          <ac:chgData name="Samaj, Tomas" userId="24ba87dd-e0d6-46e4-b32b-c6bf33e42df2" providerId="ADAL" clId="{7B1B8F56-5866-4008-9BBB-243D261A6A02}" dt="2026-02-23T18:42:44.437" v="6790" actId="790"/>
          <ac:spMkLst>
            <pc:docMk/>
            <pc:sldMk cId="793516716" sldId="336"/>
            <ac:spMk id="7" creationId="{17100A2E-E452-ED46-9B06-FDE692892127}"/>
          </ac:spMkLst>
        </pc:spChg>
        <pc:spChg chg="mod">
          <ac:chgData name="Samaj, Tomas" userId="24ba87dd-e0d6-46e4-b32b-c6bf33e42df2" providerId="ADAL" clId="{7B1B8F56-5866-4008-9BBB-243D261A6A02}" dt="2026-02-23T18:42:44.437" v="6790" actId="790"/>
          <ac:spMkLst>
            <pc:docMk/>
            <pc:sldMk cId="793516716" sldId="336"/>
            <ac:spMk id="8" creationId="{080059C4-6C32-AB89-C80E-F9F64BC4AEE9}"/>
          </ac:spMkLst>
        </pc:spChg>
        <pc:spChg chg="mod">
          <ac:chgData name="Samaj, Tomas" userId="24ba87dd-e0d6-46e4-b32b-c6bf33e42df2" providerId="ADAL" clId="{7B1B8F56-5866-4008-9BBB-243D261A6A02}" dt="2026-02-23T18:42:44.437" v="6790" actId="790"/>
          <ac:spMkLst>
            <pc:docMk/>
            <pc:sldMk cId="793516716" sldId="336"/>
            <ac:spMk id="9" creationId="{DC9EC996-1D9A-FBD0-CE70-9481222965AC}"/>
          </ac:spMkLst>
        </pc:spChg>
      </pc:sldChg>
      <pc:sldChg chg="modSp mod">
        <pc:chgData name="Samaj, Tomas" userId="24ba87dd-e0d6-46e4-b32b-c6bf33e42df2" providerId="ADAL" clId="{7B1B8F56-5866-4008-9BBB-243D261A6A02}" dt="2026-02-23T18:42:44.437" v="6790" actId="790"/>
        <pc:sldMkLst>
          <pc:docMk/>
          <pc:sldMk cId="1399541042" sldId="340"/>
        </pc:sldMkLst>
        <pc:spChg chg="mod">
          <ac:chgData name="Samaj, Tomas" userId="24ba87dd-e0d6-46e4-b32b-c6bf33e42df2" providerId="ADAL" clId="{7B1B8F56-5866-4008-9BBB-243D261A6A02}" dt="2026-02-23T18:42:44.437" v="6790" actId="790"/>
          <ac:spMkLst>
            <pc:docMk/>
            <pc:sldMk cId="1399541042" sldId="340"/>
            <ac:spMk id="2" creationId="{F0AD875C-B5FC-60AE-9712-533F1F40BF02}"/>
          </ac:spMkLst>
        </pc:spChg>
        <pc:spChg chg="mod">
          <ac:chgData name="Samaj, Tomas" userId="24ba87dd-e0d6-46e4-b32b-c6bf33e42df2" providerId="ADAL" clId="{7B1B8F56-5866-4008-9BBB-243D261A6A02}" dt="2026-02-23T18:42:44.437" v="6790" actId="790"/>
          <ac:spMkLst>
            <pc:docMk/>
            <pc:sldMk cId="1399541042" sldId="340"/>
            <ac:spMk id="7" creationId="{0F2BDB3D-55A9-E654-3540-619F5CF53F56}"/>
          </ac:spMkLst>
        </pc:spChg>
        <pc:spChg chg="mod">
          <ac:chgData name="Samaj, Tomas" userId="24ba87dd-e0d6-46e4-b32b-c6bf33e42df2" providerId="ADAL" clId="{7B1B8F56-5866-4008-9BBB-243D261A6A02}" dt="2026-02-23T18:42:44.437" v="6790" actId="790"/>
          <ac:spMkLst>
            <pc:docMk/>
            <pc:sldMk cId="1399541042" sldId="340"/>
            <ac:spMk id="8" creationId="{20CBFE80-10BD-AA69-05E0-6D1AA86BC8CF}"/>
          </ac:spMkLst>
        </pc:spChg>
        <pc:spChg chg="mod">
          <ac:chgData name="Samaj, Tomas" userId="24ba87dd-e0d6-46e4-b32b-c6bf33e42df2" providerId="ADAL" clId="{7B1B8F56-5866-4008-9BBB-243D261A6A02}" dt="2026-02-23T18:42:44.437" v="6790" actId="790"/>
          <ac:spMkLst>
            <pc:docMk/>
            <pc:sldMk cId="1399541042" sldId="340"/>
            <ac:spMk id="9" creationId="{4A11987F-EC56-8B9E-DDBE-9EB83FC71411}"/>
          </ac:spMkLst>
        </pc:spChg>
        <pc:spChg chg="mod">
          <ac:chgData name="Samaj, Tomas" userId="24ba87dd-e0d6-46e4-b32b-c6bf33e42df2" providerId="ADAL" clId="{7B1B8F56-5866-4008-9BBB-243D261A6A02}" dt="2026-02-23T18:42:44.437" v="6790" actId="790"/>
          <ac:spMkLst>
            <pc:docMk/>
            <pc:sldMk cId="1399541042" sldId="340"/>
            <ac:spMk id="11" creationId="{32DA2BB5-1962-51BB-524A-0D61038D14E2}"/>
          </ac:spMkLst>
        </pc:spChg>
        <pc:spChg chg="mod">
          <ac:chgData name="Samaj, Tomas" userId="24ba87dd-e0d6-46e4-b32b-c6bf33e42df2" providerId="ADAL" clId="{7B1B8F56-5866-4008-9BBB-243D261A6A02}" dt="2026-02-23T18:42:44.437" v="6790" actId="790"/>
          <ac:spMkLst>
            <pc:docMk/>
            <pc:sldMk cId="1399541042" sldId="340"/>
            <ac:spMk id="12" creationId="{1313D05C-8C04-B29C-9B89-677D4707BDED}"/>
          </ac:spMkLst>
        </pc:spChg>
      </pc:sldChg>
      <pc:sldChg chg="modSp mod">
        <pc:chgData name="Samaj, Tomas" userId="24ba87dd-e0d6-46e4-b32b-c6bf33e42df2" providerId="ADAL" clId="{7B1B8F56-5866-4008-9BBB-243D261A6A02}" dt="2026-02-23T18:42:44.437" v="6790" actId="790"/>
        <pc:sldMkLst>
          <pc:docMk/>
          <pc:sldMk cId="1294990833" sldId="341"/>
        </pc:sldMkLst>
        <pc:spChg chg="mod">
          <ac:chgData name="Samaj, Tomas" userId="24ba87dd-e0d6-46e4-b32b-c6bf33e42df2" providerId="ADAL" clId="{7B1B8F56-5866-4008-9BBB-243D261A6A02}" dt="2026-02-22T11:28:13.781" v="5130" actId="790"/>
          <ac:spMkLst>
            <pc:docMk/>
            <pc:sldMk cId="1294990833" sldId="341"/>
            <ac:spMk id="2" creationId="{B2C70D45-C1FB-CD33-848A-B5F65FBD142A}"/>
          </ac:spMkLst>
        </pc:spChg>
        <pc:spChg chg="mod">
          <ac:chgData name="Samaj, Tomas" userId="24ba87dd-e0d6-46e4-b32b-c6bf33e42df2" providerId="ADAL" clId="{7B1B8F56-5866-4008-9BBB-243D261A6A02}" dt="2026-02-22T11:28:13.781" v="5130" actId="790"/>
          <ac:spMkLst>
            <pc:docMk/>
            <pc:sldMk cId="1294990833" sldId="341"/>
            <ac:spMk id="3" creationId="{8AB762A3-5A16-F89F-3B79-9A3CF9B8DA2E}"/>
          </ac:spMkLst>
        </pc:spChg>
        <pc:spChg chg="mod">
          <ac:chgData name="Samaj, Tomas" userId="24ba87dd-e0d6-46e4-b32b-c6bf33e42df2" providerId="ADAL" clId="{7B1B8F56-5866-4008-9BBB-243D261A6A02}" dt="2026-02-23T18:42:44.437" v="6790" actId="790"/>
          <ac:spMkLst>
            <pc:docMk/>
            <pc:sldMk cId="1294990833" sldId="341"/>
            <ac:spMk id="5" creationId="{B7CCB0AE-5752-CE83-CED2-8D6D7F5D55B6}"/>
          </ac:spMkLst>
        </pc:spChg>
        <pc:spChg chg="mod">
          <ac:chgData name="Samaj, Tomas" userId="24ba87dd-e0d6-46e4-b32b-c6bf33e42df2" providerId="ADAL" clId="{7B1B8F56-5866-4008-9BBB-243D261A6A02}" dt="2026-02-23T18:42:44.437" v="6790" actId="790"/>
          <ac:spMkLst>
            <pc:docMk/>
            <pc:sldMk cId="1294990833" sldId="341"/>
            <ac:spMk id="6" creationId="{8E972270-8E43-6A1A-8CAF-FB8E614E9545}"/>
          </ac:spMkLst>
        </pc:spChg>
        <pc:spChg chg="mod">
          <ac:chgData name="Samaj, Tomas" userId="24ba87dd-e0d6-46e4-b32b-c6bf33e42df2" providerId="ADAL" clId="{7B1B8F56-5866-4008-9BBB-243D261A6A02}" dt="2026-02-23T18:42:44.437" v="6790" actId="790"/>
          <ac:spMkLst>
            <pc:docMk/>
            <pc:sldMk cId="1294990833" sldId="341"/>
            <ac:spMk id="8" creationId="{5F800130-28F2-605E-5840-573C57FDADDD}"/>
          </ac:spMkLst>
        </pc:spChg>
        <pc:spChg chg="mod">
          <ac:chgData name="Samaj, Tomas" userId="24ba87dd-e0d6-46e4-b32b-c6bf33e42df2" providerId="ADAL" clId="{7B1B8F56-5866-4008-9BBB-243D261A6A02}" dt="2026-02-23T18:42:44.437" v="6790" actId="790"/>
          <ac:spMkLst>
            <pc:docMk/>
            <pc:sldMk cId="1294990833" sldId="341"/>
            <ac:spMk id="9" creationId="{CB639A39-D5C4-3974-3880-2690D995088D}"/>
          </ac:spMkLst>
        </pc:spChg>
        <pc:spChg chg="mod">
          <ac:chgData name="Samaj, Tomas" userId="24ba87dd-e0d6-46e4-b32b-c6bf33e42df2" providerId="ADAL" clId="{7B1B8F56-5866-4008-9BBB-243D261A6A02}" dt="2026-02-23T18:42:44.437" v="6790" actId="790"/>
          <ac:spMkLst>
            <pc:docMk/>
            <pc:sldMk cId="1294990833" sldId="341"/>
            <ac:spMk id="10" creationId="{10A2C54A-51A6-7634-D8C0-21C959EDED84}"/>
          </ac:spMkLst>
        </pc:spChg>
        <pc:spChg chg="mod">
          <ac:chgData name="Samaj, Tomas" userId="24ba87dd-e0d6-46e4-b32b-c6bf33e42df2" providerId="ADAL" clId="{7B1B8F56-5866-4008-9BBB-243D261A6A02}" dt="2026-02-23T18:42:44.437" v="6790" actId="790"/>
          <ac:spMkLst>
            <pc:docMk/>
            <pc:sldMk cId="1294990833" sldId="341"/>
            <ac:spMk id="11" creationId="{B7A38963-8A9F-19B9-BCEF-5462756853EB}"/>
          </ac:spMkLst>
        </pc:spChg>
        <pc:spChg chg="mod">
          <ac:chgData name="Samaj, Tomas" userId="24ba87dd-e0d6-46e4-b32b-c6bf33e42df2" providerId="ADAL" clId="{7B1B8F56-5866-4008-9BBB-243D261A6A02}" dt="2026-02-22T11:28:13.781" v="5130" actId="790"/>
          <ac:spMkLst>
            <pc:docMk/>
            <pc:sldMk cId="1294990833" sldId="341"/>
            <ac:spMk id="12" creationId="{2B317503-D189-489D-CEC9-BB4FAB5FBD8C}"/>
          </ac:spMkLst>
        </pc:spChg>
        <pc:spChg chg="mod">
          <ac:chgData name="Samaj, Tomas" userId="24ba87dd-e0d6-46e4-b32b-c6bf33e42df2" providerId="ADAL" clId="{7B1B8F56-5866-4008-9BBB-243D261A6A02}" dt="2026-02-23T18:42:44.437" v="6790" actId="790"/>
          <ac:spMkLst>
            <pc:docMk/>
            <pc:sldMk cId="1294990833" sldId="341"/>
            <ac:spMk id="13" creationId="{BBDC117C-1844-4FCC-1749-D9CC13102513}"/>
          </ac:spMkLst>
        </pc:spChg>
        <pc:spChg chg="mod">
          <ac:chgData name="Samaj, Tomas" userId="24ba87dd-e0d6-46e4-b32b-c6bf33e42df2" providerId="ADAL" clId="{7B1B8F56-5866-4008-9BBB-243D261A6A02}" dt="2026-02-23T18:42:44.437" v="6790" actId="790"/>
          <ac:spMkLst>
            <pc:docMk/>
            <pc:sldMk cId="1294990833" sldId="341"/>
            <ac:spMk id="15" creationId="{170A29E8-A69D-AD28-ADDF-B3BE5E740A82}"/>
          </ac:spMkLst>
        </pc:spChg>
        <pc:spChg chg="mod">
          <ac:chgData name="Samaj, Tomas" userId="24ba87dd-e0d6-46e4-b32b-c6bf33e42df2" providerId="ADAL" clId="{7B1B8F56-5866-4008-9BBB-243D261A6A02}" dt="2026-02-23T18:42:44.437" v="6790" actId="790"/>
          <ac:spMkLst>
            <pc:docMk/>
            <pc:sldMk cId="1294990833" sldId="341"/>
            <ac:spMk id="16" creationId="{160366D3-D8E7-4965-9958-F1720056793E}"/>
          </ac:spMkLst>
        </pc:spChg>
        <pc:spChg chg="mod">
          <ac:chgData name="Samaj, Tomas" userId="24ba87dd-e0d6-46e4-b32b-c6bf33e42df2" providerId="ADAL" clId="{7B1B8F56-5866-4008-9BBB-243D261A6A02}" dt="2026-02-23T18:42:44.437" v="6790" actId="790"/>
          <ac:spMkLst>
            <pc:docMk/>
            <pc:sldMk cId="1294990833" sldId="341"/>
            <ac:spMk id="17" creationId="{FAB25B10-6904-1877-B033-FE68A6771E0A}"/>
          </ac:spMkLst>
        </pc:spChg>
      </pc:sldChg>
      <pc:sldChg chg="modSp mod">
        <pc:chgData name="Samaj, Tomas" userId="24ba87dd-e0d6-46e4-b32b-c6bf33e42df2" providerId="ADAL" clId="{7B1B8F56-5866-4008-9BBB-243D261A6A02}" dt="2026-02-23T18:42:44.437" v="6790" actId="790"/>
        <pc:sldMkLst>
          <pc:docMk/>
          <pc:sldMk cId="2983563366" sldId="343"/>
        </pc:sldMkLst>
        <pc:spChg chg="mod">
          <ac:chgData name="Samaj, Tomas" userId="24ba87dd-e0d6-46e4-b32b-c6bf33e42df2" providerId="ADAL" clId="{7B1B8F56-5866-4008-9BBB-243D261A6A02}" dt="2026-02-23T18:42:44.437" v="6790" actId="790"/>
          <ac:spMkLst>
            <pc:docMk/>
            <pc:sldMk cId="2983563366" sldId="343"/>
            <ac:spMk id="2" creationId="{520D6546-A743-0411-5B94-0958DC3927CE}"/>
          </ac:spMkLst>
        </pc:spChg>
        <pc:spChg chg="mod">
          <ac:chgData name="Samaj, Tomas" userId="24ba87dd-e0d6-46e4-b32b-c6bf33e42df2" providerId="ADAL" clId="{7B1B8F56-5866-4008-9BBB-243D261A6A02}" dt="2026-02-23T18:42:44.437" v="6790" actId="790"/>
          <ac:spMkLst>
            <pc:docMk/>
            <pc:sldMk cId="2983563366" sldId="343"/>
            <ac:spMk id="4" creationId="{9D0E1CA9-C4C1-9B54-87B6-09D511886049}"/>
          </ac:spMkLst>
        </pc:spChg>
        <pc:spChg chg="mod">
          <ac:chgData name="Samaj, Tomas" userId="24ba87dd-e0d6-46e4-b32b-c6bf33e42df2" providerId="ADAL" clId="{7B1B8F56-5866-4008-9BBB-243D261A6A02}" dt="2026-02-23T18:42:44.437" v="6790" actId="790"/>
          <ac:spMkLst>
            <pc:docMk/>
            <pc:sldMk cId="2983563366" sldId="343"/>
            <ac:spMk id="5" creationId="{4B983BA9-2FBB-F417-D2CF-DDC41B93F153}"/>
          </ac:spMkLst>
        </pc:spChg>
        <pc:spChg chg="mod">
          <ac:chgData name="Samaj, Tomas" userId="24ba87dd-e0d6-46e4-b32b-c6bf33e42df2" providerId="ADAL" clId="{7B1B8F56-5866-4008-9BBB-243D261A6A02}" dt="2026-02-23T18:42:44.437" v="6790" actId="790"/>
          <ac:spMkLst>
            <pc:docMk/>
            <pc:sldMk cId="2983563366" sldId="343"/>
            <ac:spMk id="7" creationId="{BDE8ED60-1ED0-A890-E6A8-79E0DD6B1A3A}"/>
          </ac:spMkLst>
        </pc:spChg>
        <pc:spChg chg="mod">
          <ac:chgData name="Samaj, Tomas" userId="24ba87dd-e0d6-46e4-b32b-c6bf33e42df2" providerId="ADAL" clId="{7B1B8F56-5866-4008-9BBB-243D261A6A02}" dt="2026-02-23T18:42:44.437" v="6790" actId="790"/>
          <ac:spMkLst>
            <pc:docMk/>
            <pc:sldMk cId="2983563366" sldId="343"/>
            <ac:spMk id="8" creationId="{090A61E5-BAC8-6453-EC42-D669C4B9D60B}"/>
          </ac:spMkLst>
        </pc:spChg>
        <pc:spChg chg="mod">
          <ac:chgData name="Samaj, Tomas" userId="24ba87dd-e0d6-46e4-b32b-c6bf33e42df2" providerId="ADAL" clId="{7B1B8F56-5866-4008-9BBB-243D261A6A02}" dt="2026-02-23T18:42:44.437" v="6790" actId="790"/>
          <ac:spMkLst>
            <pc:docMk/>
            <pc:sldMk cId="2983563366" sldId="343"/>
            <ac:spMk id="10" creationId="{4F14853D-E1B7-46A7-8585-AB5A205333BC}"/>
          </ac:spMkLst>
        </pc:spChg>
        <pc:spChg chg="mod">
          <ac:chgData name="Samaj, Tomas" userId="24ba87dd-e0d6-46e4-b32b-c6bf33e42df2" providerId="ADAL" clId="{7B1B8F56-5866-4008-9BBB-243D261A6A02}" dt="2026-02-23T18:42:44.437" v="6790" actId="790"/>
          <ac:spMkLst>
            <pc:docMk/>
            <pc:sldMk cId="2983563366" sldId="343"/>
            <ac:spMk id="14" creationId="{16F5A658-918E-DA61-7135-50E8CCA479C7}"/>
          </ac:spMkLst>
        </pc:spChg>
        <pc:spChg chg="mod">
          <ac:chgData name="Samaj, Tomas" userId="24ba87dd-e0d6-46e4-b32b-c6bf33e42df2" providerId="ADAL" clId="{7B1B8F56-5866-4008-9BBB-243D261A6A02}" dt="2026-02-23T18:42:44.437" v="6790" actId="790"/>
          <ac:spMkLst>
            <pc:docMk/>
            <pc:sldMk cId="2983563366" sldId="343"/>
            <ac:spMk id="15" creationId="{A3728564-AF5D-B7B3-CC22-AFC88E059D0C}"/>
          </ac:spMkLst>
        </pc:spChg>
        <pc:spChg chg="mod">
          <ac:chgData name="Samaj, Tomas" userId="24ba87dd-e0d6-46e4-b32b-c6bf33e42df2" providerId="ADAL" clId="{7B1B8F56-5866-4008-9BBB-243D261A6A02}" dt="2026-02-23T18:42:44.437" v="6790" actId="790"/>
          <ac:spMkLst>
            <pc:docMk/>
            <pc:sldMk cId="2983563366" sldId="343"/>
            <ac:spMk id="19" creationId="{F8A57133-A438-15CD-2160-9E7BB73B5F1A}"/>
          </ac:spMkLst>
        </pc:spChg>
      </pc:sldChg>
      <pc:sldChg chg="modSp mod">
        <pc:chgData name="Samaj, Tomas" userId="24ba87dd-e0d6-46e4-b32b-c6bf33e42df2" providerId="ADAL" clId="{7B1B8F56-5866-4008-9BBB-243D261A6A02}" dt="2026-02-23T18:42:44.437" v="6790" actId="790"/>
        <pc:sldMkLst>
          <pc:docMk/>
          <pc:sldMk cId="1619778013" sldId="354"/>
        </pc:sldMkLst>
        <pc:spChg chg="mod">
          <ac:chgData name="Samaj, Tomas" userId="24ba87dd-e0d6-46e4-b32b-c6bf33e42df2" providerId="ADAL" clId="{7B1B8F56-5866-4008-9BBB-243D261A6A02}" dt="2026-02-23T18:42:44.437" v="6790" actId="790"/>
          <ac:spMkLst>
            <pc:docMk/>
            <pc:sldMk cId="1619778013" sldId="354"/>
            <ac:spMk id="2" creationId="{73BB2E6A-C8D6-C50C-E389-FF4F48DE38EE}"/>
          </ac:spMkLst>
        </pc:spChg>
        <pc:spChg chg="mod">
          <ac:chgData name="Samaj, Tomas" userId="24ba87dd-e0d6-46e4-b32b-c6bf33e42df2" providerId="ADAL" clId="{7B1B8F56-5866-4008-9BBB-243D261A6A02}" dt="2026-02-23T18:42:44.437" v="6790" actId="790"/>
          <ac:spMkLst>
            <pc:docMk/>
            <pc:sldMk cId="1619778013" sldId="354"/>
            <ac:spMk id="4" creationId="{69311E03-BDAA-AA86-A4FC-C641F409B28A}"/>
          </ac:spMkLst>
        </pc:spChg>
        <pc:spChg chg="mod">
          <ac:chgData name="Samaj, Tomas" userId="24ba87dd-e0d6-46e4-b32b-c6bf33e42df2" providerId="ADAL" clId="{7B1B8F56-5866-4008-9BBB-243D261A6A02}" dt="2026-02-23T18:42:44.437" v="6790" actId="790"/>
          <ac:spMkLst>
            <pc:docMk/>
            <pc:sldMk cId="1619778013" sldId="354"/>
            <ac:spMk id="7" creationId="{8FEFB307-9811-547D-A4E2-F8935A0C3B4C}"/>
          </ac:spMkLst>
        </pc:spChg>
      </pc:sldChg>
      <pc:sldChg chg="modSp add del mod ord">
        <pc:chgData name="Samaj, Tomas" userId="24ba87dd-e0d6-46e4-b32b-c6bf33e42df2" providerId="ADAL" clId="{7B1B8F56-5866-4008-9BBB-243D261A6A02}" dt="2026-02-24T08:32:08.561" v="6864" actId="20577"/>
        <pc:sldMkLst>
          <pc:docMk/>
          <pc:sldMk cId="2874537272" sldId="363"/>
        </pc:sldMkLst>
        <pc:spChg chg="mod">
          <ac:chgData name="Samaj, Tomas" userId="24ba87dd-e0d6-46e4-b32b-c6bf33e42df2" providerId="ADAL" clId="{7B1B8F56-5866-4008-9BBB-243D261A6A02}" dt="2026-02-23T18:42:44.437" v="6790" actId="790"/>
          <ac:spMkLst>
            <pc:docMk/>
            <pc:sldMk cId="2874537272" sldId="363"/>
            <ac:spMk id="2" creationId="{FCE72664-9849-7417-E44E-9DC364E86B16}"/>
          </ac:spMkLst>
        </pc:spChg>
        <pc:spChg chg="mod">
          <ac:chgData name="Samaj, Tomas" userId="24ba87dd-e0d6-46e4-b32b-c6bf33e42df2" providerId="ADAL" clId="{7B1B8F56-5866-4008-9BBB-243D261A6A02}" dt="2026-02-23T18:42:44.437" v="6790" actId="790"/>
          <ac:spMkLst>
            <pc:docMk/>
            <pc:sldMk cId="2874537272" sldId="363"/>
            <ac:spMk id="4" creationId="{33085106-93E3-B2C2-17BC-959F9ACA575C}"/>
          </ac:spMkLst>
        </pc:spChg>
        <pc:spChg chg="mod">
          <ac:chgData name="Samaj, Tomas" userId="24ba87dd-e0d6-46e4-b32b-c6bf33e42df2" providerId="ADAL" clId="{7B1B8F56-5866-4008-9BBB-243D261A6A02}" dt="2026-02-24T08:32:08.561" v="6864" actId="20577"/>
          <ac:spMkLst>
            <pc:docMk/>
            <pc:sldMk cId="2874537272" sldId="363"/>
            <ac:spMk id="5" creationId="{973EC649-A848-9CF6-EF4F-E12095A9801E}"/>
          </ac:spMkLst>
        </pc:spChg>
        <pc:spChg chg="mod">
          <ac:chgData name="Samaj, Tomas" userId="24ba87dd-e0d6-46e4-b32b-c6bf33e42df2" providerId="ADAL" clId="{7B1B8F56-5866-4008-9BBB-243D261A6A02}" dt="2026-02-23T18:42:44.437" v="6790" actId="790"/>
          <ac:spMkLst>
            <pc:docMk/>
            <pc:sldMk cId="2874537272" sldId="363"/>
            <ac:spMk id="10" creationId="{EEEAEA27-E9F0-3A00-EA13-FD98373AB7A7}"/>
          </ac:spMkLst>
        </pc:spChg>
      </pc:sldChg>
      <pc:sldChg chg="addSp delSp modSp add del mod ord">
        <pc:chgData name="Samaj, Tomas" userId="24ba87dd-e0d6-46e4-b32b-c6bf33e42df2" providerId="ADAL" clId="{7B1B8F56-5866-4008-9BBB-243D261A6A02}" dt="2026-02-23T18:42:44.437" v="6790" actId="790"/>
        <pc:sldMkLst>
          <pc:docMk/>
          <pc:sldMk cId="3549143986" sldId="367"/>
        </pc:sldMkLst>
        <pc:spChg chg="mod">
          <ac:chgData name="Samaj, Tomas" userId="24ba87dd-e0d6-46e4-b32b-c6bf33e42df2" providerId="ADAL" clId="{7B1B8F56-5866-4008-9BBB-243D261A6A02}" dt="2026-02-23T18:42:44.437" v="6790" actId="790"/>
          <ac:spMkLst>
            <pc:docMk/>
            <pc:sldMk cId="3549143986" sldId="367"/>
            <ac:spMk id="2" creationId="{D335D13A-D6C3-E706-68A9-CA25D3643F0D}"/>
          </ac:spMkLst>
        </pc:spChg>
        <pc:spChg chg="mod">
          <ac:chgData name="Samaj, Tomas" userId="24ba87dd-e0d6-46e4-b32b-c6bf33e42df2" providerId="ADAL" clId="{7B1B8F56-5866-4008-9BBB-243D261A6A02}" dt="2026-02-23T18:42:44.437" v="6790" actId="790"/>
          <ac:spMkLst>
            <pc:docMk/>
            <pc:sldMk cId="3549143986" sldId="367"/>
            <ac:spMk id="3" creationId="{54D65D59-9CE3-4732-E452-5A1FB947F632}"/>
          </ac:spMkLst>
        </pc:spChg>
        <pc:spChg chg="mod">
          <ac:chgData name="Samaj, Tomas" userId="24ba87dd-e0d6-46e4-b32b-c6bf33e42df2" providerId="ADAL" clId="{7B1B8F56-5866-4008-9BBB-243D261A6A02}" dt="2026-02-23T18:42:44.437" v="6790" actId="790"/>
          <ac:spMkLst>
            <pc:docMk/>
            <pc:sldMk cId="3549143986" sldId="367"/>
            <ac:spMk id="4" creationId="{3CC56532-F7EC-EF90-517F-86DC88F03EED}"/>
          </ac:spMkLst>
        </pc:spChg>
        <pc:spChg chg="mod ord">
          <ac:chgData name="Samaj, Tomas" userId="24ba87dd-e0d6-46e4-b32b-c6bf33e42df2" providerId="ADAL" clId="{7B1B8F56-5866-4008-9BBB-243D261A6A02}" dt="2026-02-23T18:42:44.437" v="6790" actId="790"/>
          <ac:spMkLst>
            <pc:docMk/>
            <pc:sldMk cId="3549143986" sldId="367"/>
            <ac:spMk id="5" creationId="{6B72182A-8DD0-1170-4331-79C6322FB70B}"/>
          </ac:spMkLst>
        </pc:spChg>
        <pc:spChg chg="mod">
          <ac:chgData name="Samaj, Tomas" userId="24ba87dd-e0d6-46e4-b32b-c6bf33e42df2" providerId="ADAL" clId="{7B1B8F56-5866-4008-9BBB-243D261A6A02}" dt="2026-02-23T18:42:44.437" v="6790" actId="790"/>
          <ac:spMkLst>
            <pc:docMk/>
            <pc:sldMk cId="3549143986" sldId="367"/>
            <ac:spMk id="6" creationId="{77E25979-EE95-759A-E67A-87964C5C3F48}"/>
          </ac:spMkLst>
        </pc:spChg>
        <pc:spChg chg="add mod ord">
          <ac:chgData name="Samaj, Tomas" userId="24ba87dd-e0d6-46e4-b32b-c6bf33e42df2" providerId="ADAL" clId="{7B1B8F56-5866-4008-9BBB-243D261A6A02}" dt="2026-02-23T18:42:44.437" v="6790" actId="790"/>
          <ac:spMkLst>
            <pc:docMk/>
            <pc:sldMk cId="3549143986" sldId="367"/>
            <ac:spMk id="7" creationId="{D3C047D1-30F9-5019-F00E-0B214B87755F}"/>
          </ac:spMkLst>
        </pc:spChg>
        <pc:spChg chg="mod">
          <ac:chgData name="Samaj, Tomas" userId="24ba87dd-e0d6-46e4-b32b-c6bf33e42df2" providerId="ADAL" clId="{7B1B8F56-5866-4008-9BBB-243D261A6A02}" dt="2026-02-23T18:42:44.437" v="6790" actId="790"/>
          <ac:spMkLst>
            <pc:docMk/>
            <pc:sldMk cId="3549143986" sldId="367"/>
            <ac:spMk id="9" creationId="{1CC45173-BED7-4B45-3BD5-0CF0AD4D5AE7}"/>
          </ac:spMkLst>
        </pc:spChg>
        <pc:graphicFrameChg chg="add mod modGraphic">
          <ac:chgData name="Samaj, Tomas" userId="24ba87dd-e0d6-46e4-b32b-c6bf33e42df2" providerId="ADAL" clId="{7B1B8F56-5866-4008-9BBB-243D261A6A02}" dt="2026-02-23T18:42:44.437" v="6790" actId="790"/>
          <ac:graphicFrameMkLst>
            <pc:docMk/>
            <pc:sldMk cId="3549143986" sldId="367"/>
            <ac:graphicFrameMk id="8" creationId="{066ECAE4-20FD-C877-B486-B7438DA57B84}"/>
          </ac:graphicFrameMkLst>
        </pc:graphicFrameChg>
      </pc:sldChg>
      <pc:sldChg chg="modSp add del mod ord">
        <pc:chgData name="Samaj, Tomas" userId="24ba87dd-e0d6-46e4-b32b-c6bf33e42df2" providerId="ADAL" clId="{7B1B8F56-5866-4008-9BBB-243D261A6A02}" dt="2026-02-23T18:42:44.437" v="6790" actId="790"/>
        <pc:sldMkLst>
          <pc:docMk/>
          <pc:sldMk cId="814738749" sldId="368"/>
        </pc:sldMkLst>
        <pc:spChg chg="mod">
          <ac:chgData name="Samaj, Tomas" userId="24ba87dd-e0d6-46e4-b32b-c6bf33e42df2" providerId="ADAL" clId="{7B1B8F56-5866-4008-9BBB-243D261A6A02}" dt="2026-02-23T18:42:44.437" v="6790" actId="790"/>
          <ac:spMkLst>
            <pc:docMk/>
            <pc:sldMk cId="814738749" sldId="368"/>
            <ac:spMk id="2" creationId="{07D85CD5-DF62-932B-8CFF-0FCD1AB61BE6}"/>
          </ac:spMkLst>
        </pc:spChg>
        <pc:spChg chg="mod">
          <ac:chgData name="Samaj, Tomas" userId="24ba87dd-e0d6-46e4-b32b-c6bf33e42df2" providerId="ADAL" clId="{7B1B8F56-5866-4008-9BBB-243D261A6A02}" dt="2026-02-23T18:42:44.437" v="6790" actId="790"/>
          <ac:spMkLst>
            <pc:docMk/>
            <pc:sldMk cId="814738749" sldId="368"/>
            <ac:spMk id="3" creationId="{91774C39-32B7-7CE8-515C-16F9BC3F726A}"/>
          </ac:spMkLst>
        </pc:spChg>
        <pc:spChg chg="mod">
          <ac:chgData name="Samaj, Tomas" userId="24ba87dd-e0d6-46e4-b32b-c6bf33e42df2" providerId="ADAL" clId="{7B1B8F56-5866-4008-9BBB-243D261A6A02}" dt="2026-02-23T18:42:44.437" v="6790" actId="790"/>
          <ac:spMkLst>
            <pc:docMk/>
            <pc:sldMk cId="814738749" sldId="368"/>
            <ac:spMk id="4" creationId="{797ACF7E-470C-2E6F-9EE2-8DC9C4E6334F}"/>
          </ac:spMkLst>
        </pc:spChg>
        <pc:spChg chg="mod">
          <ac:chgData name="Samaj, Tomas" userId="24ba87dd-e0d6-46e4-b32b-c6bf33e42df2" providerId="ADAL" clId="{7B1B8F56-5866-4008-9BBB-243D261A6A02}" dt="2026-02-23T18:42:44.437" v="6790" actId="790"/>
          <ac:spMkLst>
            <pc:docMk/>
            <pc:sldMk cId="814738749" sldId="368"/>
            <ac:spMk id="5" creationId="{A204ED56-765D-9DE7-51B8-533150B2BD60}"/>
          </ac:spMkLst>
        </pc:spChg>
      </pc:sldChg>
      <pc:sldChg chg="addSp delSp modSp add mod">
        <pc:chgData name="Samaj, Tomas" userId="24ba87dd-e0d6-46e4-b32b-c6bf33e42df2" providerId="ADAL" clId="{7B1B8F56-5866-4008-9BBB-243D261A6A02}" dt="2026-02-23T18:42:44.437" v="6790" actId="790"/>
        <pc:sldMkLst>
          <pc:docMk/>
          <pc:sldMk cId="3751314712" sldId="370"/>
        </pc:sldMkLst>
        <pc:spChg chg="mod">
          <ac:chgData name="Samaj, Tomas" userId="24ba87dd-e0d6-46e4-b32b-c6bf33e42df2" providerId="ADAL" clId="{7B1B8F56-5866-4008-9BBB-243D261A6A02}" dt="2026-02-23T18:42:44.437" v="6790" actId="790"/>
          <ac:spMkLst>
            <pc:docMk/>
            <pc:sldMk cId="3751314712" sldId="370"/>
            <ac:spMk id="2" creationId="{0B6363D6-DE9B-9126-23B1-F50A3C7CD4CA}"/>
          </ac:spMkLst>
        </pc:spChg>
        <pc:spChg chg="mod">
          <ac:chgData name="Samaj, Tomas" userId="24ba87dd-e0d6-46e4-b32b-c6bf33e42df2" providerId="ADAL" clId="{7B1B8F56-5866-4008-9BBB-243D261A6A02}" dt="2026-02-23T18:42:44.437" v="6790" actId="790"/>
          <ac:spMkLst>
            <pc:docMk/>
            <pc:sldMk cId="3751314712" sldId="370"/>
            <ac:spMk id="4" creationId="{1BD3E276-B05A-9634-57FD-56E7E7A96E6A}"/>
          </ac:spMkLst>
        </pc:spChg>
        <pc:spChg chg="add mod ord">
          <ac:chgData name="Samaj, Tomas" userId="24ba87dd-e0d6-46e4-b32b-c6bf33e42df2" providerId="ADAL" clId="{7B1B8F56-5866-4008-9BBB-243D261A6A02}" dt="2026-02-23T18:42:44.437" v="6790" actId="790"/>
          <ac:spMkLst>
            <pc:docMk/>
            <pc:sldMk cId="3751314712" sldId="370"/>
            <ac:spMk id="6" creationId="{FB9E86FD-8454-A583-C871-D26916126707}"/>
          </ac:spMkLst>
        </pc:spChg>
        <pc:spChg chg="add mod ord">
          <ac:chgData name="Samaj, Tomas" userId="24ba87dd-e0d6-46e4-b32b-c6bf33e42df2" providerId="ADAL" clId="{7B1B8F56-5866-4008-9BBB-243D261A6A02}" dt="2026-02-23T18:42:44.437" v="6790" actId="790"/>
          <ac:spMkLst>
            <pc:docMk/>
            <pc:sldMk cId="3751314712" sldId="370"/>
            <ac:spMk id="8" creationId="{F8D13AA0-4015-09AE-1A76-1818A9D74039}"/>
          </ac:spMkLst>
        </pc:spChg>
        <pc:spChg chg="mod">
          <ac:chgData name="Samaj, Tomas" userId="24ba87dd-e0d6-46e4-b32b-c6bf33e42df2" providerId="ADAL" clId="{7B1B8F56-5866-4008-9BBB-243D261A6A02}" dt="2026-02-23T18:42:44.437" v="6790" actId="790"/>
          <ac:spMkLst>
            <pc:docMk/>
            <pc:sldMk cId="3751314712" sldId="370"/>
            <ac:spMk id="15" creationId="{3CBAF117-8808-354D-B96F-73D4829B2D8C}"/>
          </ac:spMkLst>
        </pc:spChg>
        <pc:spChg chg="add mod">
          <ac:chgData name="Samaj, Tomas" userId="24ba87dd-e0d6-46e4-b32b-c6bf33e42df2" providerId="ADAL" clId="{7B1B8F56-5866-4008-9BBB-243D261A6A02}" dt="2026-02-23T18:42:44.437" v="6790" actId="790"/>
          <ac:spMkLst>
            <pc:docMk/>
            <pc:sldMk cId="3751314712" sldId="370"/>
            <ac:spMk id="19" creationId="{88401732-A805-0512-E4C1-DD9E94A1363B}"/>
          </ac:spMkLst>
        </pc:spChg>
        <pc:spChg chg="add mod">
          <ac:chgData name="Samaj, Tomas" userId="24ba87dd-e0d6-46e4-b32b-c6bf33e42df2" providerId="ADAL" clId="{7B1B8F56-5866-4008-9BBB-243D261A6A02}" dt="2026-02-23T18:42:44.437" v="6790" actId="790"/>
          <ac:spMkLst>
            <pc:docMk/>
            <pc:sldMk cId="3751314712" sldId="370"/>
            <ac:spMk id="25" creationId="{137EBE8F-5067-00E1-7527-AB878CEE32F8}"/>
          </ac:spMkLst>
        </pc:spChg>
        <pc:spChg chg="add mod">
          <ac:chgData name="Samaj, Tomas" userId="24ba87dd-e0d6-46e4-b32b-c6bf33e42df2" providerId="ADAL" clId="{7B1B8F56-5866-4008-9BBB-243D261A6A02}" dt="2026-02-23T18:42:44.437" v="6790" actId="790"/>
          <ac:spMkLst>
            <pc:docMk/>
            <pc:sldMk cId="3751314712" sldId="370"/>
            <ac:spMk id="26" creationId="{6C975A31-2DC4-BF97-3487-54061163C704}"/>
          </ac:spMkLst>
        </pc:spChg>
        <pc:spChg chg="add mod">
          <ac:chgData name="Samaj, Tomas" userId="24ba87dd-e0d6-46e4-b32b-c6bf33e42df2" providerId="ADAL" clId="{7B1B8F56-5866-4008-9BBB-243D261A6A02}" dt="2026-02-23T18:42:44.437" v="6790" actId="790"/>
          <ac:spMkLst>
            <pc:docMk/>
            <pc:sldMk cId="3751314712" sldId="370"/>
            <ac:spMk id="28" creationId="{81CCC243-8FEE-462C-3553-823316EE9AD4}"/>
          </ac:spMkLst>
        </pc:spChg>
        <pc:spChg chg="mod">
          <ac:chgData name="Samaj, Tomas" userId="24ba87dd-e0d6-46e4-b32b-c6bf33e42df2" providerId="ADAL" clId="{7B1B8F56-5866-4008-9BBB-243D261A6A02}" dt="2026-02-23T18:42:44.437" v="6790" actId="790"/>
          <ac:spMkLst>
            <pc:docMk/>
            <pc:sldMk cId="3751314712" sldId="370"/>
            <ac:spMk id="32" creationId="{FE860B38-61DB-EEC0-5F17-21E7020BD874}"/>
          </ac:spMkLst>
        </pc:spChg>
        <pc:grpChg chg="mod topLvl">
          <ac:chgData name="Samaj, Tomas" userId="24ba87dd-e0d6-46e4-b32b-c6bf33e42df2" providerId="ADAL" clId="{7B1B8F56-5866-4008-9BBB-243D261A6A02}" dt="2026-02-19T10:56:53.651" v="834" actId="165"/>
          <ac:grpSpMkLst>
            <pc:docMk/>
            <pc:sldMk cId="3751314712" sldId="370"/>
            <ac:grpSpMk id="14" creationId="{7DE60E05-3889-E798-5C3D-A226AAB2D75F}"/>
          </ac:grpSpMkLst>
        </pc:grpChg>
        <pc:grpChg chg="add mod">
          <ac:chgData name="Samaj, Tomas" userId="24ba87dd-e0d6-46e4-b32b-c6bf33e42df2" providerId="ADAL" clId="{7B1B8F56-5866-4008-9BBB-243D261A6A02}" dt="2026-02-19T11:01:42.170" v="868" actId="1076"/>
          <ac:grpSpMkLst>
            <pc:docMk/>
            <pc:sldMk cId="3751314712" sldId="370"/>
            <ac:grpSpMk id="31" creationId="{B3630203-B143-683A-BDD7-640F17A4B1A4}"/>
          </ac:grpSpMkLst>
        </pc:grpChg>
        <pc:graphicFrameChg chg="add mod modGraphic">
          <ac:chgData name="Samaj, Tomas" userId="24ba87dd-e0d6-46e4-b32b-c6bf33e42df2" providerId="ADAL" clId="{7B1B8F56-5866-4008-9BBB-243D261A6A02}" dt="2026-02-22T10:50:47.735" v="3574" actId="790"/>
          <ac:graphicFrameMkLst>
            <pc:docMk/>
            <pc:sldMk cId="3751314712" sldId="370"/>
            <ac:graphicFrameMk id="21" creationId="{B23E821D-5980-EDBE-AE14-8CD629455863}"/>
          </ac:graphicFrameMkLst>
        </pc:graphicFrameChg>
        <pc:picChg chg="add mod">
          <ac:chgData name="Samaj, Tomas" userId="24ba87dd-e0d6-46e4-b32b-c6bf33e42df2" providerId="ADAL" clId="{7B1B8F56-5866-4008-9BBB-243D261A6A02}" dt="2026-02-22T11:23:38.895" v="4806" actId="1076"/>
          <ac:picMkLst>
            <pc:docMk/>
            <pc:sldMk cId="3751314712" sldId="370"/>
            <ac:picMk id="10" creationId="{CD11A5A3-D530-7820-6D93-B59B3B993315}"/>
          </ac:picMkLst>
        </pc:picChg>
        <pc:picChg chg="mod">
          <ac:chgData name="Samaj, Tomas" userId="24ba87dd-e0d6-46e4-b32b-c6bf33e42df2" providerId="ADAL" clId="{7B1B8F56-5866-4008-9BBB-243D261A6A02}" dt="2026-02-19T10:56:53.651" v="834" actId="165"/>
          <ac:picMkLst>
            <pc:docMk/>
            <pc:sldMk cId="3751314712" sldId="370"/>
            <ac:picMk id="16" creationId="{E0EBCBD9-AC01-BD8D-95A1-4344A4D293BF}"/>
          </ac:picMkLst>
        </pc:picChg>
        <pc:picChg chg="add mod">
          <ac:chgData name="Samaj, Tomas" userId="24ba87dd-e0d6-46e4-b32b-c6bf33e42df2" providerId="ADAL" clId="{7B1B8F56-5866-4008-9BBB-243D261A6A02}" dt="2026-02-19T10:57:32.181" v="840" actId="1076"/>
          <ac:picMkLst>
            <pc:docMk/>
            <pc:sldMk cId="3751314712" sldId="370"/>
            <ac:picMk id="18" creationId="{EB1A232F-B2BE-31FE-1C80-1CDA7007DEF5}"/>
          </ac:picMkLst>
        </pc:picChg>
        <pc:picChg chg="add mod">
          <ac:chgData name="Samaj, Tomas" userId="24ba87dd-e0d6-46e4-b32b-c6bf33e42df2" providerId="ADAL" clId="{7B1B8F56-5866-4008-9BBB-243D261A6A02}" dt="2026-02-22T11:22:06.924" v="4790" actId="207"/>
          <ac:picMkLst>
            <pc:docMk/>
            <pc:sldMk cId="3751314712" sldId="370"/>
            <ac:picMk id="27" creationId="{D76F59B8-F95E-3BD9-BEA0-68476B2F779B}"/>
          </ac:picMkLst>
        </pc:picChg>
        <pc:picChg chg="mod">
          <ac:chgData name="Samaj, Tomas" userId="24ba87dd-e0d6-46e4-b32b-c6bf33e42df2" providerId="ADAL" clId="{7B1B8F56-5866-4008-9BBB-243D261A6A02}" dt="2026-02-19T11:01:20.134" v="865"/>
          <ac:picMkLst>
            <pc:docMk/>
            <pc:sldMk cId="3751314712" sldId="370"/>
            <ac:picMk id="33" creationId="{678D334E-859E-E23A-99E8-AF9CD294EC1A}"/>
          </ac:picMkLst>
        </pc:picChg>
        <pc:cxnChg chg="mod topLvl">
          <ac:chgData name="Samaj, Tomas" userId="24ba87dd-e0d6-46e4-b32b-c6bf33e42df2" providerId="ADAL" clId="{7B1B8F56-5866-4008-9BBB-243D261A6A02}" dt="2026-02-19T11:00:22.286" v="857" actId="14100"/>
          <ac:cxnSpMkLst>
            <pc:docMk/>
            <pc:sldMk cId="3751314712" sldId="370"/>
            <ac:cxnSpMk id="13" creationId="{2339A7B0-038E-770A-36D2-D1068DFE102E}"/>
          </ac:cxnSpMkLst>
        </pc:cxnChg>
        <pc:cxnChg chg="add mod">
          <ac:chgData name="Samaj, Tomas" userId="24ba87dd-e0d6-46e4-b32b-c6bf33e42df2" providerId="ADAL" clId="{7B1B8F56-5866-4008-9BBB-243D261A6A02}" dt="2026-02-22T10:24:25.250" v="2982" actId="14100"/>
          <ac:cxnSpMkLst>
            <pc:docMk/>
            <pc:sldMk cId="3751314712" sldId="370"/>
            <ac:cxnSpMk id="23" creationId="{9D868DE3-2C6E-DD35-9037-88693CDF05A8}"/>
          </ac:cxnSpMkLst>
        </pc:cxnChg>
      </pc:sldChg>
      <pc:sldChg chg="modSp mod">
        <pc:chgData name="Samaj, Tomas" userId="24ba87dd-e0d6-46e4-b32b-c6bf33e42df2" providerId="ADAL" clId="{7B1B8F56-5866-4008-9BBB-243D261A6A02}" dt="2026-02-23T18:42:44.437" v="6790" actId="790"/>
        <pc:sldMkLst>
          <pc:docMk/>
          <pc:sldMk cId="3018003584" sldId="371"/>
        </pc:sldMkLst>
        <pc:spChg chg="mod">
          <ac:chgData name="Samaj, Tomas" userId="24ba87dd-e0d6-46e4-b32b-c6bf33e42df2" providerId="ADAL" clId="{7B1B8F56-5866-4008-9BBB-243D261A6A02}" dt="2026-02-23T18:42:44.437" v="6790" actId="790"/>
          <ac:spMkLst>
            <pc:docMk/>
            <pc:sldMk cId="3018003584" sldId="371"/>
            <ac:spMk id="2" creationId="{2E749174-E2CD-6134-1ECB-35A22D5E102E}"/>
          </ac:spMkLst>
        </pc:spChg>
        <pc:spChg chg="mod">
          <ac:chgData name="Samaj, Tomas" userId="24ba87dd-e0d6-46e4-b32b-c6bf33e42df2" providerId="ADAL" clId="{7B1B8F56-5866-4008-9BBB-243D261A6A02}" dt="2026-02-23T18:42:44.437" v="6790" actId="790"/>
          <ac:spMkLst>
            <pc:docMk/>
            <pc:sldMk cId="3018003584" sldId="371"/>
            <ac:spMk id="4" creationId="{A4E9CA26-5A38-D445-DB85-024482BFAF14}"/>
          </ac:spMkLst>
        </pc:spChg>
        <pc:picChg chg="mod">
          <ac:chgData name="Samaj, Tomas" userId="24ba87dd-e0d6-46e4-b32b-c6bf33e42df2" providerId="ADAL" clId="{7B1B8F56-5866-4008-9BBB-243D261A6A02}" dt="2026-02-23T14:44:35.549" v="5164" actId="14100"/>
          <ac:picMkLst>
            <pc:docMk/>
            <pc:sldMk cId="3018003584" sldId="371"/>
            <ac:picMk id="7" creationId="{CF4DD267-7F4C-0855-7368-53E59CD3D34B}"/>
          </ac:picMkLst>
        </pc:picChg>
      </pc:sldChg>
      <pc:sldChg chg="modSp mod">
        <pc:chgData name="Samaj, Tomas" userId="24ba87dd-e0d6-46e4-b32b-c6bf33e42df2" providerId="ADAL" clId="{7B1B8F56-5866-4008-9BBB-243D261A6A02}" dt="2026-02-23T18:42:44.437" v="6790" actId="790"/>
        <pc:sldMkLst>
          <pc:docMk/>
          <pc:sldMk cId="3006711989" sldId="374"/>
        </pc:sldMkLst>
        <pc:spChg chg="mod">
          <ac:chgData name="Samaj, Tomas" userId="24ba87dd-e0d6-46e4-b32b-c6bf33e42df2" providerId="ADAL" clId="{7B1B8F56-5866-4008-9BBB-243D261A6A02}" dt="2026-02-23T18:42:44.437" v="6790" actId="790"/>
          <ac:spMkLst>
            <pc:docMk/>
            <pc:sldMk cId="3006711989" sldId="374"/>
            <ac:spMk id="2" creationId="{3FB32FB1-7161-B892-B079-80406FF0432B}"/>
          </ac:spMkLst>
        </pc:spChg>
        <pc:spChg chg="mod">
          <ac:chgData name="Samaj, Tomas" userId="24ba87dd-e0d6-46e4-b32b-c6bf33e42df2" providerId="ADAL" clId="{7B1B8F56-5866-4008-9BBB-243D261A6A02}" dt="2026-02-23T18:42:44.437" v="6790" actId="790"/>
          <ac:spMkLst>
            <pc:docMk/>
            <pc:sldMk cId="3006711989" sldId="374"/>
            <ac:spMk id="6" creationId="{C4CFBBA8-0BEE-EF89-F74E-C4DC81794724}"/>
          </ac:spMkLst>
        </pc:spChg>
        <pc:spChg chg="mod">
          <ac:chgData name="Samaj, Tomas" userId="24ba87dd-e0d6-46e4-b32b-c6bf33e42df2" providerId="ADAL" clId="{7B1B8F56-5866-4008-9BBB-243D261A6A02}" dt="2026-02-23T18:42:44.437" v="6790" actId="790"/>
          <ac:spMkLst>
            <pc:docMk/>
            <pc:sldMk cId="3006711989" sldId="374"/>
            <ac:spMk id="7" creationId="{A7E8F437-9B46-1C69-3884-5B2328CFFD75}"/>
          </ac:spMkLst>
        </pc:spChg>
        <pc:spChg chg="mod">
          <ac:chgData name="Samaj, Tomas" userId="24ba87dd-e0d6-46e4-b32b-c6bf33e42df2" providerId="ADAL" clId="{7B1B8F56-5866-4008-9BBB-243D261A6A02}" dt="2026-02-23T18:42:44.437" v="6790" actId="790"/>
          <ac:spMkLst>
            <pc:docMk/>
            <pc:sldMk cId="3006711989" sldId="374"/>
            <ac:spMk id="8" creationId="{82FF73C5-6914-9EAA-6BE0-0D624F663426}"/>
          </ac:spMkLst>
        </pc:spChg>
        <pc:spChg chg="mod">
          <ac:chgData name="Samaj, Tomas" userId="24ba87dd-e0d6-46e4-b32b-c6bf33e42df2" providerId="ADAL" clId="{7B1B8F56-5866-4008-9BBB-243D261A6A02}" dt="2026-02-23T18:42:44.437" v="6790" actId="790"/>
          <ac:spMkLst>
            <pc:docMk/>
            <pc:sldMk cId="3006711989" sldId="374"/>
            <ac:spMk id="9" creationId="{D7E08C15-54B4-544D-486C-15A00767C18B}"/>
          </ac:spMkLst>
        </pc:spChg>
        <pc:spChg chg="mod">
          <ac:chgData name="Samaj, Tomas" userId="24ba87dd-e0d6-46e4-b32b-c6bf33e42df2" providerId="ADAL" clId="{7B1B8F56-5866-4008-9BBB-243D261A6A02}" dt="2026-02-23T18:42:44.437" v="6790" actId="790"/>
          <ac:spMkLst>
            <pc:docMk/>
            <pc:sldMk cId="3006711989" sldId="374"/>
            <ac:spMk id="12" creationId="{5B8D39A1-D7CC-71D0-06A7-038BDAC23248}"/>
          </ac:spMkLst>
        </pc:spChg>
        <pc:graphicFrameChg chg="mod modGraphic">
          <ac:chgData name="Samaj, Tomas" userId="24ba87dd-e0d6-46e4-b32b-c6bf33e42df2" providerId="ADAL" clId="{7B1B8F56-5866-4008-9BBB-243D261A6A02}" dt="2026-02-23T18:42:44.437" v="6790" actId="790"/>
          <ac:graphicFrameMkLst>
            <pc:docMk/>
            <pc:sldMk cId="3006711989" sldId="374"/>
            <ac:graphicFrameMk id="4" creationId="{9B638338-22F3-A21A-65F6-48D64F169CC6}"/>
          </ac:graphicFrameMkLst>
        </pc:graphicFrameChg>
      </pc:sldChg>
      <pc:sldChg chg="modSp mod">
        <pc:chgData name="Samaj, Tomas" userId="24ba87dd-e0d6-46e4-b32b-c6bf33e42df2" providerId="ADAL" clId="{7B1B8F56-5866-4008-9BBB-243D261A6A02}" dt="2026-02-23T18:42:44.437" v="6790" actId="790"/>
        <pc:sldMkLst>
          <pc:docMk/>
          <pc:sldMk cId="175775670" sldId="375"/>
        </pc:sldMkLst>
        <pc:spChg chg="mod">
          <ac:chgData name="Samaj, Tomas" userId="24ba87dd-e0d6-46e4-b32b-c6bf33e42df2" providerId="ADAL" clId="{7B1B8F56-5866-4008-9BBB-243D261A6A02}" dt="2026-02-23T18:42:44.437" v="6790" actId="790"/>
          <ac:spMkLst>
            <pc:docMk/>
            <pc:sldMk cId="175775670" sldId="375"/>
            <ac:spMk id="3" creationId="{47A57E3E-F961-B2AE-9E62-D0D63AD360FD}"/>
          </ac:spMkLst>
        </pc:spChg>
        <pc:spChg chg="mod">
          <ac:chgData name="Samaj, Tomas" userId="24ba87dd-e0d6-46e4-b32b-c6bf33e42df2" providerId="ADAL" clId="{7B1B8F56-5866-4008-9BBB-243D261A6A02}" dt="2026-02-23T18:42:44.437" v="6790" actId="790"/>
          <ac:spMkLst>
            <pc:docMk/>
            <pc:sldMk cId="175775670" sldId="375"/>
            <ac:spMk id="4" creationId="{4C3B879D-DF54-F8C4-4392-EEB6169D9971}"/>
          </ac:spMkLst>
        </pc:spChg>
        <pc:spChg chg="mod">
          <ac:chgData name="Samaj, Tomas" userId="24ba87dd-e0d6-46e4-b32b-c6bf33e42df2" providerId="ADAL" clId="{7B1B8F56-5866-4008-9BBB-243D261A6A02}" dt="2026-02-23T18:42:44.437" v="6790" actId="790"/>
          <ac:spMkLst>
            <pc:docMk/>
            <pc:sldMk cId="175775670" sldId="375"/>
            <ac:spMk id="5" creationId="{2EAB544C-DCEC-D9E4-D9B3-DED69FA39F0E}"/>
          </ac:spMkLst>
        </pc:spChg>
        <pc:spChg chg="mod">
          <ac:chgData name="Samaj, Tomas" userId="24ba87dd-e0d6-46e4-b32b-c6bf33e42df2" providerId="ADAL" clId="{7B1B8F56-5866-4008-9BBB-243D261A6A02}" dt="2026-02-23T18:42:44.437" v="6790" actId="790"/>
          <ac:spMkLst>
            <pc:docMk/>
            <pc:sldMk cId="175775670" sldId="375"/>
            <ac:spMk id="8" creationId="{86878CA6-468B-19E9-C466-E85E2EEFDDD2}"/>
          </ac:spMkLst>
        </pc:spChg>
        <pc:spChg chg="mod">
          <ac:chgData name="Samaj, Tomas" userId="24ba87dd-e0d6-46e4-b32b-c6bf33e42df2" providerId="ADAL" clId="{7B1B8F56-5866-4008-9BBB-243D261A6A02}" dt="2026-02-22T11:28:13.781" v="5130" actId="790"/>
          <ac:spMkLst>
            <pc:docMk/>
            <pc:sldMk cId="175775670" sldId="375"/>
            <ac:spMk id="9" creationId="{F67073CA-085E-71D7-E424-E7FB79F88554}"/>
          </ac:spMkLst>
        </pc:spChg>
        <pc:spChg chg="mod">
          <ac:chgData name="Samaj, Tomas" userId="24ba87dd-e0d6-46e4-b32b-c6bf33e42df2" providerId="ADAL" clId="{7B1B8F56-5866-4008-9BBB-243D261A6A02}" dt="2026-02-23T18:42:44.437" v="6790" actId="790"/>
          <ac:spMkLst>
            <pc:docMk/>
            <pc:sldMk cId="175775670" sldId="375"/>
            <ac:spMk id="10" creationId="{58DDDD9D-09CF-49BC-7068-682D02F26633}"/>
          </ac:spMkLst>
        </pc:spChg>
        <pc:spChg chg="mod">
          <ac:chgData name="Samaj, Tomas" userId="24ba87dd-e0d6-46e4-b32b-c6bf33e42df2" providerId="ADAL" clId="{7B1B8F56-5866-4008-9BBB-243D261A6A02}" dt="2026-02-22T11:28:13.781" v="5130" actId="790"/>
          <ac:spMkLst>
            <pc:docMk/>
            <pc:sldMk cId="175775670" sldId="375"/>
            <ac:spMk id="11" creationId="{3A13BEEF-B585-17ED-A624-0E4FA15E1804}"/>
          </ac:spMkLst>
        </pc:spChg>
        <pc:spChg chg="mod">
          <ac:chgData name="Samaj, Tomas" userId="24ba87dd-e0d6-46e4-b32b-c6bf33e42df2" providerId="ADAL" clId="{7B1B8F56-5866-4008-9BBB-243D261A6A02}" dt="2026-02-23T18:42:44.437" v="6790" actId="790"/>
          <ac:spMkLst>
            <pc:docMk/>
            <pc:sldMk cId="175775670" sldId="375"/>
            <ac:spMk id="12" creationId="{97642DA0-5E16-5BF1-62D7-6B02E3A319F4}"/>
          </ac:spMkLst>
        </pc:spChg>
        <pc:spChg chg="mod">
          <ac:chgData name="Samaj, Tomas" userId="24ba87dd-e0d6-46e4-b32b-c6bf33e42df2" providerId="ADAL" clId="{7B1B8F56-5866-4008-9BBB-243D261A6A02}" dt="2026-02-23T18:42:44.437" v="6790" actId="790"/>
          <ac:spMkLst>
            <pc:docMk/>
            <pc:sldMk cId="175775670" sldId="375"/>
            <ac:spMk id="13" creationId="{53A1911A-4D49-F1AD-77E7-1AC351CC8959}"/>
          </ac:spMkLst>
        </pc:spChg>
        <pc:spChg chg="mod">
          <ac:chgData name="Samaj, Tomas" userId="24ba87dd-e0d6-46e4-b32b-c6bf33e42df2" providerId="ADAL" clId="{7B1B8F56-5866-4008-9BBB-243D261A6A02}" dt="2026-02-22T11:28:13.781" v="5130" actId="790"/>
          <ac:spMkLst>
            <pc:docMk/>
            <pc:sldMk cId="175775670" sldId="375"/>
            <ac:spMk id="16" creationId="{D64CF773-E089-139A-5438-08C09B49253C}"/>
          </ac:spMkLst>
        </pc:spChg>
        <pc:spChg chg="mod">
          <ac:chgData name="Samaj, Tomas" userId="24ba87dd-e0d6-46e4-b32b-c6bf33e42df2" providerId="ADAL" clId="{7B1B8F56-5866-4008-9BBB-243D261A6A02}" dt="2026-02-23T18:42:44.437" v="6790" actId="790"/>
          <ac:spMkLst>
            <pc:docMk/>
            <pc:sldMk cId="175775670" sldId="375"/>
            <ac:spMk id="17" creationId="{BCCCAA79-9FB4-DCBC-0184-9D1839A5651A}"/>
          </ac:spMkLst>
        </pc:spChg>
        <pc:spChg chg="mod">
          <ac:chgData name="Samaj, Tomas" userId="24ba87dd-e0d6-46e4-b32b-c6bf33e42df2" providerId="ADAL" clId="{7B1B8F56-5866-4008-9BBB-243D261A6A02}" dt="2026-02-23T18:42:44.437" v="6790" actId="790"/>
          <ac:spMkLst>
            <pc:docMk/>
            <pc:sldMk cId="175775670" sldId="375"/>
            <ac:spMk id="24" creationId="{5299F86B-026E-C73C-AF1D-7BF218EC5700}"/>
          </ac:spMkLst>
        </pc:spChg>
        <pc:spChg chg="mod">
          <ac:chgData name="Samaj, Tomas" userId="24ba87dd-e0d6-46e4-b32b-c6bf33e42df2" providerId="ADAL" clId="{7B1B8F56-5866-4008-9BBB-243D261A6A02}" dt="2026-02-23T18:42:44.437" v="6790" actId="790"/>
          <ac:spMkLst>
            <pc:docMk/>
            <pc:sldMk cId="175775670" sldId="375"/>
            <ac:spMk id="25" creationId="{B8C20828-2146-4522-13CB-6F9A5471FE55}"/>
          </ac:spMkLst>
        </pc:spChg>
      </pc:sldChg>
      <pc:sldChg chg="modSp mod">
        <pc:chgData name="Samaj, Tomas" userId="24ba87dd-e0d6-46e4-b32b-c6bf33e42df2" providerId="ADAL" clId="{7B1B8F56-5866-4008-9BBB-243D261A6A02}" dt="2026-02-23T18:42:44.437" v="6790" actId="790"/>
        <pc:sldMkLst>
          <pc:docMk/>
          <pc:sldMk cId="1649069768" sldId="376"/>
        </pc:sldMkLst>
        <pc:spChg chg="mod">
          <ac:chgData name="Samaj, Tomas" userId="24ba87dd-e0d6-46e4-b32b-c6bf33e42df2" providerId="ADAL" clId="{7B1B8F56-5866-4008-9BBB-243D261A6A02}" dt="2026-02-23T18:42:44.437" v="6790" actId="790"/>
          <ac:spMkLst>
            <pc:docMk/>
            <pc:sldMk cId="1649069768" sldId="376"/>
            <ac:spMk id="3" creationId="{F181C355-C9F3-5951-32A5-3EE7F6139102}"/>
          </ac:spMkLst>
        </pc:spChg>
        <pc:spChg chg="mod">
          <ac:chgData name="Samaj, Tomas" userId="24ba87dd-e0d6-46e4-b32b-c6bf33e42df2" providerId="ADAL" clId="{7B1B8F56-5866-4008-9BBB-243D261A6A02}" dt="2026-02-23T18:42:44.437" v="6790" actId="790"/>
          <ac:spMkLst>
            <pc:docMk/>
            <pc:sldMk cId="1649069768" sldId="376"/>
            <ac:spMk id="4" creationId="{BA9770CF-235E-3066-B30F-E0890CC5E507}"/>
          </ac:spMkLst>
        </pc:spChg>
        <pc:spChg chg="mod">
          <ac:chgData name="Samaj, Tomas" userId="24ba87dd-e0d6-46e4-b32b-c6bf33e42df2" providerId="ADAL" clId="{7B1B8F56-5866-4008-9BBB-243D261A6A02}" dt="2026-02-23T18:42:44.437" v="6790" actId="790"/>
          <ac:spMkLst>
            <pc:docMk/>
            <pc:sldMk cId="1649069768" sldId="376"/>
            <ac:spMk id="6" creationId="{6419AD04-3C5A-07D4-9F59-5BFA082B1043}"/>
          </ac:spMkLst>
        </pc:spChg>
        <pc:spChg chg="mod">
          <ac:chgData name="Samaj, Tomas" userId="24ba87dd-e0d6-46e4-b32b-c6bf33e42df2" providerId="ADAL" clId="{7B1B8F56-5866-4008-9BBB-243D261A6A02}" dt="2026-02-22T11:28:13.781" v="5130" actId="790"/>
          <ac:spMkLst>
            <pc:docMk/>
            <pc:sldMk cId="1649069768" sldId="376"/>
            <ac:spMk id="7" creationId="{4E474119-918C-74A7-49C3-C1845F19DC28}"/>
          </ac:spMkLst>
        </pc:spChg>
        <pc:spChg chg="mod">
          <ac:chgData name="Samaj, Tomas" userId="24ba87dd-e0d6-46e4-b32b-c6bf33e42df2" providerId="ADAL" clId="{7B1B8F56-5866-4008-9BBB-243D261A6A02}" dt="2026-02-22T11:28:13.781" v="5130" actId="790"/>
          <ac:spMkLst>
            <pc:docMk/>
            <pc:sldMk cId="1649069768" sldId="376"/>
            <ac:spMk id="8" creationId="{D91FC12F-5F7D-6412-EFE2-80649120930C}"/>
          </ac:spMkLst>
        </pc:spChg>
        <pc:spChg chg="mod">
          <ac:chgData name="Samaj, Tomas" userId="24ba87dd-e0d6-46e4-b32b-c6bf33e42df2" providerId="ADAL" clId="{7B1B8F56-5866-4008-9BBB-243D261A6A02}" dt="2026-02-23T18:42:44.437" v="6790" actId="790"/>
          <ac:spMkLst>
            <pc:docMk/>
            <pc:sldMk cId="1649069768" sldId="376"/>
            <ac:spMk id="10" creationId="{BCABAF86-B644-0D55-9021-F3CD162A9C65}"/>
          </ac:spMkLst>
        </pc:spChg>
        <pc:spChg chg="mod">
          <ac:chgData name="Samaj, Tomas" userId="24ba87dd-e0d6-46e4-b32b-c6bf33e42df2" providerId="ADAL" clId="{7B1B8F56-5866-4008-9BBB-243D261A6A02}" dt="2026-02-23T18:42:44.437" v="6790" actId="790"/>
          <ac:spMkLst>
            <pc:docMk/>
            <pc:sldMk cId="1649069768" sldId="376"/>
            <ac:spMk id="11" creationId="{6848351C-A0CD-1D82-6203-B283944B98BF}"/>
          </ac:spMkLst>
        </pc:spChg>
        <pc:spChg chg="mod">
          <ac:chgData name="Samaj, Tomas" userId="24ba87dd-e0d6-46e4-b32b-c6bf33e42df2" providerId="ADAL" clId="{7B1B8F56-5866-4008-9BBB-243D261A6A02}" dt="2026-02-23T18:42:44.437" v="6790" actId="790"/>
          <ac:spMkLst>
            <pc:docMk/>
            <pc:sldMk cId="1649069768" sldId="376"/>
            <ac:spMk id="12" creationId="{1F25F243-9B34-0E9D-ED32-13DE69C69BB1}"/>
          </ac:spMkLst>
        </pc:spChg>
        <pc:spChg chg="mod">
          <ac:chgData name="Samaj, Tomas" userId="24ba87dd-e0d6-46e4-b32b-c6bf33e42df2" providerId="ADAL" clId="{7B1B8F56-5866-4008-9BBB-243D261A6A02}" dt="2026-02-23T18:42:44.437" v="6790" actId="790"/>
          <ac:spMkLst>
            <pc:docMk/>
            <pc:sldMk cId="1649069768" sldId="376"/>
            <ac:spMk id="17" creationId="{08664526-B17D-D61C-21CF-3957DCCAB52F}"/>
          </ac:spMkLst>
        </pc:spChg>
        <pc:spChg chg="mod">
          <ac:chgData name="Samaj, Tomas" userId="24ba87dd-e0d6-46e4-b32b-c6bf33e42df2" providerId="ADAL" clId="{7B1B8F56-5866-4008-9BBB-243D261A6A02}" dt="2026-02-23T18:42:44.437" v="6790" actId="790"/>
          <ac:spMkLst>
            <pc:docMk/>
            <pc:sldMk cId="1649069768" sldId="376"/>
            <ac:spMk id="19" creationId="{654AB164-B6C1-EE9E-23EB-BFBC405D8681}"/>
          </ac:spMkLst>
        </pc:spChg>
        <pc:spChg chg="mod">
          <ac:chgData name="Samaj, Tomas" userId="24ba87dd-e0d6-46e4-b32b-c6bf33e42df2" providerId="ADAL" clId="{7B1B8F56-5866-4008-9BBB-243D261A6A02}" dt="2026-02-23T18:42:44.437" v="6790" actId="790"/>
          <ac:spMkLst>
            <pc:docMk/>
            <pc:sldMk cId="1649069768" sldId="376"/>
            <ac:spMk id="20" creationId="{60D94CB6-448E-4B7E-A6AD-3B7E76CF39DC}"/>
          </ac:spMkLst>
        </pc:spChg>
        <pc:spChg chg="mod">
          <ac:chgData name="Samaj, Tomas" userId="24ba87dd-e0d6-46e4-b32b-c6bf33e42df2" providerId="ADAL" clId="{7B1B8F56-5866-4008-9BBB-243D261A6A02}" dt="2026-02-23T18:42:44.437" v="6790" actId="790"/>
          <ac:spMkLst>
            <pc:docMk/>
            <pc:sldMk cId="1649069768" sldId="376"/>
            <ac:spMk id="22" creationId="{4558C0AF-C702-4FF1-326C-72B4457F353A}"/>
          </ac:spMkLst>
        </pc:spChg>
        <pc:spChg chg="mod">
          <ac:chgData name="Samaj, Tomas" userId="24ba87dd-e0d6-46e4-b32b-c6bf33e42df2" providerId="ADAL" clId="{7B1B8F56-5866-4008-9BBB-243D261A6A02}" dt="2026-02-22T11:28:13.781" v="5130" actId="790"/>
          <ac:spMkLst>
            <pc:docMk/>
            <pc:sldMk cId="1649069768" sldId="376"/>
            <ac:spMk id="23" creationId="{CE5B57CC-309E-D326-4631-96104C051EA5}"/>
          </ac:spMkLst>
        </pc:spChg>
        <pc:spChg chg="mod">
          <ac:chgData name="Samaj, Tomas" userId="24ba87dd-e0d6-46e4-b32b-c6bf33e42df2" providerId="ADAL" clId="{7B1B8F56-5866-4008-9BBB-243D261A6A02}" dt="2026-02-23T17:54:23.228" v="6230" actId="113"/>
          <ac:spMkLst>
            <pc:docMk/>
            <pc:sldMk cId="1649069768" sldId="376"/>
            <ac:spMk id="30" creationId="{4D986001-4314-7CF8-05CF-A0B1D26F5CD7}"/>
          </ac:spMkLst>
        </pc:spChg>
      </pc:sldChg>
      <pc:sldChg chg="modSp mod">
        <pc:chgData name="Samaj, Tomas" userId="24ba87dd-e0d6-46e4-b32b-c6bf33e42df2" providerId="ADAL" clId="{7B1B8F56-5866-4008-9BBB-243D261A6A02}" dt="2026-02-23T18:42:44.437" v="6790" actId="790"/>
        <pc:sldMkLst>
          <pc:docMk/>
          <pc:sldMk cId="1714822551" sldId="377"/>
        </pc:sldMkLst>
        <pc:spChg chg="mod">
          <ac:chgData name="Samaj, Tomas" userId="24ba87dd-e0d6-46e4-b32b-c6bf33e42df2" providerId="ADAL" clId="{7B1B8F56-5866-4008-9BBB-243D261A6A02}" dt="2026-02-23T18:42:44.437" v="6790" actId="790"/>
          <ac:spMkLst>
            <pc:docMk/>
            <pc:sldMk cId="1714822551" sldId="377"/>
            <ac:spMk id="3" creationId="{F4B1A687-2017-ED90-1ECE-4BB64E0F173A}"/>
          </ac:spMkLst>
        </pc:spChg>
        <pc:spChg chg="mod">
          <ac:chgData name="Samaj, Tomas" userId="24ba87dd-e0d6-46e4-b32b-c6bf33e42df2" providerId="ADAL" clId="{7B1B8F56-5866-4008-9BBB-243D261A6A02}" dt="2026-02-23T18:42:44.437" v="6790" actId="790"/>
          <ac:spMkLst>
            <pc:docMk/>
            <pc:sldMk cId="1714822551" sldId="377"/>
            <ac:spMk id="5" creationId="{D126C5A8-944D-7C5B-B009-669B8CBBE261}"/>
          </ac:spMkLst>
        </pc:spChg>
        <pc:spChg chg="mod">
          <ac:chgData name="Samaj, Tomas" userId="24ba87dd-e0d6-46e4-b32b-c6bf33e42df2" providerId="ADAL" clId="{7B1B8F56-5866-4008-9BBB-243D261A6A02}" dt="2026-02-23T18:42:44.437" v="6790" actId="790"/>
          <ac:spMkLst>
            <pc:docMk/>
            <pc:sldMk cId="1714822551" sldId="377"/>
            <ac:spMk id="7" creationId="{539C5443-6A7A-6291-5177-0BED0B2781FC}"/>
          </ac:spMkLst>
        </pc:spChg>
        <pc:spChg chg="mod">
          <ac:chgData name="Samaj, Tomas" userId="24ba87dd-e0d6-46e4-b32b-c6bf33e42df2" providerId="ADAL" clId="{7B1B8F56-5866-4008-9BBB-243D261A6A02}" dt="2026-02-23T18:42:44.437" v="6790" actId="790"/>
          <ac:spMkLst>
            <pc:docMk/>
            <pc:sldMk cId="1714822551" sldId="377"/>
            <ac:spMk id="8" creationId="{83BEC5C5-861A-A576-4A7B-D0EB4DCE3E48}"/>
          </ac:spMkLst>
        </pc:spChg>
        <pc:spChg chg="mod">
          <ac:chgData name="Samaj, Tomas" userId="24ba87dd-e0d6-46e4-b32b-c6bf33e42df2" providerId="ADAL" clId="{7B1B8F56-5866-4008-9BBB-243D261A6A02}" dt="2026-02-23T18:42:44.437" v="6790" actId="790"/>
          <ac:spMkLst>
            <pc:docMk/>
            <pc:sldMk cId="1714822551" sldId="377"/>
            <ac:spMk id="15" creationId="{AA833DE3-2727-BBE9-F479-48D9EEA46A65}"/>
          </ac:spMkLst>
        </pc:spChg>
      </pc:sldChg>
      <pc:sldChg chg="addSp delSp modSp add mod">
        <pc:chgData name="Samaj, Tomas" userId="24ba87dd-e0d6-46e4-b32b-c6bf33e42df2" providerId="ADAL" clId="{7B1B8F56-5866-4008-9BBB-243D261A6A02}" dt="2026-02-23T18:42:44.437" v="6790" actId="790"/>
        <pc:sldMkLst>
          <pc:docMk/>
          <pc:sldMk cId="1221863023" sldId="378"/>
        </pc:sldMkLst>
        <pc:spChg chg="mod">
          <ac:chgData name="Samaj, Tomas" userId="24ba87dd-e0d6-46e4-b32b-c6bf33e42df2" providerId="ADAL" clId="{7B1B8F56-5866-4008-9BBB-243D261A6A02}" dt="2026-02-23T18:42:44.437" v="6790" actId="790"/>
          <ac:spMkLst>
            <pc:docMk/>
            <pc:sldMk cId="1221863023" sldId="378"/>
            <ac:spMk id="2" creationId="{6139DFE4-9A3C-2A2D-D5B6-FAEA3F08E51B}"/>
          </ac:spMkLst>
        </pc:spChg>
        <pc:spChg chg="mod">
          <ac:chgData name="Samaj, Tomas" userId="24ba87dd-e0d6-46e4-b32b-c6bf33e42df2" providerId="ADAL" clId="{7B1B8F56-5866-4008-9BBB-243D261A6A02}" dt="2026-02-23T18:42:44.437" v="6790" actId="790"/>
          <ac:spMkLst>
            <pc:docMk/>
            <pc:sldMk cId="1221863023" sldId="378"/>
            <ac:spMk id="4" creationId="{62ADB16D-62AD-4A47-9D38-C28B2086D667}"/>
          </ac:spMkLst>
        </pc:spChg>
        <pc:spChg chg="add mod">
          <ac:chgData name="Samaj, Tomas" userId="24ba87dd-e0d6-46e4-b32b-c6bf33e42df2" providerId="ADAL" clId="{7B1B8F56-5866-4008-9BBB-243D261A6A02}" dt="2026-02-23T18:42:44.437" v="6790" actId="790"/>
          <ac:spMkLst>
            <pc:docMk/>
            <pc:sldMk cId="1221863023" sldId="378"/>
            <ac:spMk id="5" creationId="{39DE2735-E30A-7974-25D4-0252F2EBF02A}"/>
          </ac:spMkLst>
        </pc:spChg>
        <pc:spChg chg="add mod">
          <ac:chgData name="Samaj, Tomas" userId="24ba87dd-e0d6-46e4-b32b-c6bf33e42df2" providerId="ADAL" clId="{7B1B8F56-5866-4008-9BBB-243D261A6A02}" dt="2026-02-23T18:42:44.437" v="6790" actId="790"/>
          <ac:spMkLst>
            <pc:docMk/>
            <pc:sldMk cId="1221863023" sldId="378"/>
            <ac:spMk id="6" creationId="{7B3FE8C6-4BCE-8E1B-1D5E-5B65505ED8DA}"/>
          </ac:spMkLst>
        </pc:spChg>
        <pc:spChg chg="add mod">
          <ac:chgData name="Samaj, Tomas" userId="24ba87dd-e0d6-46e4-b32b-c6bf33e42df2" providerId="ADAL" clId="{7B1B8F56-5866-4008-9BBB-243D261A6A02}" dt="2026-02-23T18:42:44.437" v="6790" actId="790"/>
          <ac:spMkLst>
            <pc:docMk/>
            <pc:sldMk cId="1221863023" sldId="378"/>
            <ac:spMk id="8" creationId="{31E74D7E-9BC7-AF02-F6AE-EBBD5541E891}"/>
          </ac:spMkLst>
        </pc:spChg>
        <pc:spChg chg="add mod">
          <ac:chgData name="Samaj, Tomas" userId="24ba87dd-e0d6-46e4-b32b-c6bf33e42df2" providerId="ADAL" clId="{7B1B8F56-5866-4008-9BBB-243D261A6A02}" dt="2026-02-23T18:42:44.437" v="6790" actId="790"/>
          <ac:spMkLst>
            <pc:docMk/>
            <pc:sldMk cId="1221863023" sldId="378"/>
            <ac:spMk id="9" creationId="{CC72488E-2F1D-B69A-7609-79A93ED31810}"/>
          </ac:spMkLst>
        </pc:spChg>
        <pc:spChg chg="add mod">
          <ac:chgData name="Samaj, Tomas" userId="24ba87dd-e0d6-46e4-b32b-c6bf33e42df2" providerId="ADAL" clId="{7B1B8F56-5866-4008-9BBB-243D261A6A02}" dt="2026-02-23T18:42:44.437" v="6790" actId="790"/>
          <ac:spMkLst>
            <pc:docMk/>
            <pc:sldMk cId="1221863023" sldId="378"/>
            <ac:spMk id="11" creationId="{B64AF087-72A3-0DB4-45D2-5069BFB38EC9}"/>
          </ac:spMkLst>
        </pc:spChg>
        <pc:spChg chg="add mod">
          <ac:chgData name="Samaj, Tomas" userId="24ba87dd-e0d6-46e4-b32b-c6bf33e42df2" providerId="ADAL" clId="{7B1B8F56-5866-4008-9BBB-243D261A6A02}" dt="2026-02-23T18:42:44.437" v="6790" actId="790"/>
          <ac:spMkLst>
            <pc:docMk/>
            <pc:sldMk cId="1221863023" sldId="378"/>
            <ac:spMk id="13" creationId="{C84EA4F6-4573-AE40-6F20-A5C946FD002C}"/>
          </ac:spMkLst>
        </pc:spChg>
        <pc:spChg chg="mod">
          <ac:chgData name="Samaj, Tomas" userId="24ba87dd-e0d6-46e4-b32b-c6bf33e42df2" providerId="ADAL" clId="{7B1B8F56-5866-4008-9BBB-243D261A6A02}" dt="2026-02-23T18:42:44.437" v="6790" actId="790"/>
          <ac:spMkLst>
            <pc:docMk/>
            <pc:sldMk cId="1221863023" sldId="378"/>
            <ac:spMk id="23" creationId="{DB969CCC-D107-A9A7-6761-C53DA9E62A25}"/>
          </ac:spMkLst>
        </pc:spChg>
        <pc:spChg chg="mod">
          <ac:chgData name="Samaj, Tomas" userId="24ba87dd-e0d6-46e4-b32b-c6bf33e42df2" providerId="ADAL" clId="{7B1B8F56-5866-4008-9BBB-243D261A6A02}" dt="2026-02-23T18:42:44.437" v="6790" actId="790"/>
          <ac:spMkLst>
            <pc:docMk/>
            <pc:sldMk cId="1221863023" sldId="378"/>
            <ac:spMk id="30" creationId="{913072DD-CF9C-A35A-4AEB-A0736659B46B}"/>
          </ac:spMkLst>
        </pc:spChg>
        <pc:grpChg chg="add mod">
          <ac:chgData name="Samaj, Tomas" userId="24ba87dd-e0d6-46e4-b32b-c6bf33e42df2" providerId="ADAL" clId="{7B1B8F56-5866-4008-9BBB-243D261A6A02}" dt="2026-02-19T11:02:28.660" v="877"/>
          <ac:grpSpMkLst>
            <pc:docMk/>
            <pc:sldMk cId="1221863023" sldId="378"/>
            <ac:grpSpMk id="29" creationId="{6722CBFD-4749-D0A3-0F0B-1BA225F5634D}"/>
          </ac:grpSpMkLst>
        </pc:grpChg>
        <pc:graphicFrameChg chg="add mod modGraphic">
          <ac:chgData name="Samaj, Tomas" userId="24ba87dd-e0d6-46e4-b32b-c6bf33e42df2" providerId="ADAL" clId="{7B1B8F56-5866-4008-9BBB-243D261A6A02}" dt="2026-02-22T10:50:47.735" v="3574" actId="790"/>
          <ac:graphicFrameMkLst>
            <pc:docMk/>
            <pc:sldMk cId="1221863023" sldId="378"/>
            <ac:graphicFrameMk id="25" creationId="{02F214E6-D6E1-DFBD-A5FF-F197CDB797C7}"/>
          </ac:graphicFrameMkLst>
        </pc:graphicFrameChg>
        <pc:picChg chg="add mod">
          <ac:chgData name="Samaj, Tomas" userId="24ba87dd-e0d6-46e4-b32b-c6bf33e42df2" providerId="ADAL" clId="{7B1B8F56-5866-4008-9BBB-243D261A6A02}" dt="2026-02-22T11:25:16.311" v="4818"/>
          <ac:picMkLst>
            <pc:docMk/>
            <pc:sldMk cId="1221863023" sldId="378"/>
            <ac:picMk id="7" creationId="{F57A2354-E29E-AA64-11DD-A1994BF640B4}"/>
          </ac:picMkLst>
        </pc:picChg>
        <pc:picChg chg="add mod">
          <ac:chgData name="Samaj, Tomas" userId="24ba87dd-e0d6-46e4-b32b-c6bf33e42df2" providerId="ADAL" clId="{7B1B8F56-5866-4008-9BBB-243D261A6A02}" dt="2026-02-19T10:43:42.097" v="475" actId="1076"/>
          <ac:picMkLst>
            <pc:docMk/>
            <pc:sldMk cId="1221863023" sldId="378"/>
            <ac:picMk id="10" creationId="{F21E8C80-874D-2446-42FD-2392D106302F}"/>
          </ac:picMkLst>
        </pc:picChg>
        <pc:picChg chg="add mod">
          <ac:chgData name="Samaj, Tomas" userId="24ba87dd-e0d6-46e4-b32b-c6bf33e42df2" providerId="ADAL" clId="{7B1B8F56-5866-4008-9BBB-243D261A6A02}" dt="2026-02-22T11:25:16.311" v="4818"/>
          <ac:picMkLst>
            <pc:docMk/>
            <pc:sldMk cId="1221863023" sldId="378"/>
            <ac:picMk id="12" creationId="{EED62D80-B241-BF65-AA0C-52D7D1FD7796}"/>
          </ac:picMkLst>
        </pc:picChg>
        <pc:picChg chg="mod">
          <ac:chgData name="Samaj, Tomas" userId="24ba87dd-e0d6-46e4-b32b-c6bf33e42df2" providerId="ADAL" clId="{7B1B8F56-5866-4008-9BBB-243D261A6A02}" dt="2026-02-19T11:02:28.660" v="877"/>
          <ac:picMkLst>
            <pc:docMk/>
            <pc:sldMk cId="1221863023" sldId="378"/>
            <ac:picMk id="24" creationId="{AC4DD292-1BEE-718D-E3FF-E0C28EE902BA}"/>
          </ac:picMkLst>
        </pc:picChg>
        <pc:picChg chg="mod">
          <ac:chgData name="Samaj, Tomas" userId="24ba87dd-e0d6-46e4-b32b-c6bf33e42df2" providerId="ADAL" clId="{7B1B8F56-5866-4008-9BBB-243D261A6A02}" dt="2026-02-19T11:02:28.660" v="877"/>
          <ac:picMkLst>
            <pc:docMk/>
            <pc:sldMk cId="1221863023" sldId="378"/>
            <ac:picMk id="31" creationId="{A22BA18E-489D-5D2C-2F46-95D716DB07B6}"/>
          </ac:picMkLst>
        </pc:picChg>
        <pc:cxnChg chg="mod">
          <ac:chgData name="Samaj, Tomas" userId="24ba87dd-e0d6-46e4-b32b-c6bf33e42df2" providerId="ADAL" clId="{7B1B8F56-5866-4008-9BBB-243D261A6A02}" dt="2026-02-22T10:25:08.194" v="2992" actId="14100"/>
          <ac:cxnSpMkLst>
            <pc:docMk/>
            <pc:sldMk cId="1221863023" sldId="378"/>
            <ac:cxnSpMk id="26" creationId="{327B28EA-3D70-AA20-418D-D3592615F700}"/>
          </ac:cxnSpMkLst>
        </pc:cxnChg>
      </pc:sldChg>
      <pc:sldChg chg="addSp delSp modSp add mod ord">
        <pc:chgData name="Samaj, Tomas" userId="24ba87dd-e0d6-46e4-b32b-c6bf33e42df2" providerId="ADAL" clId="{7B1B8F56-5866-4008-9BBB-243D261A6A02}" dt="2026-02-23T18:42:44.437" v="6790" actId="790"/>
        <pc:sldMkLst>
          <pc:docMk/>
          <pc:sldMk cId="1529097239" sldId="379"/>
        </pc:sldMkLst>
        <pc:spChg chg="mod">
          <ac:chgData name="Samaj, Tomas" userId="24ba87dd-e0d6-46e4-b32b-c6bf33e42df2" providerId="ADAL" clId="{7B1B8F56-5866-4008-9BBB-243D261A6A02}" dt="2026-02-23T18:42:44.437" v="6790" actId="790"/>
          <ac:spMkLst>
            <pc:docMk/>
            <pc:sldMk cId="1529097239" sldId="379"/>
            <ac:spMk id="2" creationId="{AD2B2106-E051-BB40-7848-66FE8487AEE6}"/>
          </ac:spMkLst>
        </pc:spChg>
        <pc:spChg chg="mod">
          <ac:chgData name="Samaj, Tomas" userId="24ba87dd-e0d6-46e4-b32b-c6bf33e42df2" providerId="ADAL" clId="{7B1B8F56-5866-4008-9BBB-243D261A6A02}" dt="2026-02-23T18:42:44.437" v="6790" actId="790"/>
          <ac:spMkLst>
            <pc:docMk/>
            <pc:sldMk cId="1529097239" sldId="379"/>
            <ac:spMk id="4" creationId="{E5BFABFA-02C8-54B3-3665-745EE5B2998C}"/>
          </ac:spMkLst>
        </pc:spChg>
        <pc:graphicFrameChg chg="add mod modGraphic">
          <ac:chgData name="Samaj, Tomas" userId="24ba87dd-e0d6-46e4-b32b-c6bf33e42df2" providerId="ADAL" clId="{7B1B8F56-5866-4008-9BBB-243D261A6A02}" dt="2026-02-23T18:42:44.437" v="6790" actId="790"/>
          <ac:graphicFrameMkLst>
            <pc:docMk/>
            <pc:sldMk cId="1529097239" sldId="379"/>
            <ac:graphicFrameMk id="19" creationId="{56698B1B-83DF-C8F0-3A62-0CA05D2785C0}"/>
          </ac:graphicFrameMkLst>
        </pc:graphicFrameChg>
        <pc:picChg chg="add mod">
          <ac:chgData name="Samaj, Tomas" userId="24ba87dd-e0d6-46e4-b32b-c6bf33e42df2" providerId="ADAL" clId="{7B1B8F56-5866-4008-9BBB-243D261A6A02}" dt="2026-02-19T10:44:45.082" v="517" actId="1076"/>
          <ac:picMkLst>
            <pc:docMk/>
            <pc:sldMk cId="1529097239" sldId="379"/>
            <ac:picMk id="17" creationId="{F2846B93-B136-209A-8BFC-5C91CE9E231F}"/>
          </ac:picMkLst>
        </pc:picChg>
      </pc:sldChg>
      <pc:sldChg chg="modSp mod">
        <pc:chgData name="Samaj, Tomas" userId="24ba87dd-e0d6-46e4-b32b-c6bf33e42df2" providerId="ADAL" clId="{7B1B8F56-5866-4008-9BBB-243D261A6A02}" dt="2026-02-23T18:42:44.437" v="6790" actId="790"/>
        <pc:sldMkLst>
          <pc:docMk/>
          <pc:sldMk cId="1669249002" sldId="381"/>
        </pc:sldMkLst>
        <pc:spChg chg="mod">
          <ac:chgData name="Samaj, Tomas" userId="24ba87dd-e0d6-46e4-b32b-c6bf33e42df2" providerId="ADAL" clId="{7B1B8F56-5866-4008-9BBB-243D261A6A02}" dt="2026-02-22T16:35:48.630" v="5152" actId="20577"/>
          <ac:spMkLst>
            <pc:docMk/>
            <pc:sldMk cId="1669249002" sldId="381"/>
            <ac:spMk id="2" creationId="{5DC95359-41FD-CE63-AFD0-29BA0C8C635D}"/>
          </ac:spMkLst>
        </pc:spChg>
        <pc:spChg chg="mod">
          <ac:chgData name="Samaj, Tomas" userId="24ba87dd-e0d6-46e4-b32b-c6bf33e42df2" providerId="ADAL" clId="{7B1B8F56-5866-4008-9BBB-243D261A6A02}" dt="2026-02-23T18:42:44.437" v="6790" actId="790"/>
          <ac:spMkLst>
            <pc:docMk/>
            <pc:sldMk cId="1669249002" sldId="381"/>
            <ac:spMk id="3" creationId="{E345DFE6-6596-8E25-6578-42FFC3194F56}"/>
          </ac:spMkLst>
        </pc:spChg>
        <pc:spChg chg="mod">
          <ac:chgData name="Samaj, Tomas" userId="24ba87dd-e0d6-46e4-b32b-c6bf33e42df2" providerId="ADAL" clId="{7B1B8F56-5866-4008-9BBB-243D261A6A02}" dt="2026-02-23T18:42:44.437" v="6790" actId="790"/>
          <ac:spMkLst>
            <pc:docMk/>
            <pc:sldMk cId="1669249002" sldId="381"/>
            <ac:spMk id="4" creationId="{02A47812-CC98-7FAD-BC01-26F32756E4B0}"/>
          </ac:spMkLst>
        </pc:spChg>
        <pc:spChg chg="mod">
          <ac:chgData name="Samaj, Tomas" userId="24ba87dd-e0d6-46e4-b32b-c6bf33e42df2" providerId="ADAL" clId="{7B1B8F56-5866-4008-9BBB-243D261A6A02}" dt="2026-02-23T18:42:44.437" v="6790" actId="790"/>
          <ac:spMkLst>
            <pc:docMk/>
            <pc:sldMk cId="1669249002" sldId="381"/>
            <ac:spMk id="6" creationId="{4F906C1C-3943-2D44-38F6-65A380FB1844}"/>
          </ac:spMkLst>
        </pc:spChg>
        <pc:spChg chg="mod">
          <ac:chgData name="Samaj, Tomas" userId="24ba87dd-e0d6-46e4-b32b-c6bf33e42df2" providerId="ADAL" clId="{7B1B8F56-5866-4008-9BBB-243D261A6A02}" dt="2026-02-23T18:42:44.437" v="6790" actId="790"/>
          <ac:spMkLst>
            <pc:docMk/>
            <pc:sldMk cId="1669249002" sldId="381"/>
            <ac:spMk id="7" creationId="{25698CAB-DAA3-28D4-14C2-D9372EBEC37A}"/>
          </ac:spMkLst>
        </pc:spChg>
        <pc:spChg chg="mod">
          <ac:chgData name="Samaj, Tomas" userId="24ba87dd-e0d6-46e4-b32b-c6bf33e42df2" providerId="ADAL" clId="{7B1B8F56-5866-4008-9BBB-243D261A6A02}" dt="2026-02-23T18:42:44.437" v="6790" actId="790"/>
          <ac:spMkLst>
            <pc:docMk/>
            <pc:sldMk cId="1669249002" sldId="381"/>
            <ac:spMk id="8" creationId="{1F2C7B0D-96E5-B6DF-80E2-E25D72835A32}"/>
          </ac:spMkLst>
        </pc:spChg>
        <pc:spChg chg="mod">
          <ac:chgData name="Samaj, Tomas" userId="24ba87dd-e0d6-46e4-b32b-c6bf33e42df2" providerId="ADAL" clId="{7B1B8F56-5866-4008-9BBB-243D261A6A02}" dt="2026-02-23T18:42:44.437" v="6790" actId="790"/>
          <ac:spMkLst>
            <pc:docMk/>
            <pc:sldMk cId="1669249002" sldId="381"/>
            <ac:spMk id="9" creationId="{D074F160-2061-9FB1-F47D-0BA833275061}"/>
          </ac:spMkLst>
        </pc:spChg>
        <pc:spChg chg="mod">
          <ac:chgData name="Samaj, Tomas" userId="24ba87dd-e0d6-46e4-b32b-c6bf33e42df2" providerId="ADAL" clId="{7B1B8F56-5866-4008-9BBB-243D261A6A02}" dt="2026-02-23T18:42:44.437" v="6790" actId="790"/>
          <ac:spMkLst>
            <pc:docMk/>
            <pc:sldMk cId="1669249002" sldId="381"/>
            <ac:spMk id="10" creationId="{EE680696-9CB0-8DDA-059C-166C15A1D2D3}"/>
          </ac:spMkLst>
        </pc:spChg>
        <pc:spChg chg="mod">
          <ac:chgData name="Samaj, Tomas" userId="24ba87dd-e0d6-46e4-b32b-c6bf33e42df2" providerId="ADAL" clId="{7B1B8F56-5866-4008-9BBB-243D261A6A02}" dt="2026-02-23T18:42:44.437" v="6790" actId="790"/>
          <ac:spMkLst>
            <pc:docMk/>
            <pc:sldMk cId="1669249002" sldId="381"/>
            <ac:spMk id="11" creationId="{B6ECD752-8E6F-4556-BEAD-F4548E420032}"/>
          </ac:spMkLst>
        </pc:spChg>
        <pc:spChg chg="mod">
          <ac:chgData name="Samaj, Tomas" userId="24ba87dd-e0d6-46e4-b32b-c6bf33e42df2" providerId="ADAL" clId="{7B1B8F56-5866-4008-9BBB-243D261A6A02}" dt="2026-02-23T18:42:44.437" v="6790" actId="790"/>
          <ac:spMkLst>
            <pc:docMk/>
            <pc:sldMk cId="1669249002" sldId="381"/>
            <ac:spMk id="13" creationId="{11D83844-585B-787A-D580-BFB06A59EFB0}"/>
          </ac:spMkLst>
        </pc:spChg>
        <pc:spChg chg="mod">
          <ac:chgData name="Samaj, Tomas" userId="24ba87dd-e0d6-46e4-b32b-c6bf33e42df2" providerId="ADAL" clId="{7B1B8F56-5866-4008-9BBB-243D261A6A02}" dt="2026-02-22T16:35:54.770" v="5153" actId="2710"/>
          <ac:spMkLst>
            <pc:docMk/>
            <pc:sldMk cId="1669249002" sldId="381"/>
            <ac:spMk id="14" creationId="{0CB22C75-8ACE-EB4F-FAA0-57B9F4514DD4}"/>
          </ac:spMkLst>
        </pc:spChg>
        <pc:spChg chg="mod">
          <ac:chgData name="Samaj, Tomas" userId="24ba87dd-e0d6-46e4-b32b-c6bf33e42df2" providerId="ADAL" clId="{7B1B8F56-5866-4008-9BBB-243D261A6A02}" dt="2026-02-22T11:28:13.781" v="5130" actId="790"/>
          <ac:spMkLst>
            <pc:docMk/>
            <pc:sldMk cId="1669249002" sldId="381"/>
            <ac:spMk id="15" creationId="{2ECD656F-4605-D4AC-5936-1650077B8349}"/>
          </ac:spMkLst>
        </pc:spChg>
        <pc:spChg chg="mod">
          <ac:chgData name="Samaj, Tomas" userId="24ba87dd-e0d6-46e4-b32b-c6bf33e42df2" providerId="ADAL" clId="{7B1B8F56-5866-4008-9BBB-243D261A6A02}" dt="2026-02-22T11:28:13.781" v="5130" actId="790"/>
          <ac:spMkLst>
            <pc:docMk/>
            <pc:sldMk cId="1669249002" sldId="381"/>
            <ac:spMk id="16" creationId="{40E16E82-2498-F0DC-72A2-7B27085DFE0A}"/>
          </ac:spMkLst>
        </pc:spChg>
        <pc:spChg chg="mod">
          <ac:chgData name="Samaj, Tomas" userId="24ba87dd-e0d6-46e4-b32b-c6bf33e42df2" providerId="ADAL" clId="{7B1B8F56-5866-4008-9BBB-243D261A6A02}" dt="2026-02-23T18:42:44.437" v="6790" actId="790"/>
          <ac:spMkLst>
            <pc:docMk/>
            <pc:sldMk cId="1669249002" sldId="381"/>
            <ac:spMk id="17" creationId="{FACC44C0-20BE-A615-4466-708CFBB6C966}"/>
          </ac:spMkLst>
        </pc:spChg>
      </pc:sldChg>
      <pc:sldChg chg="addSp delSp modSp mod">
        <pc:chgData name="Samaj, Tomas" userId="24ba87dd-e0d6-46e4-b32b-c6bf33e42df2" providerId="ADAL" clId="{7B1B8F56-5866-4008-9BBB-243D261A6A02}" dt="2026-02-23T18:42:44.437" v="6790" actId="790"/>
        <pc:sldMkLst>
          <pc:docMk/>
          <pc:sldMk cId="3501864848" sldId="382"/>
        </pc:sldMkLst>
        <pc:spChg chg="mod">
          <ac:chgData name="Samaj, Tomas" userId="24ba87dd-e0d6-46e4-b32b-c6bf33e42df2" providerId="ADAL" clId="{7B1B8F56-5866-4008-9BBB-243D261A6A02}" dt="2026-02-23T18:42:44.437" v="6790" actId="790"/>
          <ac:spMkLst>
            <pc:docMk/>
            <pc:sldMk cId="3501864848" sldId="382"/>
            <ac:spMk id="2" creationId="{0C9C332B-5A94-727F-7C4D-9147D91ED686}"/>
          </ac:spMkLst>
        </pc:spChg>
        <pc:spChg chg="mod">
          <ac:chgData name="Samaj, Tomas" userId="24ba87dd-e0d6-46e4-b32b-c6bf33e42df2" providerId="ADAL" clId="{7B1B8F56-5866-4008-9BBB-243D261A6A02}" dt="2026-02-23T18:42:44.437" v="6790" actId="790"/>
          <ac:spMkLst>
            <pc:docMk/>
            <pc:sldMk cId="3501864848" sldId="382"/>
            <ac:spMk id="4" creationId="{1FD929E8-CFDF-4D99-02C3-03BE05794A2A}"/>
          </ac:spMkLst>
        </pc:spChg>
        <pc:spChg chg="add mod">
          <ac:chgData name="Samaj, Tomas" userId="24ba87dd-e0d6-46e4-b32b-c6bf33e42df2" providerId="ADAL" clId="{7B1B8F56-5866-4008-9BBB-243D261A6A02}" dt="2026-02-23T18:42:44.437" v="6790" actId="790"/>
          <ac:spMkLst>
            <pc:docMk/>
            <pc:sldMk cId="3501864848" sldId="382"/>
            <ac:spMk id="7" creationId="{1CA55C27-CB41-C254-1D3E-3D0DA971B8A0}"/>
          </ac:spMkLst>
        </pc:spChg>
        <pc:spChg chg="add mod">
          <ac:chgData name="Samaj, Tomas" userId="24ba87dd-e0d6-46e4-b32b-c6bf33e42df2" providerId="ADAL" clId="{7B1B8F56-5866-4008-9BBB-243D261A6A02}" dt="2026-02-23T18:42:44.437" v="6790" actId="790"/>
          <ac:spMkLst>
            <pc:docMk/>
            <pc:sldMk cId="3501864848" sldId="382"/>
            <ac:spMk id="8" creationId="{25E7F294-4BD0-3DC1-A18C-FC8AB6AD3020}"/>
          </ac:spMkLst>
        </pc:spChg>
        <pc:graphicFrameChg chg="add mod modGraphic">
          <ac:chgData name="Samaj, Tomas" userId="24ba87dd-e0d6-46e4-b32b-c6bf33e42df2" providerId="ADAL" clId="{7B1B8F56-5866-4008-9BBB-243D261A6A02}" dt="2026-02-23T18:42:44.437" v="6790" actId="790"/>
          <ac:graphicFrameMkLst>
            <pc:docMk/>
            <pc:sldMk cId="3501864848" sldId="382"/>
            <ac:graphicFrameMk id="31" creationId="{9047C017-141A-BC97-38DB-A420D8FCBAC7}"/>
          </ac:graphicFrameMkLst>
        </pc:graphicFrameChg>
        <pc:picChg chg="mod">
          <ac:chgData name="Samaj, Tomas" userId="24ba87dd-e0d6-46e4-b32b-c6bf33e42df2" providerId="ADAL" clId="{7B1B8F56-5866-4008-9BBB-243D261A6A02}" dt="2026-02-23T17:42:59.600" v="6003" actId="1076"/>
          <ac:picMkLst>
            <pc:docMk/>
            <pc:sldMk cId="3501864848" sldId="382"/>
            <ac:picMk id="6" creationId="{17B93507-9164-73A9-1B58-A263BF3F6AFB}"/>
          </ac:picMkLst>
        </pc:picChg>
      </pc:sldChg>
      <pc:sldChg chg="addSp delSp modSp mod">
        <pc:chgData name="Samaj, Tomas" userId="24ba87dd-e0d6-46e4-b32b-c6bf33e42df2" providerId="ADAL" clId="{7B1B8F56-5866-4008-9BBB-243D261A6A02}" dt="2026-02-25T14:41:37.509" v="6889"/>
        <pc:sldMkLst>
          <pc:docMk/>
          <pc:sldMk cId="3140400597" sldId="383"/>
        </pc:sldMkLst>
        <pc:spChg chg="mod">
          <ac:chgData name="Samaj, Tomas" userId="24ba87dd-e0d6-46e4-b32b-c6bf33e42df2" providerId="ADAL" clId="{7B1B8F56-5866-4008-9BBB-243D261A6A02}" dt="2026-02-23T18:42:44.437" v="6790" actId="790"/>
          <ac:spMkLst>
            <pc:docMk/>
            <pc:sldMk cId="3140400597" sldId="383"/>
            <ac:spMk id="2" creationId="{C79CC13F-69AB-0101-8057-719C31975082}"/>
          </ac:spMkLst>
        </pc:spChg>
        <pc:spChg chg="mod">
          <ac:chgData name="Samaj, Tomas" userId="24ba87dd-e0d6-46e4-b32b-c6bf33e42df2" providerId="ADAL" clId="{7B1B8F56-5866-4008-9BBB-243D261A6A02}" dt="2026-02-23T18:42:44.437" v="6790" actId="790"/>
          <ac:spMkLst>
            <pc:docMk/>
            <pc:sldMk cId="3140400597" sldId="383"/>
            <ac:spMk id="3" creationId="{9C679237-2541-6129-C7C7-1AA9D2661772}"/>
          </ac:spMkLst>
        </pc:spChg>
        <pc:spChg chg="mod">
          <ac:chgData name="Samaj, Tomas" userId="24ba87dd-e0d6-46e4-b32b-c6bf33e42df2" providerId="ADAL" clId="{7B1B8F56-5866-4008-9BBB-243D261A6A02}" dt="2026-02-23T18:42:44.437" v="6790" actId="790"/>
          <ac:spMkLst>
            <pc:docMk/>
            <pc:sldMk cId="3140400597" sldId="383"/>
            <ac:spMk id="4" creationId="{4AB33A06-CDAE-1820-CCA9-A1DDF118B975}"/>
          </ac:spMkLst>
        </pc:spChg>
        <pc:spChg chg="add mod">
          <ac:chgData name="Samaj, Tomas" userId="24ba87dd-e0d6-46e4-b32b-c6bf33e42df2" providerId="ADAL" clId="{7B1B8F56-5866-4008-9BBB-243D261A6A02}" dt="2026-02-23T18:42:44.437" v="6790" actId="790"/>
          <ac:spMkLst>
            <pc:docMk/>
            <pc:sldMk cId="3140400597" sldId="383"/>
            <ac:spMk id="5" creationId="{D03C1877-C1B9-D685-49FC-AD4B66DF7252}"/>
          </ac:spMkLst>
        </pc:spChg>
        <pc:spChg chg="add mod">
          <ac:chgData name="Samaj, Tomas" userId="24ba87dd-e0d6-46e4-b32b-c6bf33e42df2" providerId="ADAL" clId="{7B1B8F56-5866-4008-9BBB-243D261A6A02}" dt="2026-02-22T11:28:13.781" v="5130" actId="790"/>
          <ac:spMkLst>
            <pc:docMk/>
            <pc:sldMk cId="3140400597" sldId="383"/>
            <ac:spMk id="6" creationId="{683F3EAE-C4BA-E59A-3E97-3ABD3A27777D}"/>
          </ac:spMkLst>
        </pc:spChg>
        <pc:spChg chg="add mod">
          <ac:chgData name="Samaj, Tomas" userId="24ba87dd-e0d6-46e4-b32b-c6bf33e42df2" providerId="ADAL" clId="{7B1B8F56-5866-4008-9BBB-243D261A6A02}" dt="2026-02-25T14:41:37.498" v="6887"/>
          <ac:spMkLst>
            <pc:docMk/>
            <pc:sldMk cId="3140400597" sldId="383"/>
            <ac:spMk id="7" creationId="{67B6E61F-B1A3-FD6D-6050-B77C0DB9E7AA}"/>
          </ac:spMkLst>
        </pc:spChg>
        <pc:spChg chg="add mod">
          <ac:chgData name="Samaj, Tomas" userId="24ba87dd-e0d6-46e4-b32b-c6bf33e42df2" providerId="ADAL" clId="{7B1B8F56-5866-4008-9BBB-243D261A6A02}" dt="2026-02-25T14:41:37.509" v="6889"/>
          <ac:spMkLst>
            <pc:docMk/>
            <pc:sldMk cId="3140400597" sldId="383"/>
            <ac:spMk id="8" creationId="{FB4D91B7-F5AF-99C6-9DB6-CAD1BF2847DC}"/>
          </ac:spMkLst>
        </pc:spChg>
        <pc:spChg chg="add mod">
          <ac:chgData name="Samaj, Tomas" userId="24ba87dd-e0d6-46e4-b32b-c6bf33e42df2" providerId="ADAL" clId="{7B1B8F56-5866-4008-9BBB-243D261A6A02}" dt="2026-02-25T14:41:37.498" v="6886"/>
          <ac:spMkLst>
            <pc:docMk/>
            <pc:sldMk cId="3140400597" sldId="383"/>
            <ac:spMk id="9" creationId="{ABF3AFDE-E883-D9D6-5341-3E02791C2E0D}"/>
          </ac:spMkLst>
        </pc:spChg>
        <pc:spChg chg="add mod">
          <ac:chgData name="Samaj, Tomas" userId="24ba87dd-e0d6-46e4-b32b-c6bf33e42df2" providerId="ADAL" clId="{7B1B8F56-5866-4008-9BBB-243D261A6A02}" dt="2026-02-23T18:42:44.437" v="6790" actId="790"/>
          <ac:spMkLst>
            <pc:docMk/>
            <pc:sldMk cId="3140400597" sldId="383"/>
            <ac:spMk id="10" creationId="{2BD3063C-7F3B-53D9-CAC6-4FFF829AB382}"/>
          </ac:spMkLst>
        </pc:spChg>
        <pc:spChg chg="add mod">
          <ac:chgData name="Samaj, Tomas" userId="24ba87dd-e0d6-46e4-b32b-c6bf33e42df2" providerId="ADAL" clId="{7B1B8F56-5866-4008-9BBB-243D261A6A02}" dt="2026-02-23T18:42:44.437" v="6790" actId="790"/>
          <ac:spMkLst>
            <pc:docMk/>
            <pc:sldMk cId="3140400597" sldId="383"/>
            <ac:spMk id="11" creationId="{6513912A-1062-DBA2-A354-34E847BC1D03}"/>
          </ac:spMkLst>
        </pc:spChg>
        <pc:spChg chg="add mod">
          <ac:chgData name="Samaj, Tomas" userId="24ba87dd-e0d6-46e4-b32b-c6bf33e42df2" providerId="ADAL" clId="{7B1B8F56-5866-4008-9BBB-243D261A6A02}" dt="2026-02-22T10:47:22.172" v="3548" actId="14100"/>
          <ac:spMkLst>
            <pc:docMk/>
            <pc:sldMk cId="3140400597" sldId="383"/>
            <ac:spMk id="12" creationId="{66E63F74-E25E-D6C8-1BEF-6F4E49B9800C}"/>
          </ac:spMkLst>
        </pc:spChg>
        <pc:spChg chg="add mod">
          <ac:chgData name="Samaj, Tomas" userId="24ba87dd-e0d6-46e4-b32b-c6bf33e42df2" providerId="ADAL" clId="{7B1B8F56-5866-4008-9BBB-243D261A6A02}" dt="2026-02-22T11:28:13.781" v="5130" actId="790"/>
          <ac:spMkLst>
            <pc:docMk/>
            <pc:sldMk cId="3140400597" sldId="383"/>
            <ac:spMk id="13" creationId="{5ADF3CAA-85F0-2F7C-AF56-EC039815A554}"/>
          </ac:spMkLst>
        </pc:spChg>
        <pc:spChg chg="add mod">
          <ac:chgData name="Samaj, Tomas" userId="24ba87dd-e0d6-46e4-b32b-c6bf33e42df2" providerId="ADAL" clId="{7B1B8F56-5866-4008-9BBB-243D261A6A02}" dt="2026-02-22T11:28:13.781" v="5130" actId="790"/>
          <ac:spMkLst>
            <pc:docMk/>
            <pc:sldMk cId="3140400597" sldId="383"/>
            <ac:spMk id="14" creationId="{730A7593-F234-52CD-3687-621E00C1178E}"/>
          </ac:spMkLst>
        </pc:spChg>
        <pc:spChg chg="add mod">
          <ac:chgData name="Samaj, Tomas" userId="24ba87dd-e0d6-46e4-b32b-c6bf33e42df2" providerId="ADAL" clId="{7B1B8F56-5866-4008-9BBB-243D261A6A02}" dt="2026-02-23T18:42:44.437" v="6790" actId="790"/>
          <ac:spMkLst>
            <pc:docMk/>
            <pc:sldMk cId="3140400597" sldId="383"/>
            <ac:spMk id="15" creationId="{D02F94F4-AC8C-190D-7B76-3966B00DB02B}"/>
          </ac:spMkLst>
        </pc:spChg>
        <pc:spChg chg="add mod">
          <ac:chgData name="Samaj, Tomas" userId="24ba87dd-e0d6-46e4-b32b-c6bf33e42df2" providerId="ADAL" clId="{7B1B8F56-5866-4008-9BBB-243D261A6A02}" dt="2026-02-23T18:42:44.437" v="6790" actId="790"/>
          <ac:spMkLst>
            <pc:docMk/>
            <pc:sldMk cId="3140400597" sldId="383"/>
            <ac:spMk id="16" creationId="{B45CE2EF-2407-2273-68BA-8AD58AF76810}"/>
          </ac:spMkLst>
        </pc:spChg>
      </pc:sldChg>
      <pc:sldChg chg="modSp mod">
        <pc:chgData name="Samaj, Tomas" userId="24ba87dd-e0d6-46e4-b32b-c6bf33e42df2" providerId="ADAL" clId="{7B1B8F56-5866-4008-9BBB-243D261A6A02}" dt="2026-02-23T18:42:44.437" v="6790" actId="790"/>
        <pc:sldMkLst>
          <pc:docMk/>
          <pc:sldMk cId="4131214319" sldId="384"/>
        </pc:sldMkLst>
        <pc:spChg chg="mod">
          <ac:chgData name="Samaj, Tomas" userId="24ba87dd-e0d6-46e4-b32b-c6bf33e42df2" providerId="ADAL" clId="{7B1B8F56-5866-4008-9BBB-243D261A6A02}" dt="2026-02-23T18:42:44.437" v="6790" actId="790"/>
          <ac:spMkLst>
            <pc:docMk/>
            <pc:sldMk cId="4131214319" sldId="384"/>
            <ac:spMk id="4" creationId="{7B71728F-D998-4870-A3B1-900DC45F986A}"/>
          </ac:spMkLst>
        </pc:spChg>
        <pc:spChg chg="mod">
          <ac:chgData name="Samaj, Tomas" userId="24ba87dd-e0d6-46e4-b32b-c6bf33e42df2" providerId="ADAL" clId="{7B1B8F56-5866-4008-9BBB-243D261A6A02}" dt="2026-02-22T11:28:13.781" v="5130" actId="790"/>
          <ac:spMkLst>
            <pc:docMk/>
            <pc:sldMk cId="4131214319" sldId="384"/>
            <ac:spMk id="5" creationId="{C60F9F7A-1900-EFE0-7443-8BED28A25B7F}"/>
          </ac:spMkLst>
        </pc:spChg>
        <pc:spChg chg="mod">
          <ac:chgData name="Samaj, Tomas" userId="24ba87dd-e0d6-46e4-b32b-c6bf33e42df2" providerId="ADAL" clId="{7B1B8F56-5866-4008-9BBB-243D261A6A02}" dt="2026-02-23T18:42:44.437" v="6790" actId="790"/>
          <ac:spMkLst>
            <pc:docMk/>
            <pc:sldMk cId="4131214319" sldId="384"/>
            <ac:spMk id="8" creationId="{9BAD3FDB-F358-F1CE-08AE-0979088870E9}"/>
          </ac:spMkLst>
        </pc:spChg>
        <pc:spChg chg="mod">
          <ac:chgData name="Samaj, Tomas" userId="24ba87dd-e0d6-46e4-b32b-c6bf33e42df2" providerId="ADAL" clId="{7B1B8F56-5866-4008-9BBB-243D261A6A02}" dt="2026-02-23T18:42:44.437" v="6790" actId="790"/>
          <ac:spMkLst>
            <pc:docMk/>
            <pc:sldMk cId="4131214319" sldId="384"/>
            <ac:spMk id="26" creationId="{938CB036-60D9-5477-DE92-047C38BAA575}"/>
          </ac:spMkLst>
        </pc:spChg>
        <pc:spChg chg="mod">
          <ac:chgData name="Samaj, Tomas" userId="24ba87dd-e0d6-46e4-b32b-c6bf33e42df2" providerId="ADAL" clId="{7B1B8F56-5866-4008-9BBB-243D261A6A02}" dt="2026-02-23T18:42:44.437" v="6790" actId="790"/>
          <ac:spMkLst>
            <pc:docMk/>
            <pc:sldMk cId="4131214319" sldId="384"/>
            <ac:spMk id="28" creationId="{661EEBE4-2C1C-0943-8556-9B358C91AD1F}"/>
          </ac:spMkLst>
        </pc:spChg>
        <pc:spChg chg="mod">
          <ac:chgData name="Samaj, Tomas" userId="24ba87dd-e0d6-46e4-b32b-c6bf33e42df2" providerId="ADAL" clId="{7B1B8F56-5866-4008-9BBB-243D261A6A02}" dt="2026-02-22T11:28:13.781" v="5130" actId="790"/>
          <ac:spMkLst>
            <pc:docMk/>
            <pc:sldMk cId="4131214319" sldId="384"/>
            <ac:spMk id="29" creationId="{5D8DB5D3-699A-B533-2352-6B0E88E1D6DF}"/>
          </ac:spMkLst>
        </pc:spChg>
        <pc:spChg chg="mod">
          <ac:chgData name="Samaj, Tomas" userId="24ba87dd-e0d6-46e4-b32b-c6bf33e42df2" providerId="ADAL" clId="{7B1B8F56-5866-4008-9BBB-243D261A6A02}" dt="2026-02-23T18:42:44.437" v="6790" actId="790"/>
          <ac:spMkLst>
            <pc:docMk/>
            <pc:sldMk cId="4131214319" sldId="384"/>
            <ac:spMk id="30" creationId="{F556A301-FE47-8EAB-1AE7-ECF408D9C4E1}"/>
          </ac:spMkLst>
        </pc:spChg>
        <pc:spChg chg="mod">
          <ac:chgData name="Samaj, Tomas" userId="24ba87dd-e0d6-46e4-b32b-c6bf33e42df2" providerId="ADAL" clId="{7B1B8F56-5866-4008-9BBB-243D261A6A02}" dt="2026-02-23T18:42:44.437" v="6790" actId="790"/>
          <ac:spMkLst>
            <pc:docMk/>
            <pc:sldMk cId="4131214319" sldId="384"/>
            <ac:spMk id="31" creationId="{7C344FA9-1B32-0756-FFD5-3B1CB7BC3BFC}"/>
          </ac:spMkLst>
        </pc:spChg>
        <pc:spChg chg="mod">
          <ac:chgData name="Samaj, Tomas" userId="24ba87dd-e0d6-46e4-b32b-c6bf33e42df2" providerId="ADAL" clId="{7B1B8F56-5866-4008-9BBB-243D261A6A02}" dt="2026-02-23T18:42:44.437" v="6790" actId="790"/>
          <ac:spMkLst>
            <pc:docMk/>
            <pc:sldMk cId="4131214319" sldId="384"/>
            <ac:spMk id="32" creationId="{0C4C7C28-1329-5474-8209-AF915C789A26}"/>
          </ac:spMkLst>
        </pc:spChg>
        <pc:spChg chg="mod">
          <ac:chgData name="Samaj, Tomas" userId="24ba87dd-e0d6-46e4-b32b-c6bf33e42df2" providerId="ADAL" clId="{7B1B8F56-5866-4008-9BBB-243D261A6A02}" dt="2026-02-23T18:42:44.437" v="6790" actId="790"/>
          <ac:spMkLst>
            <pc:docMk/>
            <pc:sldMk cId="4131214319" sldId="384"/>
            <ac:spMk id="34" creationId="{887A107C-2F22-68EB-788A-E00230EFA278}"/>
          </ac:spMkLst>
        </pc:spChg>
        <pc:spChg chg="mod">
          <ac:chgData name="Samaj, Tomas" userId="24ba87dd-e0d6-46e4-b32b-c6bf33e42df2" providerId="ADAL" clId="{7B1B8F56-5866-4008-9BBB-243D261A6A02}" dt="2026-02-23T18:42:44.437" v="6790" actId="790"/>
          <ac:spMkLst>
            <pc:docMk/>
            <pc:sldMk cId="4131214319" sldId="384"/>
            <ac:spMk id="36" creationId="{6C668B68-FFFA-56EE-C341-2BC211CB45E4}"/>
          </ac:spMkLst>
        </pc:spChg>
        <pc:spChg chg="mod">
          <ac:chgData name="Samaj, Tomas" userId="24ba87dd-e0d6-46e4-b32b-c6bf33e42df2" providerId="ADAL" clId="{7B1B8F56-5866-4008-9BBB-243D261A6A02}" dt="2026-02-23T18:42:44.437" v="6790" actId="790"/>
          <ac:spMkLst>
            <pc:docMk/>
            <pc:sldMk cId="4131214319" sldId="384"/>
            <ac:spMk id="37" creationId="{94E117C3-24F0-04B9-5B1E-30EAAA4B5AFB}"/>
          </ac:spMkLst>
        </pc:spChg>
      </pc:sldChg>
      <pc:sldChg chg="modSp mod">
        <pc:chgData name="Samaj, Tomas" userId="24ba87dd-e0d6-46e4-b32b-c6bf33e42df2" providerId="ADAL" clId="{7B1B8F56-5866-4008-9BBB-243D261A6A02}" dt="2026-02-23T18:42:44.437" v="6790" actId="790"/>
        <pc:sldMkLst>
          <pc:docMk/>
          <pc:sldMk cId="2484996619" sldId="385"/>
        </pc:sldMkLst>
        <pc:spChg chg="mod">
          <ac:chgData name="Samaj, Tomas" userId="24ba87dd-e0d6-46e4-b32b-c6bf33e42df2" providerId="ADAL" clId="{7B1B8F56-5866-4008-9BBB-243D261A6A02}" dt="2026-02-22T11:28:13.781" v="5130" actId="790"/>
          <ac:spMkLst>
            <pc:docMk/>
            <pc:sldMk cId="2484996619" sldId="385"/>
            <ac:spMk id="4" creationId="{E00FE36E-CCFD-9CB9-950F-234E367D5F4D}"/>
          </ac:spMkLst>
        </pc:spChg>
        <pc:spChg chg="mod">
          <ac:chgData name="Samaj, Tomas" userId="24ba87dd-e0d6-46e4-b32b-c6bf33e42df2" providerId="ADAL" clId="{7B1B8F56-5866-4008-9BBB-243D261A6A02}" dt="2026-02-23T18:42:44.437" v="6790" actId="790"/>
          <ac:spMkLst>
            <pc:docMk/>
            <pc:sldMk cId="2484996619" sldId="385"/>
            <ac:spMk id="5" creationId="{16BBC98E-C254-0699-FF2A-0E8EE8AB05B6}"/>
          </ac:spMkLst>
        </pc:spChg>
        <pc:spChg chg="mod">
          <ac:chgData name="Samaj, Tomas" userId="24ba87dd-e0d6-46e4-b32b-c6bf33e42df2" providerId="ADAL" clId="{7B1B8F56-5866-4008-9BBB-243D261A6A02}" dt="2026-02-23T18:42:44.437" v="6790" actId="790"/>
          <ac:spMkLst>
            <pc:docMk/>
            <pc:sldMk cId="2484996619" sldId="385"/>
            <ac:spMk id="7" creationId="{4D33C7A0-6204-EE22-4AD6-740E05DD2EF9}"/>
          </ac:spMkLst>
        </pc:spChg>
        <pc:spChg chg="mod">
          <ac:chgData name="Samaj, Tomas" userId="24ba87dd-e0d6-46e4-b32b-c6bf33e42df2" providerId="ADAL" clId="{7B1B8F56-5866-4008-9BBB-243D261A6A02}" dt="2026-02-23T18:42:44.437" v="6790" actId="790"/>
          <ac:spMkLst>
            <pc:docMk/>
            <pc:sldMk cId="2484996619" sldId="385"/>
            <ac:spMk id="8" creationId="{0B9E3232-6B35-4512-5BFB-9990ABA9E7D9}"/>
          </ac:spMkLst>
        </pc:spChg>
        <pc:spChg chg="mod">
          <ac:chgData name="Samaj, Tomas" userId="24ba87dd-e0d6-46e4-b32b-c6bf33e42df2" providerId="ADAL" clId="{7B1B8F56-5866-4008-9BBB-243D261A6A02}" dt="2026-02-23T18:42:44.437" v="6790" actId="790"/>
          <ac:spMkLst>
            <pc:docMk/>
            <pc:sldMk cId="2484996619" sldId="385"/>
            <ac:spMk id="9" creationId="{4B8D6186-ADC1-E35B-4C4D-9BA12A368361}"/>
          </ac:spMkLst>
        </pc:spChg>
        <pc:spChg chg="mod">
          <ac:chgData name="Samaj, Tomas" userId="24ba87dd-e0d6-46e4-b32b-c6bf33e42df2" providerId="ADAL" clId="{7B1B8F56-5866-4008-9BBB-243D261A6A02}" dt="2026-02-23T18:42:44.437" v="6790" actId="790"/>
          <ac:spMkLst>
            <pc:docMk/>
            <pc:sldMk cId="2484996619" sldId="385"/>
            <ac:spMk id="10" creationId="{A0D54D3A-B8DF-7300-0875-B990DBC57B00}"/>
          </ac:spMkLst>
        </pc:spChg>
        <pc:spChg chg="mod">
          <ac:chgData name="Samaj, Tomas" userId="24ba87dd-e0d6-46e4-b32b-c6bf33e42df2" providerId="ADAL" clId="{7B1B8F56-5866-4008-9BBB-243D261A6A02}" dt="2026-02-23T18:42:44.437" v="6790" actId="790"/>
          <ac:spMkLst>
            <pc:docMk/>
            <pc:sldMk cId="2484996619" sldId="385"/>
            <ac:spMk id="12" creationId="{AC4C9947-8EBA-81B3-CEB7-8ABC2E7558F9}"/>
          </ac:spMkLst>
        </pc:spChg>
        <pc:spChg chg="mod">
          <ac:chgData name="Samaj, Tomas" userId="24ba87dd-e0d6-46e4-b32b-c6bf33e42df2" providerId="ADAL" clId="{7B1B8F56-5866-4008-9BBB-243D261A6A02}" dt="2026-02-23T18:42:44.437" v="6790" actId="790"/>
          <ac:spMkLst>
            <pc:docMk/>
            <pc:sldMk cId="2484996619" sldId="385"/>
            <ac:spMk id="13" creationId="{C8AB673D-2E0C-9BA4-A35A-86BB0F0B059E}"/>
          </ac:spMkLst>
        </pc:spChg>
        <pc:spChg chg="mod">
          <ac:chgData name="Samaj, Tomas" userId="24ba87dd-e0d6-46e4-b32b-c6bf33e42df2" providerId="ADAL" clId="{7B1B8F56-5866-4008-9BBB-243D261A6A02}" dt="2026-02-23T18:42:44.437" v="6790" actId="790"/>
          <ac:spMkLst>
            <pc:docMk/>
            <pc:sldMk cId="2484996619" sldId="385"/>
            <ac:spMk id="14" creationId="{F987BB6F-BF60-6924-F810-E454490300EB}"/>
          </ac:spMkLst>
        </pc:spChg>
        <pc:spChg chg="mod">
          <ac:chgData name="Samaj, Tomas" userId="24ba87dd-e0d6-46e4-b32b-c6bf33e42df2" providerId="ADAL" clId="{7B1B8F56-5866-4008-9BBB-243D261A6A02}" dt="2026-02-23T18:42:44.437" v="6790" actId="790"/>
          <ac:spMkLst>
            <pc:docMk/>
            <pc:sldMk cId="2484996619" sldId="385"/>
            <ac:spMk id="15" creationId="{F3AFA51A-50C1-FC25-BB89-7B23FF296783}"/>
          </ac:spMkLst>
        </pc:spChg>
        <pc:spChg chg="mod">
          <ac:chgData name="Samaj, Tomas" userId="24ba87dd-e0d6-46e4-b32b-c6bf33e42df2" providerId="ADAL" clId="{7B1B8F56-5866-4008-9BBB-243D261A6A02}" dt="2026-02-23T18:42:44.437" v="6790" actId="790"/>
          <ac:spMkLst>
            <pc:docMk/>
            <pc:sldMk cId="2484996619" sldId="385"/>
            <ac:spMk id="16" creationId="{4E86E49C-BE2C-7943-A5A5-A547E45D0FC0}"/>
          </ac:spMkLst>
        </pc:spChg>
        <pc:spChg chg="mod">
          <ac:chgData name="Samaj, Tomas" userId="24ba87dd-e0d6-46e4-b32b-c6bf33e42df2" providerId="ADAL" clId="{7B1B8F56-5866-4008-9BBB-243D261A6A02}" dt="2026-02-22T11:28:13.781" v="5130" actId="790"/>
          <ac:spMkLst>
            <pc:docMk/>
            <pc:sldMk cId="2484996619" sldId="385"/>
            <ac:spMk id="24" creationId="{BDB711E9-ECCF-AB62-51D4-90189585D79D}"/>
          </ac:spMkLst>
        </pc:spChg>
      </pc:sldChg>
      <pc:sldChg chg="modSp mod">
        <pc:chgData name="Samaj, Tomas" userId="24ba87dd-e0d6-46e4-b32b-c6bf33e42df2" providerId="ADAL" clId="{7B1B8F56-5866-4008-9BBB-243D261A6A02}" dt="2026-02-23T18:43:22.315" v="6791" actId="20577"/>
        <pc:sldMkLst>
          <pc:docMk/>
          <pc:sldMk cId="2319766726" sldId="387"/>
        </pc:sldMkLst>
        <pc:spChg chg="mod">
          <ac:chgData name="Samaj, Tomas" userId="24ba87dd-e0d6-46e4-b32b-c6bf33e42df2" providerId="ADAL" clId="{7B1B8F56-5866-4008-9BBB-243D261A6A02}" dt="2026-02-23T18:42:44.437" v="6790" actId="790"/>
          <ac:spMkLst>
            <pc:docMk/>
            <pc:sldMk cId="2319766726" sldId="387"/>
            <ac:spMk id="2" creationId="{A8A69676-1BE2-202A-001D-DC3B63A64680}"/>
          </ac:spMkLst>
        </pc:spChg>
        <pc:spChg chg="mod">
          <ac:chgData name="Samaj, Tomas" userId="24ba87dd-e0d6-46e4-b32b-c6bf33e42df2" providerId="ADAL" clId="{7B1B8F56-5866-4008-9BBB-243D261A6A02}" dt="2026-02-23T18:42:44.437" v="6790" actId="790"/>
          <ac:spMkLst>
            <pc:docMk/>
            <pc:sldMk cId="2319766726" sldId="387"/>
            <ac:spMk id="5" creationId="{C6343C4B-AED3-3C43-5451-E19ED1FAED51}"/>
          </ac:spMkLst>
        </pc:spChg>
        <pc:spChg chg="mod">
          <ac:chgData name="Samaj, Tomas" userId="24ba87dd-e0d6-46e4-b32b-c6bf33e42df2" providerId="ADAL" clId="{7B1B8F56-5866-4008-9BBB-243D261A6A02}" dt="2026-02-23T18:42:44.437" v="6790" actId="790"/>
          <ac:spMkLst>
            <pc:docMk/>
            <pc:sldMk cId="2319766726" sldId="387"/>
            <ac:spMk id="7" creationId="{4A7DFA16-2B3B-3040-52A5-B1E5D92CF1E7}"/>
          </ac:spMkLst>
        </pc:spChg>
        <pc:spChg chg="mod">
          <ac:chgData name="Samaj, Tomas" userId="24ba87dd-e0d6-46e4-b32b-c6bf33e42df2" providerId="ADAL" clId="{7B1B8F56-5866-4008-9BBB-243D261A6A02}" dt="2026-02-23T18:39:50.599" v="6747" actId="20577"/>
          <ac:spMkLst>
            <pc:docMk/>
            <pc:sldMk cId="2319766726" sldId="387"/>
            <ac:spMk id="9" creationId="{B0B412E5-7531-29F1-15F9-97493EC6EABC}"/>
          </ac:spMkLst>
        </pc:spChg>
        <pc:spChg chg="mod">
          <ac:chgData name="Samaj, Tomas" userId="24ba87dd-e0d6-46e4-b32b-c6bf33e42df2" providerId="ADAL" clId="{7B1B8F56-5866-4008-9BBB-243D261A6A02}" dt="2026-02-23T18:42:44.437" v="6790" actId="790"/>
          <ac:spMkLst>
            <pc:docMk/>
            <pc:sldMk cId="2319766726" sldId="387"/>
            <ac:spMk id="13" creationId="{119176B5-5701-3283-6409-D42A72B5E3F5}"/>
          </ac:spMkLst>
        </pc:spChg>
        <pc:spChg chg="mod">
          <ac:chgData name="Samaj, Tomas" userId="24ba87dd-e0d6-46e4-b32b-c6bf33e42df2" providerId="ADAL" clId="{7B1B8F56-5866-4008-9BBB-243D261A6A02}" dt="2026-02-23T18:42:44.437" v="6790" actId="790"/>
          <ac:spMkLst>
            <pc:docMk/>
            <pc:sldMk cId="2319766726" sldId="387"/>
            <ac:spMk id="19" creationId="{E3A51982-A0D9-A198-7AAC-72220A0493FC}"/>
          </ac:spMkLst>
        </pc:spChg>
        <pc:spChg chg="mod">
          <ac:chgData name="Samaj, Tomas" userId="24ba87dd-e0d6-46e4-b32b-c6bf33e42df2" providerId="ADAL" clId="{7B1B8F56-5866-4008-9BBB-243D261A6A02}" dt="2026-02-23T18:43:22.315" v="6791" actId="20577"/>
          <ac:spMkLst>
            <pc:docMk/>
            <pc:sldMk cId="2319766726" sldId="387"/>
            <ac:spMk id="30" creationId="{C79A77AA-DD29-F19F-3407-8CFCC78B14DB}"/>
          </ac:spMkLst>
        </pc:spChg>
        <pc:spChg chg="mod">
          <ac:chgData name="Samaj, Tomas" userId="24ba87dd-e0d6-46e4-b32b-c6bf33e42df2" providerId="ADAL" clId="{7B1B8F56-5866-4008-9BBB-243D261A6A02}" dt="2026-02-23T18:42:44.437" v="6790" actId="790"/>
          <ac:spMkLst>
            <pc:docMk/>
            <pc:sldMk cId="2319766726" sldId="387"/>
            <ac:spMk id="34" creationId="{65DE1753-080B-332F-1A56-FED2FEE120C7}"/>
          </ac:spMkLst>
        </pc:spChg>
        <pc:spChg chg="mod">
          <ac:chgData name="Samaj, Tomas" userId="24ba87dd-e0d6-46e4-b32b-c6bf33e42df2" providerId="ADAL" clId="{7B1B8F56-5866-4008-9BBB-243D261A6A02}" dt="2026-02-23T18:42:44.437" v="6790" actId="790"/>
          <ac:spMkLst>
            <pc:docMk/>
            <pc:sldMk cId="2319766726" sldId="387"/>
            <ac:spMk id="35" creationId="{FDF8D616-3EDA-256F-FCA1-0BF46D5F1D79}"/>
          </ac:spMkLst>
        </pc:spChg>
        <pc:spChg chg="mod">
          <ac:chgData name="Samaj, Tomas" userId="24ba87dd-e0d6-46e4-b32b-c6bf33e42df2" providerId="ADAL" clId="{7B1B8F56-5866-4008-9BBB-243D261A6A02}" dt="2026-02-23T18:42:44.437" v="6790" actId="790"/>
          <ac:spMkLst>
            <pc:docMk/>
            <pc:sldMk cId="2319766726" sldId="387"/>
            <ac:spMk id="40" creationId="{7A2099C1-531B-70E2-D7FC-DD337863C726}"/>
          </ac:spMkLst>
        </pc:spChg>
        <pc:spChg chg="mod">
          <ac:chgData name="Samaj, Tomas" userId="24ba87dd-e0d6-46e4-b32b-c6bf33e42df2" providerId="ADAL" clId="{7B1B8F56-5866-4008-9BBB-243D261A6A02}" dt="2026-02-23T18:42:44.437" v="6790" actId="790"/>
          <ac:spMkLst>
            <pc:docMk/>
            <pc:sldMk cId="2319766726" sldId="387"/>
            <ac:spMk id="41" creationId="{8C4CA04B-897F-4840-B35C-43A0E89CC382}"/>
          </ac:spMkLst>
        </pc:spChg>
        <pc:spChg chg="mod">
          <ac:chgData name="Samaj, Tomas" userId="24ba87dd-e0d6-46e4-b32b-c6bf33e42df2" providerId="ADAL" clId="{7B1B8F56-5866-4008-9BBB-243D261A6A02}" dt="2026-02-23T18:42:44.437" v="6790" actId="790"/>
          <ac:spMkLst>
            <pc:docMk/>
            <pc:sldMk cId="2319766726" sldId="387"/>
            <ac:spMk id="42" creationId="{02A790E0-FE04-4DF0-BF1D-A6924E593056}"/>
          </ac:spMkLst>
        </pc:spChg>
      </pc:sldChg>
      <pc:sldChg chg="modSp mod">
        <pc:chgData name="Samaj, Tomas" userId="24ba87dd-e0d6-46e4-b32b-c6bf33e42df2" providerId="ADAL" clId="{7B1B8F56-5866-4008-9BBB-243D261A6A02}" dt="2026-02-23T18:42:44.437" v="6790" actId="790"/>
        <pc:sldMkLst>
          <pc:docMk/>
          <pc:sldMk cId="1014825718" sldId="388"/>
        </pc:sldMkLst>
        <pc:spChg chg="mod">
          <ac:chgData name="Samaj, Tomas" userId="24ba87dd-e0d6-46e4-b32b-c6bf33e42df2" providerId="ADAL" clId="{7B1B8F56-5866-4008-9BBB-243D261A6A02}" dt="2026-02-23T18:42:44.437" v="6790" actId="790"/>
          <ac:spMkLst>
            <pc:docMk/>
            <pc:sldMk cId="1014825718" sldId="388"/>
            <ac:spMk id="8" creationId="{7DF11CC8-CBF3-DF3C-75AE-365FDFFD94D9}"/>
          </ac:spMkLst>
        </pc:spChg>
        <pc:spChg chg="mod">
          <ac:chgData name="Samaj, Tomas" userId="24ba87dd-e0d6-46e4-b32b-c6bf33e42df2" providerId="ADAL" clId="{7B1B8F56-5866-4008-9BBB-243D261A6A02}" dt="2026-02-23T18:42:44.437" v="6790" actId="790"/>
          <ac:spMkLst>
            <pc:docMk/>
            <pc:sldMk cId="1014825718" sldId="388"/>
            <ac:spMk id="12" creationId="{A37650CA-5D0B-60F0-9E77-FA5193CE9EC0}"/>
          </ac:spMkLst>
        </pc:spChg>
        <pc:spChg chg="mod">
          <ac:chgData name="Samaj, Tomas" userId="24ba87dd-e0d6-46e4-b32b-c6bf33e42df2" providerId="ADAL" clId="{7B1B8F56-5866-4008-9BBB-243D261A6A02}" dt="2026-02-23T18:42:44.437" v="6790" actId="790"/>
          <ac:spMkLst>
            <pc:docMk/>
            <pc:sldMk cId="1014825718" sldId="388"/>
            <ac:spMk id="22" creationId="{18FADF77-B4F4-CB48-A5E4-AE0F6C6270D5}"/>
          </ac:spMkLst>
        </pc:spChg>
        <pc:spChg chg="mod">
          <ac:chgData name="Samaj, Tomas" userId="24ba87dd-e0d6-46e4-b32b-c6bf33e42df2" providerId="ADAL" clId="{7B1B8F56-5866-4008-9BBB-243D261A6A02}" dt="2026-02-23T18:42:44.437" v="6790" actId="790"/>
          <ac:spMkLst>
            <pc:docMk/>
            <pc:sldMk cId="1014825718" sldId="388"/>
            <ac:spMk id="23" creationId="{77B9CF43-09A6-99CE-A06A-D5A62F6C8B23}"/>
          </ac:spMkLst>
        </pc:spChg>
        <pc:spChg chg="mod">
          <ac:chgData name="Samaj, Tomas" userId="24ba87dd-e0d6-46e4-b32b-c6bf33e42df2" providerId="ADAL" clId="{7B1B8F56-5866-4008-9BBB-243D261A6A02}" dt="2026-02-23T18:42:44.437" v="6790" actId="790"/>
          <ac:spMkLst>
            <pc:docMk/>
            <pc:sldMk cId="1014825718" sldId="388"/>
            <ac:spMk id="24" creationId="{2EC06AEF-C2C2-54E7-C18F-863679077515}"/>
          </ac:spMkLst>
        </pc:spChg>
        <pc:spChg chg="mod">
          <ac:chgData name="Samaj, Tomas" userId="24ba87dd-e0d6-46e4-b32b-c6bf33e42df2" providerId="ADAL" clId="{7B1B8F56-5866-4008-9BBB-243D261A6A02}" dt="2026-02-23T18:42:44.437" v="6790" actId="790"/>
          <ac:spMkLst>
            <pc:docMk/>
            <pc:sldMk cId="1014825718" sldId="388"/>
            <ac:spMk id="30" creationId="{E2CD96D0-0662-2DAC-5367-71E7ABEDF747}"/>
          </ac:spMkLst>
        </pc:spChg>
        <pc:spChg chg="mod">
          <ac:chgData name="Samaj, Tomas" userId="24ba87dd-e0d6-46e4-b32b-c6bf33e42df2" providerId="ADAL" clId="{7B1B8F56-5866-4008-9BBB-243D261A6A02}" dt="2026-02-23T18:42:44.437" v="6790" actId="790"/>
          <ac:spMkLst>
            <pc:docMk/>
            <pc:sldMk cId="1014825718" sldId="388"/>
            <ac:spMk id="31" creationId="{B3337035-6B84-6757-5588-4CA3336AC6C7}"/>
          </ac:spMkLst>
        </pc:spChg>
        <pc:spChg chg="mod">
          <ac:chgData name="Samaj, Tomas" userId="24ba87dd-e0d6-46e4-b32b-c6bf33e42df2" providerId="ADAL" clId="{7B1B8F56-5866-4008-9BBB-243D261A6A02}" dt="2026-02-23T18:42:44.437" v="6790" actId="790"/>
          <ac:spMkLst>
            <pc:docMk/>
            <pc:sldMk cId="1014825718" sldId="388"/>
            <ac:spMk id="32" creationId="{426FE21C-D301-FB6B-A585-A674E688E5D5}"/>
          </ac:spMkLst>
        </pc:spChg>
        <pc:spChg chg="mod">
          <ac:chgData name="Samaj, Tomas" userId="24ba87dd-e0d6-46e4-b32b-c6bf33e42df2" providerId="ADAL" clId="{7B1B8F56-5866-4008-9BBB-243D261A6A02}" dt="2026-02-23T18:42:44.437" v="6790" actId="790"/>
          <ac:spMkLst>
            <pc:docMk/>
            <pc:sldMk cId="1014825718" sldId="388"/>
            <ac:spMk id="33" creationId="{F44024F5-7CE5-6802-ECFE-2DD76EA70998}"/>
          </ac:spMkLst>
        </pc:spChg>
        <pc:spChg chg="mod">
          <ac:chgData name="Samaj, Tomas" userId="24ba87dd-e0d6-46e4-b32b-c6bf33e42df2" providerId="ADAL" clId="{7B1B8F56-5866-4008-9BBB-243D261A6A02}" dt="2026-02-23T18:42:44.437" v="6790" actId="790"/>
          <ac:spMkLst>
            <pc:docMk/>
            <pc:sldMk cId="1014825718" sldId="388"/>
            <ac:spMk id="34" creationId="{DE5065DD-BE3B-3F33-2B25-00F4A468DEB0}"/>
          </ac:spMkLst>
        </pc:spChg>
      </pc:sldChg>
      <pc:sldChg chg="addSp delSp modSp mod">
        <pc:chgData name="Samaj, Tomas" userId="24ba87dd-e0d6-46e4-b32b-c6bf33e42df2" providerId="ADAL" clId="{7B1B8F56-5866-4008-9BBB-243D261A6A02}" dt="2026-02-23T18:42:44.437" v="6790" actId="790"/>
        <pc:sldMkLst>
          <pc:docMk/>
          <pc:sldMk cId="1886474214" sldId="389"/>
        </pc:sldMkLst>
        <pc:spChg chg="mod">
          <ac:chgData name="Samaj, Tomas" userId="24ba87dd-e0d6-46e4-b32b-c6bf33e42df2" providerId="ADAL" clId="{7B1B8F56-5866-4008-9BBB-243D261A6A02}" dt="2026-02-23T18:42:44.437" v="6790" actId="790"/>
          <ac:spMkLst>
            <pc:docMk/>
            <pc:sldMk cId="1886474214" sldId="389"/>
            <ac:spMk id="2" creationId="{23E65055-79EC-058A-575F-8B8AA5B70125}"/>
          </ac:spMkLst>
        </pc:spChg>
        <pc:spChg chg="mod">
          <ac:chgData name="Samaj, Tomas" userId="24ba87dd-e0d6-46e4-b32b-c6bf33e42df2" providerId="ADAL" clId="{7B1B8F56-5866-4008-9BBB-243D261A6A02}" dt="2026-02-23T18:42:44.437" v="6790" actId="790"/>
          <ac:spMkLst>
            <pc:docMk/>
            <pc:sldMk cId="1886474214" sldId="389"/>
            <ac:spMk id="4" creationId="{155BB847-68CB-E39F-398A-59F095194013}"/>
          </ac:spMkLst>
        </pc:spChg>
        <pc:spChg chg="mod">
          <ac:chgData name="Samaj, Tomas" userId="24ba87dd-e0d6-46e4-b32b-c6bf33e42df2" providerId="ADAL" clId="{7B1B8F56-5866-4008-9BBB-243D261A6A02}" dt="2026-02-23T18:42:44.437" v="6790" actId="790"/>
          <ac:spMkLst>
            <pc:docMk/>
            <pc:sldMk cId="1886474214" sldId="389"/>
            <ac:spMk id="5" creationId="{24F73319-5C89-0533-6D40-C7803EB5B48D}"/>
          </ac:spMkLst>
        </pc:spChg>
        <pc:spChg chg="mod topLvl">
          <ac:chgData name="Samaj, Tomas" userId="24ba87dd-e0d6-46e4-b32b-c6bf33e42df2" providerId="ADAL" clId="{7B1B8F56-5866-4008-9BBB-243D261A6A02}" dt="2026-02-23T18:42:44.437" v="6790" actId="790"/>
          <ac:spMkLst>
            <pc:docMk/>
            <pc:sldMk cId="1886474214" sldId="389"/>
            <ac:spMk id="16" creationId="{54494284-39F7-AFF5-212A-B4A2D13EBEDE}"/>
          </ac:spMkLst>
        </pc:spChg>
        <pc:spChg chg="add mod">
          <ac:chgData name="Samaj, Tomas" userId="24ba87dd-e0d6-46e4-b32b-c6bf33e42df2" providerId="ADAL" clId="{7B1B8F56-5866-4008-9BBB-243D261A6A02}" dt="2026-02-23T18:42:44.437" v="6790" actId="790"/>
          <ac:spMkLst>
            <pc:docMk/>
            <pc:sldMk cId="1886474214" sldId="389"/>
            <ac:spMk id="18" creationId="{CE43C36F-7B5D-6D9E-F01A-0D21973A0410}"/>
          </ac:spMkLst>
        </pc:spChg>
        <pc:spChg chg="add mod">
          <ac:chgData name="Samaj, Tomas" userId="24ba87dd-e0d6-46e4-b32b-c6bf33e42df2" providerId="ADAL" clId="{7B1B8F56-5866-4008-9BBB-243D261A6A02}" dt="2026-02-23T18:42:44.437" v="6790" actId="790"/>
          <ac:spMkLst>
            <pc:docMk/>
            <pc:sldMk cId="1886474214" sldId="389"/>
            <ac:spMk id="19" creationId="{BD0D009B-8F29-D4A4-35B9-E3D68CAF9379}"/>
          </ac:spMkLst>
        </pc:spChg>
        <pc:spChg chg="add mod">
          <ac:chgData name="Samaj, Tomas" userId="24ba87dd-e0d6-46e4-b32b-c6bf33e42df2" providerId="ADAL" clId="{7B1B8F56-5866-4008-9BBB-243D261A6A02}" dt="2026-02-23T18:42:44.437" v="6790" actId="790"/>
          <ac:spMkLst>
            <pc:docMk/>
            <pc:sldMk cId="1886474214" sldId="389"/>
            <ac:spMk id="21" creationId="{503914C6-FD6A-4E6A-F2AD-CBED89903D94}"/>
          </ac:spMkLst>
        </pc:spChg>
        <pc:spChg chg="add mod">
          <ac:chgData name="Samaj, Tomas" userId="24ba87dd-e0d6-46e4-b32b-c6bf33e42df2" providerId="ADAL" clId="{7B1B8F56-5866-4008-9BBB-243D261A6A02}" dt="2026-02-23T18:42:44.437" v="6790" actId="790"/>
          <ac:spMkLst>
            <pc:docMk/>
            <pc:sldMk cId="1886474214" sldId="389"/>
            <ac:spMk id="27" creationId="{CCED12BD-E4A8-2E7D-99E6-C11E5FEDD9A1}"/>
          </ac:spMkLst>
        </pc:spChg>
        <pc:spChg chg="add mod">
          <ac:chgData name="Samaj, Tomas" userId="24ba87dd-e0d6-46e4-b32b-c6bf33e42df2" providerId="ADAL" clId="{7B1B8F56-5866-4008-9BBB-243D261A6A02}" dt="2026-02-23T18:42:44.437" v="6790" actId="790"/>
          <ac:spMkLst>
            <pc:docMk/>
            <pc:sldMk cId="1886474214" sldId="389"/>
            <ac:spMk id="28" creationId="{29FF4C06-78CD-FD19-A3D3-E07E5E8A2782}"/>
          </ac:spMkLst>
        </pc:spChg>
        <pc:spChg chg="add mod">
          <ac:chgData name="Samaj, Tomas" userId="24ba87dd-e0d6-46e4-b32b-c6bf33e42df2" providerId="ADAL" clId="{7B1B8F56-5866-4008-9BBB-243D261A6A02}" dt="2026-02-23T18:42:44.437" v="6790" actId="790"/>
          <ac:spMkLst>
            <pc:docMk/>
            <pc:sldMk cId="1886474214" sldId="389"/>
            <ac:spMk id="30" creationId="{45B734AC-BAAD-B3D0-D498-63D6C009C470}"/>
          </ac:spMkLst>
        </pc:spChg>
        <pc:picChg chg="mod">
          <ac:chgData name="Samaj, Tomas" userId="24ba87dd-e0d6-46e4-b32b-c6bf33e42df2" providerId="ADAL" clId="{7B1B8F56-5866-4008-9BBB-243D261A6A02}" dt="2026-02-23T17:16:10.379" v="5198" actId="1036"/>
          <ac:picMkLst>
            <pc:docMk/>
            <pc:sldMk cId="1886474214" sldId="389"/>
            <ac:picMk id="6" creationId="{9B1D4F3D-02A9-D087-A2A7-53FA2373815F}"/>
          </ac:picMkLst>
        </pc:picChg>
        <pc:picChg chg="mod topLvl">
          <ac:chgData name="Samaj, Tomas" userId="24ba87dd-e0d6-46e4-b32b-c6bf33e42df2" providerId="ADAL" clId="{7B1B8F56-5866-4008-9BBB-243D261A6A02}" dt="2026-02-23T18:12:41.203" v="6714" actId="1037"/>
          <ac:picMkLst>
            <pc:docMk/>
            <pc:sldMk cId="1886474214" sldId="389"/>
            <ac:picMk id="17" creationId="{8BB46212-C311-7DAC-21B9-3F79A307CBAE}"/>
          </ac:picMkLst>
        </pc:picChg>
        <pc:picChg chg="add mod">
          <ac:chgData name="Samaj, Tomas" userId="24ba87dd-e0d6-46e4-b32b-c6bf33e42df2" providerId="ADAL" clId="{7B1B8F56-5866-4008-9BBB-243D261A6A02}" dt="2026-02-23T18:12:25.196" v="6691" actId="1035"/>
          <ac:picMkLst>
            <pc:docMk/>
            <pc:sldMk cId="1886474214" sldId="389"/>
            <ac:picMk id="20" creationId="{663D38B1-598D-3832-9316-440C8B07A11D}"/>
          </ac:picMkLst>
        </pc:picChg>
        <pc:picChg chg="add del mod">
          <ac:chgData name="Samaj, Tomas" userId="24ba87dd-e0d6-46e4-b32b-c6bf33e42df2" providerId="ADAL" clId="{7B1B8F56-5866-4008-9BBB-243D261A6A02}" dt="2026-02-23T18:12:18.790" v="6683" actId="1036"/>
          <ac:picMkLst>
            <pc:docMk/>
            <pc:sldMk cId="1886474214" sldId="389"/>
            <ac:picMk id="29" creationId="{BB09582A-FF6D-86FC-EC0D-2F2952CBE0E3}"/>
          </ac:picMkLst>
        </pc:picChg>
        <pc:cxnChg chg="mod topLvl">
          <ac:chgData name="Samaj, Tomas" userId="24ba87dd-e0d6-46e4-b32b-c6bf33e42df2" providerId="ADAL" clId="{7B1B8F56-5866-4008-9BBB-243D261A6A02}" dt="2026-02-23T17:27:13.193" v="5410" actId="165"/>
          <ac:cxnSpMkLst>
            <pc:docMk/>
            <pc:sldMk cId="1886474214" sldId="389"/>
            <ac:cxnSpMk id="14" creationId="{9F0C7085-78EA-68A5-8009-5F546F650B6F}"/>
          </ac:cxnSpMkLst>
        </pc:cxnChg>
      </pc:sldChg>
      <pc:sldChg chg="modSp mod">
        <pc:chgData name="Samaj, Tomas" userId="24ba87dd-e0d6-46e4-b32b-c6bf33e42df2" providerId="ADAL" clId="{7B1B8F56-5866-4008-9BBB-243D261A6A02}" dt="2026-02-23T19:03:48.192" v="6793" actId="14100"/>
        <pc:sldMkLst>
          <pc:docMk/>
          <pc:sldMk cId="2596911719" sldId="391"/>
        </pc:sldMkLst>
        <pc:picChg chg="mod">
          <ac:chgData name="Samaj, Tomas" userId="24ba87dd-e0d6-46e4-b32b-c6bf33e42df2" providerId="ADAL" clId="{7B1B8F56-5866-4008-9BBB-243D261A6A02}" dt="2026-02-23T19:03:48.192" v="6793" actId="14100"/>
          <ac:picMkLst>
            <pc:docMk/>
            <pc:sldMk cId="2596911719" sldId="391"/>
            <ac:picMk id="3" creationId="{6E240EFC-C99C-09A2-8637-89D304AD6A42}"/>
          </ac:picMkLst>
        </pc:picChg>
      </pc:sldChg>
      <pc:sldChg chg="modSp mod ord">
        <pc:chgData name="Samaj, Tomas" userId="24ba87dd-e0d6-46e4-b32b-c6bf33e42df2" providerId="ADAL" clId="{7B1B8F56-5866-4008-9BBB-243D261A6A02}" dt="2026-02-24T08:05:58.937" v="6808"/>
        <pc:sldMkLst>
          <pc:docMk/>
          <pc:sldMk cId="3118731813" sldId="392"/>
        </pc:sldMkLst>
        <pc:spChg chg="mod">
          <ac:chgData name="Samaj, Tomas" userId="24ba87dd-e0d6-46e4-b32b-c6bf33e42df2" providerId="ADAL" clId="{7B1B8F56-5866-4008-9BBB-243D261A6A02}" dt="2026-02-24T08:05:53.045" v="6806" actId="20577"/>
          <ac:spMkLst>
            <pc:docMk/>
            <pc:sldMk cId="3118731813" sldId="392"/>
            <ac:spMk id="2" creationId="{CB13C7ED-2024-BA8B-7C54-C9138A0412F6}"/>
          </ac:spMkLst>
        </pc:spChg>
        <pc:spChg chg="mod">
          <ac:chgData name="Samaj, Tomas" userId="24ba87dd-e0d6-46e4-b32b-c6bf33e42df2" providerId="ADAL" clId="{7B1B8F56-5866-4008-9BBB-243D261A6A02}" dt="2026-02-24T08:05:30.843" v="6796" actId="20577"/>
          <ac:spMkLst>
            <pc:docMk/>
            <pc:sldMk cId="3118731813" sldId="392"/>
            <ac:spMk id="4" creationId="{6009AC13-AAC6-780E-7A87-6500510DE0F4}"/>
          </ac:spMkLst>
        </pc:spChg>
        <pc:spChg chg="mod">
          <ac:chgData name="Samaj, Tomas" userId="24ba87dd-e0d6-46e4-b32b-c6bf33e42df2" providerId="ADAL" clId="{7B1B8F56-5866-4008-9BBB-243D261A6A02}" dt="2026-02-24T08:03:41.013" v="6795" actId="113"/>
          <ac:spMkLst>
            <pc:docMk/>
            <pc:sldMk cId="3118731813" sldId="392"/>
            <ac:spMk id="8" creationId="{275CA210-474A-C998-1D4A-4B2268B0B2E2}"/>
          </ac:spMkLst>
        </pc:spChg>
      </pc:sldChg>
      <pc:sldChg chg="modSp mod">
        <pc:chgData name="Samaj, Tomas" userId="24ba87dd-e0d6-46e4-b32b-c6bf33e42df2" providerId="ADAL" clId="{7B1B8F56-5866-4008-9BBB-243D261A6A02}" dt="2026-02-24T08:58:29.206" v="6872" actId="15"/>
        <pc:sldMkLst>
          <pc:docMk/>
          <pc:sldMk cId="3722253740" sldId="393"/>
        </pc:sldMkLst>
        <pc:spChg chg="mod">
          <ac:chgData name="Samaj, Tomas" userId="24ba87dd-e0d6-46e4-b32b-c6bf33e42df2" providerId="ADAL" clId="{7B1B8F56-5866-4008-9BBB-243D261A6A02}" dt="2026-02-24T08:58:29.206" v="6872" actId="15"/>
          <ac:spMkLst>
            <pc:docMk/>
            <pc:sldMk cId="3722253740" sldId="393"/>
            <ac:spMk id="8" creationId="{BF2AB71B-7393-64FB-0796-95A6728777C5}"/>
          </ac:spMkLst>
        </pc:spChg>
        <pc:spChg chg="mod">
          <ac:chgData name="Samaj, Tomas" userId="24ba87dd-e0d6-46e4-b32b-c6bf33e42df2" providerId="ADAL" clId="{7B1B8F56-5866-4008-9BBB-243D261A6A02}" dt="2026-02-24T08:30:34.002" v="6852" actId="20577"/>
          <ac:spMkLst>
            <pc:docMk/>
            <pc:sldMk cId="3722253740" sldId="393"/>
            <ac:spMk id="13" creationId="{F8E5A8F6-EF72-3D39-8C4C-B595E3C8A60F}"/>
          </ac:spMkLst>
        </pc:spChg>
        <pc:spChg chg="mod">
          <ac:chgData name="Samaj, Tomas" userId="24ba87dd-e0d6-46e4-b32b-c6bf33e42df2" providerId="ADAL" clId="{7B1B8F56-5866-4008-9BBB-243D261A6A02}" dt="2026-02-24T08:31:21.705" v="6859" actId="113"/>
          <ac:spMkLst>
            <pc:docMk/>
            <pc:sldMk cId="3722253740" sldId="393"/>
            <ac:spMk id="16" creationId="{17A8A851-EA48-5782-7D00-1402873A91C8}"/>
          </ac:spMkLst>
        </pc:spChg>
      </pc:sldChg>
    </pc:docChg>
  </pc:docChgLst>
  <pc:docChgLst>
    <pc:chgData name="Piacentini, Caterina" userId="f5cc0bf0-ba5e-47a2-9f46-1ab04c78f108" providerId="ADAL" clId="{33458103-1E0D-5382-9B65-34EE54475687}"/>
    <pc:docChg chg="undo redo custSel addSld delSld modSld sldOrd">
      <pc:chgData name="Piacentini, Caterina" userId="f5cc0bf0-ba5e-47a2-9f46-1ab04c78f108" providerId="ADAL" clId="{33458103-1E0D-5382-9B65-34EE54475687}" dt="2026-02-24T10:08:40.249" v="8375" actId="2696"/>
      <pc:docMkLst>
        <pc:docMk/>
      </pc:docMkLst>
      <pc:sldChg chg="addSp delSp modSp mod">
        <pc:chgData name="Piacentini, Caterina" userId="f5cc0bf0-ba5e-47a2-9f46-1ab04c78f108" providerId="ADAL" clId="{33458103-1E0D-5382-9B65-34EE54475687}" dt="2026-02-22T10:05:58.815" v="6497" actId="20577"/>
        <pc:sldMkLst>
          <pc:docMk/>
          <pc:sldMk cId="361736959" sldId="296"/>
        </pc:sldMkLst>
        <pc:spChg chg="mod">
          <ac:chgData name="Piacentini, Caterina" userId="f5cc0bf0-ba5e-47a2-9f46-1ab04c78f108" providerId="ADAL" clId="{33458103-1E0D-5382-9B65-34EE54475687}" dt="2026-02-22T10:05:49.795" v="6493" actId="20577"/>
          <ac:spMkLst>
            <pc:docMk/>
            <pc:sldMk cId="361736959" sldId="296"/>
            <ac:spMk id="2" creationId="{CCAEEFAC-1EC3-D090-ED33-FE7D63E2E118}"/>
          </ac:spMkLst>
        </pc:spChg>
        <pc:spChg chg="mod">
          <ac:chgData name="Piacentini, Caterina" userId="f5cc0bf0-ba5e-47a2-9f46-1ab04c78f108" providerId="ADAL" clId="{33458103-1E0D-5382-9B65-34EE54475687}" dt="2026-02-19T15:29:42.538" v="5429" actId="108"/>
          <ac:spMkLst>
            <pc:docMk/>
            <pc:sldMk cId="361736959" sldId="296"/>
            <ac:spMk id="7" creationId="{BF8651E3-1C12-42EF-900E-7FD32E26282C}"/>
          </ac:spMkLst>
        </pc:spChg>
        <pc:spChg chg="mod">
          <ac:chgData name="Piacentini, Caterina" userId="f5cc0bf0-ba5e-47a2-9f46-1ab04c78f108" providerId="ADAL" clId="{33458103-1E0D-5382-9B65-34EE54475687}" dt="2026-02-22T10:05:44.902" v="6489" actId="20577"/>
          <ac:spMkLst>
            <pc:docMk/>
            <pc:sldMk cId="361736959" sldId="296"/>
            <ac:spMk id="9" creationId="{0A86FFE2-C5A4-D33E-5242-FF5FB6C1E19E}"/>
          </ac:spMkLst>
        </pc:spChg>
        <pc:spChg chg="mod">
          <ac:chgData name="Piacentini, Caterina" userId="f5cc0bf0-ba5e-47a2-9f46-1ab04c78f108" providerId="ADAL" clId="{33458103-1E0D-5382-9B65-34EE54475687}" dt="2026-02-22T10:05:40.661" v="6485" actId="20577"/>
          <ac:spMkLst>
            <pc:docMk/>
            <pc:sldMk cId="361736959" sldId="296"/>
            <ac:spMk id="31" creationId="{9F07FB2F-E780-7DC7-9AA2-DD190F8DE8CF}"/>
          </ac:spMkLst>
        </pc:spChg>
        <pc:spChg chg="mod">
          <ac:chgData name="Piacentini, Caterina" userId="f5cc0bf0-ba5e-47a2-9f46-1ab04c78f108" providerId="ADAL" clId="{33458103-1E0D-5382-9B65-34EE54475687}" dt="2026-02-22T10:05:42.168" v="6486" actId="20577"/>
          <ac:spMkLst>
            <pc:docMk/>
            <pc:sldMk cId="361736959" sldId="296"/>
            <ac:spMk id="32" creationId="{970E8AE1-C503-1217-5863-3C626BE1B311}"/>
          </ac:spMkLst>
        </pc:spChg>
        <pc:spChg chg="mod">
          <ac:chgData name="Piacentini, Caterina" userId="f5cc0bf0-ba5e-47a2-9f46-1ab04c78f108" providerId="ADAL" clId="{33458103-1E0D-5382-9B65-34EE54475687}" dt="2026-02-22T10:05:43.398" v="6487" actId="20577"/>
          <ac:spMkLst>
            <pc:docMk/>
            <pc:sldMk cId="361736959" sldId="296"/>
            <ac:spMk id="33" creationId="{5751F698-5533-8459-909C-EE5E9D1D31E0}"/>
          </ac:spMkLst>
        </pc:spChg>
        <pc:spChg chg="mod">
          <ac:chgData name="Piacentini, Caterina" userId="f5cc0bf0-ba5e-47a2-9f46-1ab04c78f108" providerId="ADAL" clId="{33458103-1E0D-5382-9B65-34EE54475687}" dt="2026-02-22T10:05:58.815" v="6497" actId="20577"/>
          <ac:spMkLst>
            <pc:docMk/>
            <pc:sldMk cId="361736959" sldId="296"/>
            <ac:spMk id="35" creationId="{C23734EC-DFB3-5F1C-72C7-22DBC63EC47F}"/>
          </ac:spMkLst>
        </pc:spChg>
      </pc:sldChg>
      <pc:sldChg chg="modSp mod">
        <pc:chgData name="Piacentini, Caterina" userId="f5cc0bf0-ba5e-47a2-9f46-1ab04c78f108" providerId="ADAL" clId="{33458103-1E0D-5382-9B65-34EE54475687}" dt="2026-02-22T10:06:23.897" v="6499" actId="14100"/>
        <pc:sldMkLst>
          <pc:docMk/>
          <pc:sldMk cId="3443664567" sldId="298"/>
        </pc:sldMkLst>
        <pc:picChg chg="mod">
          <ac:chgData name="Piacentini, Caterina" userId="f5cc0bf0-ba5e-47a2-9f46-1ab04c78f108" providerId="ADAL" clId="{33458103-1E0D-5382-9B65-34EE54475687}" dt="2026-02-22T10:06:23.897" v="6499" actId="14100"/>
          <ac:picMkLst>
            <pc:docMk/>
            <pc:sldMk cId="3443664567" sldId="298"/>
            <ac:picMk id="2" creationId="{DBD9CD5C-D8DF-5A5F-6665-5D3EB1AB0FC8}"/>
          </ac:picMkLst>
        </pc:picChg>
      </pc:sldChg>
      <pc:sldChg chg="del">
        <pc:chgData name="Piacentini, Caterina" userId="f5cc0bf0-ba5e-47a2-9f46-1ab04c78f108" providerId="ADAL" clId="{33458103-1E0D-5382-9B65-34EE54475687}" dt="2026-02-24T10:08:32.407" v="8364" actId="2696"/>
        <pc:sldMkLst>
          <pc:docMk/>
          <pc:sldMk cId="2558002867" sldId="299"/>
        </pc:sldMkLst>
      </pc:sldChg>
      <pc:sldChg chg="addSp delSp modSp mod ord">
        <pc:chgData name="Piacentini, Caterina" userId="f5cc0bf0-ba5e-47a2-9f46-1ab04c78f108" providerId="ADAL" clId="{33458103-1E0D-5382-9B65-34EE54475687}" dt="2026-02-21T10:37:46.416" v="5964" actId="20577"/>
        <pc:sldMkLst>
          <pc:docMk/>
          <pc:sldMk cId="2637423123" sldId="301"/>
        </pc:sldMkLst>
        <pc:spChg chg="add mod">
          <ac:chgData name="Piacentini, Caterina" userId="f5cc0bf0-ba5e-47a2-9f46-1ab04c78f108" providerId="ADAL" clId="{33458103-1E0D-5382-9B65-34EE54475687}" dt="2026-02-12T12:09:43.690" v="2433" actId="108"/>
          <ac:spMkLst>
            <pc:docMk/>
            <pc:sldMk cId="2637423123" sldId="301"/>
            <ac:spMk id="5" creationId="{8BC4AF91-27FC-7850-0B4A-4D1BE0909C90}"/>
          </ac:spMkLst>
        </pc:spChg>
        <pc:spChg chg="mod">
          <ac:chgData name="Piacentini, Caterina" userId="f5cc0bf0-ba5e-47a2-9f46-1ab04c78f108" providerId="ADAL" clId="{33458103-1E0D-5382-9B65-34EE54475687}" dt="2026-02-21T10:37:46.416" v="5964" actId="20577"/>
          <ac:spMkLst>
            <pc:docMk/>
            <pc:sldMk cId="2637423123" sldId="301"/>
            <ac:spMk id="7" creationId="{C0F4111C-E2DE-4A1C-3B1C-1FC10AFECF34}"/>
          </ac:spMkLst>
        </pc:spChg>
        <pc:spChg chg="mod">
          <ac:chgData name="Piacentini, Caterina" userId="f5cc0bf0-ba5e-47a2-9f46-1ab04c78f108" providerId="ADAL" clId="{33458103-1E0D-5382-9B65-34EE54475687}" dt="2026-02-12T11:31:23.814" v="1413" actId="20577"/>
          <ac:spMkLst>
            <pc:docMk/>
            <pc:sldMk cId="2637423123" sldId="301"/>
            <ac:spMk id="8" creationId="{6C28CA53-AA48-A242-FD2B-EE97628FEFDC}"/>
          </ac:spMkLst>
        </pc:spChg>
        <pc:spChg chg="add mod">
          <ac:chgData name="Piacentini, Caterina" userId="f5cc0bf0-ba5e-47a2-9f46-1ab04c78f108" providerId="ADAL" clId="{33458103-1E0D-5382-9B65-34EE54475687}" dt="2026-02-12T11:30:41.688" v="1385" actId="14100"/>
          <ac:spMkLst>
            <pc:docMk/>
            <pc:sldMk cId="2637423123" sldId="301"/>
            <ac:spMk id="10" creationId="{351752AD-DB68-8A32-1291-5C8253AE1CFB}"/>
          </ac:spMkLst>
        </pc:spChg>
        <pc:spChg chg="add mod">
          <ac:chgData name="Piacentini, Caterina" userId="f5cc0bf0-ba5e-47a2-9f46-1ab04c78f108" providerId="ADAL" clId="{33458103-1E0D-5382-9B65-34EE54475687}" dt="2026-02-12T11:32:52.908" v="1434" actId="1076"/>
          <ac:spMkLst>
            <pc:docMk/>
            <pc:sldMk cId="2637423123" sldId="301"/>
            <ac:spMk id="11" creationId="{281F3F47-9A34-F523-B3DE-969C60A5E60B}"/>
          </ac:spMkLst>
        </pc:spChg>
        <pc:spChg chg="add mod">
          <ac:chgData name="Piacentini, Caterina" userId="f5cc0bf0-ba5e-47a2-9f46-1ab04c78f108" providerId="ADAL" clId="{33458103-1E0D-5382-9B65-34EE54475687}" dt="2026-02-12T11:33:27.218" v="1442" actId="1076"/>
          <ac:spMkLst>
            <pc:docMk/>
            <pc:sldMk cId="2637423123" sldId="301"/>
            <ac:spMk id="12" creationId="{D99BB419-B71C-8BAD-0449-907647D5A9FE}"/>
          </ac:spMkLst>
        </pc:spChg>
        <pc:spChg chg="add mod">
          <ac:chgData name="Piacentini, Caterina" userId="f5cc0bf0-ba5e-47a2-9f46-1ab04c78f108" providerId="ADAL" clId="{33458103-1E0D-5382-9B65-34EE54475687}" dt="2026-02-12T11:33:50.124" v="1447" actId="1076"/>
          <ac:spMkLst>
            <pc:docMk/>
            <pc:sldMk cId="2637423123" sldId="301"/>
            <ac:spMk id="13" creationId="{1E4E3D9D-11A2-8B43-5A9C-F8B47AA59BAF}"/>
          </ac:spMkLst>
        </pc:spChg>
        <pc:spChg chg="add mod">
          <ac:chgData name="Piacentini, Caterina" userId="f5cc0bf0-ba5e-47a2-9f46-1ab04c78f108" providerId="ADAL" clId="{33458103-1E0D-5382-9B65-34EE54475687}" dt="2026-02-12T11:32:42.780" v="1431" actId="1076"/>
          <ac:spMkLst>
            <pc:docMk/>
            <pc:sldMk cId="2637423123" sldId="301"/>
            <ac:spMk id="14" creationId="{B23A6733-D9AA-CCAA-4527-53696C044D4D}"/>
          </ac:spMkLst>
        </pc:spChg>
        <pc:spChg chg="mod">
          <ac:chgData name="Piacentini, Caterina" userId="f5cc0bf0-ba5e-47a2-9f46-1ab04c78f108" providerId="ADAL" clId="{33458103-1E0D-5382-9B65-34EE54475687}" dt="2026-02-12T12:10:19.712" v="2436" actId="207"/>
          <ac:spMkLst>
            <pc:docMk/>
            <pc:sldMk cId="2637423123" sldId="301"/>
            <ac:spMk id="18" creationId="{21399A85-B272-C36E-AF57-EFE1E1886B46}"/>
          </ac:spMkLst>
        </pc:spChg>
        <pc:picChg chg="add mod">
          <ac:chgData name="Piacentini, Caterina" userId="f5cc0bf0-ba5e-47a2-9f46-1ab04c78f108" providerId="ADAL" clId="{33458103-1E0D-5382-9B65-34EE54475687}" dt="2026-02-12T11:31:09.644" v="1390" actId="1076"/>
          <ac:picMkLst>
            <pc:docMk/>
            <pc:sldMk cId="2637423123" sldId="301"/>
            <ac:picMk id="3" creationId="{49AB05D2-B88B-00C1-CDD0-E841936F9403}"/>
          </ac:picMkLst>
        </pc:picChg>
        <pc:picChg chg="mod">
          <ac:chgData name="Piacentini, Caterina" userId="f5cc0bf0-ba5e-47a2-9f46-1ab04c78f108" providerId="ADAL" clId="{33458103-1E0D-5382-9B65-34EE54475687}" dt="2026-02-12T11:26:41.831" v="1197" actId="1076"/>
          <ac:picMkLst>
            <pc:docMk/>
            <pc:sldMk cId="2637423123" sldId="301"/>
            <ac:picMk id="9" creationId="{41D19504-4158-0EAC-71ED-4E1D2C2A2DBC}"/>
          </ac:picMkLst>
        </pc:picChg>
        <pc:picChg chg="add mod">
          <ac:chgData name="Piacentini, Caterina" userId="f5cc0bf0-ba5e-47a2-9f46-1ab04c78f108" providerId="ADAL" clId="{33458103-1E0D-5382-9B65-34EE54475687}" dt="2026-02-12T11:33:58.293" v="1448" actId="207"/>
          <ac:picMkLst>
            <pc:docMk/>
            <pc:sldMk cId="2637423123" sldId="301"/>
            <ac:picMk id="15" creationId="{F84E8AD5-1A66-C34E-21C8-2B0518C4AD29}"/>
          </ac:picMkLst>
        </pc:picChg>
        <pc:picChg chg="add mod">
          <ac:chgData name="Piacentini, Caterina" userId="f5cc0bf0-ba5e-47a2-9f46-1ab04c78f108" providerId="ADAL" clId="{33458103-1E0D-5382-9B65-34EE54475687}" dt="2026-02-12T11:34:02.410" v="1449" actId="207"/>
          <ac:picMkLst>
            <pc:docMk/>
            <pc:sldMk cId="2637423123" sldId="301"/>
            <ac:picMk id="16" creationId="{87616430-9949-F9F4-454E-77F716B67C04}"/>
          </ac:picMkLst>
        </pc:picChg>
      </pc:sldChg>
      <pc:sldChg chg="del">
        <pc:chgData name="Piacentini, Caterina" userId="f5cc0bf0-ba5e-47a2-9f46-1ab04c78f108" providerId="ADAL" clId="{33458103-1E0D-5382-9B65-34EE54475687}" dt="2026-02-24T10:08:36.586" v="8371" actId="2696"/>
        <pc:sldMkLst>
          <pc:docMk/>
          <pc:sldMk cId="671357987" sldId="302"/>
        </pc:sldMkLst>
      </pc:sldChg>
      <pc:sldChg chg="del">
        <pc:chgData name="Piacentini, Caterina" userId="f5cc0bf0-ba5e-47a2-9f46-1ab04c78f108" providerId="ADAL" clId="{33458103-1E0D-5382-9B65-34EE54475687}" dt="2026-02-24T10:08:35.423" v="8368" actId="2696"/>
        <pc:sldMkLst>
          <pc:docMk/>
          <pc:sldMk cId="1358173030" sldId="304"/>
        </pc:sldMkLst>
      </pc:sldChg>
      <pc:sldChg chg="del">
        <pc:chgData name="Piacentini, Caterina" userId="f5cc0bf0-ba5e-47a2-9f46-1ab04c78f108" providerId="ADAL" clId="{33458103-1E0D-5382-9B65-34EE54475687}" dt="2026-02-24T10:08:36.972" v="8372" actId="2696"/>
        <pc:sldMkLst>
          <pc:docMk/>
          <pc:sldMk cId="1831038472" sldId="305"/>
        </pc:sldMkLst>
      </pc:sldChg>
      <pc:sldChg chg="del">
        <pc:chgData name="Piacentini, Caterina" userId="f5cc0bf0-ba5e-47a2-9f46-1ab04c78f108" providerId="ADAL" clId="{33458103-1E0D-5382-9B65-34EE54475687}" dt="2026-02-24T10:08:35.810" v="8369" actId="2696"/>
        <pc:sldMkLst>
          <pc:docMk/>
          <pc:sldMk cId="4253474625" sldId="306"/>
        </pc:sldMkLst>
      </pc:sldChg>
      <pc:sldChg chg="del">
        <pc:chgData name="Piacentini, Caterina" userId="f5cc0bf0-ba5e-47a2-9f46-1ab04c78f108" providerId="ADAL" clId="{33458103-1E0D-5382-9B65-34EE54475687}" dt="2026-02-24T10:08:36.205" v="8370" actId="2696"/>
        <pc:sldMkLst>
          <pc:docMk/>
          <pc:sldMk cId="2655942713" sldId="307"/>
        </pc:sldMkLst>
      </pc:sldChg>
      <pc:sldChg chg="del">
        <pc:chgData name="Piacentini, Caterina" userId="f5cc0bf0-ba5e-47a2-9f46-1ab04c78f108" providerId="ADAL" clId="{33458103-1E0D-5382-9B65-34EE54475687}" dt="2026-02-24T10:08:40.249" v="8375" actId="2696"/>
        <pc:sldMkLst>
          <pc:docMk/>
          <pc:sldMk cId="2234285471" sldId="308"/>
        </pc:sldMkLst>
      </pc:sldChg>
      <pc:sldChg chg="addSp delSp modSp mod">
        <pc:chgData name="Piacentini, Caterina" userId="f5cc0bf0-ba5e-47a2-9f46-1ab04c78f108" providerId="ADAL" clId="{33458103-1E0D-5382-9B65-34EE54475687}" dt="2026-02-23T17:12:27.114" v="8238" actId="14861"/>
        <pc:sldMkLst>
          <pc:docMk/>
          <pc:sldMk cId="1041337751" sldId="309"/>
        </pc:sldMkLst>
        <pc:spChg chg="add del mod">
          <ac:chgData name="Piacentini, Caterina" userId="f5cc0bf0-ba5e-47a2-9f46-1ab04c78f108" providerId="ADAL" clId="{33458103-1E0D-5382-9B65-34EE54475687}" dt="2026-02-23T17:01:31.587" v="8049" actId="207"/>
          <ac:spMkLst>
            <pc:docMk/>
            <pc:sldMk cId="1041337751" sldId="309"/>
            <ac:spMk id="2" creationId="{461009B4-2B19-2F48-A284-4C10C7D99C16}"/>
          </ac:spMkLst>
        </pc:spChg>
        <pc:spChg chg="add mod">
          <ac:chgData name="Piacentini, Caterina" userId="f5cc0bf0-ba5e-47a2-9f46-1ab04c78f108" providerId="ADAL" clId="{33458103-1E0D-5382-9B65-34EE54475687}" dt="2026-02-23T17:12:27.114" v="8238" actId="14861"/>
          <ac:spMkLst>
            <pc:docMk/>
            <pc:sldMk cId="1041337751" sldId="309"/>
            <ac:spMk id="3" creationId="{C92211C4-7173-1EB6-0B72-BF9EAD510BA0}"/>
          </ac:spMkLst>
        </pc:spChg>
        <pc:spChg chg="add mod">
          <ac:chgData name="Piacentini, Caterina" userId="f5cc0bf0-ba5e-47a2-9f46-1ab04c78f108" providerId="ADAL" clId="{33458103-1E0D-5382-9B65-34EE54475687}" dt="2026-02-23T17:01:56.014" v="8120" actId="108"/>
          <ac:spMkLst>
            <pc:docMk/>
            <pc:sldMk cId="1041337751" sldId="309"/>
            <ac:spMk id="4" creationId="{8AB6F7B4-7237-608E-A52C-EB387B3C566F}"/>
          </ac:spMkLst>
        </pc:spChg>
        <pc:spChg chg="mod">
          <ac:chgData name="Piacentini, Caterina" userId="f5cc0bf0-ba5e-47a2-9f46-1ab04c78f108" providerId="ADAL" clId="{33458103-1E0D-5382-9B65-34EE54475687}" dt="2026-02-21T10:54:23.449" v="6302" actId="20577"/>
          <ac:spMkLst>
            <pc:docMk/>
            <pc:sldMk cId="1041337751" sldId="309"/>
            <ac:spMk id="7" creationId="{9377CD60-4F28-68DE-B3AD-E6F97D02A6D8}"/>
          </ac:spMkLst>
        </pc:spChg>
        <pc:spChg chg="mod">
          <ac:chgData name="Piacentini, Caterina" userId="f5cc0bf0-ba5e-47a2-9f46-1ab04c78f108" providerId="ADAL" clId="{33458103-1E0D-5382-9B65-34EE54475687}" dt="2026-02-23T17:00:38.990" v="8037" actId="207"/>
          <ac:spMkLst>
            <pc:docMk/>
            <pc:sldMk cId="1041337751" sldId="309"/>
            <ac:spMk id="10" creationId="{C902EED1-7801-A4BE-A73B-940EA7813678}"/>
          </ac:spMkLst>
        </pc:spChg>
        <pc:spChg chg="add del mod">
          <ac:chgData name="Piacentini, Caterina" userId="f5cc0bf0-ba5e-47a2-9f46-1ab04c78f108" providerId="ADAL" clId="{33458103-1E0D-5382-9B65-34EE54475687}" dt="2026-02-23T16:50:32.573" v="7633" actId="478"/>
          <ac:spMkLst>
            <pc:docMk/>
            <pc:sldMk cId="1041337751" sldId="309"/>
            <ac:spMk id="17" creationId="{C71B0A60-E5CC-4FFA-7455-9ED5FEF86BB0}"/>
          </ac:spMkLst>
        </pc:spChg>
        <pc:spChg chg="add del mod">
          <ac:chgData name="Piacentini, Caterina" userId="f5cc0bf0-ba5e-47a2-9f46-1ab04c78f108" providerId="ADAL" clId="{33458103-1E0D-5382-9B65-34EE54475687}" dt="2026-02-23T16:50:47.874" v="7641" actId="478"/>
          <ac:spMkLst>
            <pc:docMk/>
            <pc:sldMk cId="1041337751" sldId="309"/>
            <ac:spMk id="19" creationId="{BDF746C1-5AB3-7AE0-0869-A52A235E93D0}"/>
          </ac:spMkLst>
        </pc:spChg>
        <pc:spChg chg="del">
          <ac:chgData name="Piacentini, Caterina" userId="f5cc0bf0-ba5e-47a2-9f46-1ab04c78f108" providerId="ADAL" clId="{33458103-1E0D-5382-9B65-34EE54475687}" dt="2026-02-23T16:50:02.099" v="7620" actId="478"/>
          <ac:spMkLst>
            <pc:docMk/>
            <pc:sldMk cId="1041337751" sldId="309"/>
            <ac:spMk id="20" creationId="{8C250BFB-1207-B9CD-26FD-8ADB3E5C06BD}"/>
          </ac:spMkLst>
        </pc:spChg>
        <pc:spChg chg="mod">
          <ac:chgData name="Piacentini, Caterina" userId="f5cc0bf0-ba5e-47a2-9f46-1ab04c78f108" providerId="ADAL" clId="{33458103-1E0D-5382-9B65-34EE54475687}" dt="2026-02-23T17:01:05.392" v="8044" actId="207"/>
          <ac:spMkLst>
            <pc:docMk/>
            <pc:sldMk cId="1041337751" sldId="309"/>
            <ac:spMk id="29" creationId="{B8E76E4B-3F64-94B9-6126-E96A2DFEABAE}"/>
          </ac:spMkLst>
        </pc:spChg>
        <pc:spChg chg="del">
          <ac:chgData name="Piacentini, Caterina" userId="f5cc0bf0-ba5e-47a2-9f46-1ab04c78f108" providerId="ADAL" clId="{33458103-1E0D-5382-9B65-34EE54475687}" dt="2026-02-23T16:50:09.305" v="7623" actId="478"/>
          <ac:spMkLst>
            <pc:docMk/>
            <pc:sldMk cId="1041337751" sldId="309"/>
            <ac:spMk id="30" creationId="{AF26901A-0D2C-1370-C364-CB9193C75C01}"/>
          </ac:spMkLst>
        </pc:spChg>
        <pc:grpChg chg="add del mod">
          <ac:chgData name="Piacentini, Caterina" userId="f5cc0bf0-ba5e-47a2-9f46-1ab04c78f108" providerId="ADAL" clId="{33458103-1E0D-5382-9B65-34EE54475687}" dt="2026-02-23T16:53:46.163" v="7702" actId="478"/>
          <ac:grpSpMkLst>
            <pc:docMk/>
            <pc:sldMk cId="1041337751" sldId="309"/>
            <ac:grpSpMk id="11" creationId="{ED546398-A7C4-66DC-4B2D-6D882637EDC9}"/>
          </ac:grpSpMkLst>
        </pc:grpChg>
        <pc:picChg chg="mod">
          <ac:chgData name="Piacentini, Caterina" userId="f5cc0bf0-ba5e-47a2-9f46-1ab04c78f108" providerId="ADAL" clId="{33458103-1E0D-5382-9B65-34EE54475687}" dt="2026-02-20T16:34:10.917" v="5463" actId="1076"/>
          <ac:picMkLst>
            <pc:docMk/>
            <pc:sldMk cId="1041337751" sldId="309"/>
            <ac:picMk id="9" creationId="{F49993D0-F183-DDFD-0DDD-6681E3A31EC5}"/>
          </ac:picMkLst>
        </pc:picChg>
        <pc:picChg chg="add del mod">
          <ac:chgData name="Piacentini, Caterina" userId="f5cc0bf0-ba5e-47a2-9f46-1ab04c78f108" providerId="ADAL" clId="{33458103-1E0D-5382-9B65-34EE54475687}" dt="2026-02-23T16:50:06.593" v="7621" actId="478"/>
          <ac:picMkLst>
            <pc:docMk/>
            <pc:sldMk cId="1041337751" sldId="309"/>
            <ac:picMk id="16" creationId="{CE2DA718-77B9-C7CA-3FE1-1E42E75DDBC8}"/>
          </ac:picMkLst>
        </pc:picChg>
        <pc:picChg chg="add del mod">
          <ac:chgData name="Piacentini, Caterina" userId="f5cc0bf0-ba5e-47a2-9f46-1ab04c78f108" providerId="ADAL" clId="{33458103-1E0D-5382-9B65-34EE54475687}" dt="2026-02-23T16:50:08.077" v="7622" actId="478"/>
          <ac:picMkLst>
            <pc:docMk/>
            <pc:sldMk cId="1041337751" sldId="309"/>
            <ac:picMk id="18" creationId="{C7D69FAF-8DEC-1334-8E05-BD414C3474D5}"/>
          </ac:picMkLst>
        </pc:picChg>
      </pc:sldChg>
      <pc:sldChg chg="del">
        <pc:chgData name="Piacentini, Caterina" userId="f5cc0bf0-ba5e-47a2-9f46-1ab04c78f108" providerId="ADAL" clId="{33458103-1E0D-5382-9B65-34EE54475687}" dt="2026-02-24T10:08:34.501" v="8366" actId="2696"/>
        <pc:sldMkLst>
          <pc:docMk/>
          <pc:sldMk cId="3296314721" sldId="310"/>
        </pc:sldMkLst>
      </pc:sldChg>
      <pc:sldChg chg="del">
        <pc:chgData name="Piacentini, Caterina" userId="f5cc0bf0-ba5e-47a2-9f46-1ab04c78f108" providerId="ADAL" clId="{33458103-1E0D-5382-9B65-34EE54475687}" dt="2026-02-24T10:08:35.034" v="8367" actId="2696"/>
        <pc:sldMkLst>
          <pc:docMk/>
          <pc:sldMk cId="3438206939" sldId="311"/>
        </pc:sldMkLst>
      </pc:sldChg>
      <pc:sldChg chg="del">
        <pc:chgData name="Piacentini, Caterina" userId="f5cc0bf0-ba5e-47a2-9f46-1ab04c78f108" providerId="ADAL" clId="{33458103-1E0D-5382-9B65-34EE54475687}" dt="2026-02-24T10:08:37.352" v="8373" actId="2696"/>
        <pc:sldMkLst>
          <pc:docMk/>
          <pc:sldMk cId="1621703401" sldId="312"/>
        </pc:sldMkLst>
      </pc:sldChg>
      <pc:sldChg chg="addSp modSp mod">
        <pc:chgData name="Piacentini, Caterina" userId="f5cc0bf0-ba5e-47a2-9f46-1ab04c78f108" providerId="ADAL" clId="{33458103-1E0D-5382-9B65-34EE54475687}" dt="2026-02-21T10:37:54.125" v="5967" actId="20577"/>
        <pc:sldMkLst>
          <pc:docMk/>
          <pc:sldMk cId="3556147786" sldId="319"/>
        </pc:sldMkLst>
        <pc:spChg chg="mod">
          <ac:chgData name="Piacentini, Caterina" userId="f5cc0bf0-ba5e-47a2-9f46-1ab04c78f108" providerId="ADAL" clId="{33458103-1E0D-5382-9B65-34EE54475687}" dt="2026-02-12T10:05:34.219" v="437" actId="21"/>
          <ac:spMkLst>
            <pc:docMk/>
            <pc:sldMk cId="3556147786" sldId="319"/>
            <ac:spMk id="3" creationId="{BB97E845-0C3A-525F-C1B2-E724E146CD51}"/>
          </ac:spMkLst>
        </pc:spChg>
        <pc:spChg chg="add mod">
          <ac:chgData name="Piacentini, Caterina" userId="f5cc0bf0-ba5e-47a2-9f46-1ab04c78f108" providerId="ADAL" clId="{33458103-1E0D-5382-9B65-34EE54475687}" dt="2026-02-12T10:27:18.201" v="500" actId="113"/>
          <ac:spMkLst>
            <pc:docMk/>
            <pc:sldMk cId="3556147786" sldId="319"/>
            <ac:spMk id="4" creationId="{C2AE646C-4B0D-7737-F361-4D44208D50C7}"/>
          </ac:spMkLst>
        </pc:spChg>
        <pc:spChg chg="add mod">
          <ac:chgData name="Piacentini, Caterina" userId="f5cc0bf0-ba5e-47a2-9f46-1ab04c78f108" providerId="ADAL" clId="{33458103-1E0D-5382-9B65-34EE54475687}" dt="2026-02-12T10:27:25.520" v="501" actId="113"/>
          <ac:spMkLst>
            <pc:docMk/>
            <pc:sldMk cId="3556147786" sldId="319"/>
            <ac:spMk id="5" creationId="{A282EE81-EB0B-7D35-0E54-E5F786D74A9D}"/>
          </ac:spMkLst>
        </pc:spChg>
        <pc:spChg chg="add mod">
          <ac:chgData name="Piacentini, Caterina" userId="f5cc0bf0-ba5e-47a2-9f46-1ab04c78f108" providerId="ADAL" clId="{33458103-1E0D-5382-9B65-34EE54475687}" dt="2026-02-12T10:27:33.487" v="502" actId="113"/>
          <ac:spMkLst>
            <pc:docMk/>
            <pc:sldMk cId="3556147786" sldId="319"/>
            <ac:spMk id="6" creationId="{6C22B0C9-C850-7196-40DA-76B5559E6D4F}"/>
          </ac:spMkLst>
        </pc:spChg>
        <pc:spChg chg="mod">
          <ac:chgData name="Piacentini, Caterina" userId="f5cc0bf0-ba5e-47a2-9f46-1ab04c78f108" providerId="ADAL" clId="{33458103-1E0D-5382-9B65-34EE54475687}" dt="2026-02-21T10:37:54.125" v="5967" actId="20577"/>
          <ac:spMkLst>
            <pc:docMk/>
            <pc:sldMk cId="3556147786" sldId="319"/>
            <ac:spMk id="7" creationId="{4E474119-918C-74A7-49C3-C1845F19DC28}"/>
          </ac:spMkLst>
        </pc:spChg>
        <pc:spChg chg="add mod">
          <ac:chgData name="Piacentini, Caterina" userId="f5cc0bf0-ba5e-47a2-9f46-1ab04c78f108" providerId="ADAL" clId="{33458103-1E0D-5382-9B65-34EE54475687}" dt="2026-02-12T10:07:16.409" v="486" actId="164"/>
          <ac:spMkLst>
            <pc:docMk/>
            <pc:sldMk cId="3556147786" sldId="319"/>
            <ac:spMk id="9" creationId="{47257274-D852-8173-0E20-206E2EC2F72C}"/>
          </ac:spMkLst>
        </pc:spChg>
        <pc:spChg chg="add mod">
          <ac:chgData name="Piacentini, Caterina" userId="f5cc0bf0-ba5e-47a2-9f46-1ab04c78f108" providerId="ADAL" clId="{33458103-1E0D-5382-9B65-34EE54475687}" dt="2026-02-12T10:07:16.409" v="486" actId="164"/>
          <ac:spMkLst>
            <pc:docMk/>
            <pc:sldMk cId="3556147786" sldId="319"/>
            <ac:spMk id="10" creationId="{5275348C-F030-79DC-8916-D0B6B653A192}"/>
          </ac:spMkLst>
        </pc:spChg>
        <pc:spChg chg="add mod">
          <ac:chgData name="Piacentini, Caterina" userId="f5cc0bf0-ba5e-47a2-9f46-1ab04c78f108" providerId="ADAL" clId="{33458103-1E0D-5382-9B65-34EE54475687}" dt="2026-02-12T10:07:16.409" v="486" actId="164"/>
          <ac:spMkLst>
            <pc:docMk/>
            <pc:sldMk cId="3556147786" sldId="319"/>
            <ac:spMk id="11" creationId="{AE19A607-A319-51F5-307E-8BACD73EAEE4}"/>
          </ac:spMkLst>
        </pc:spChg>
        <pc:spChg chg="add mod">
          <ac:chgData name="Piacentini, Caterina" userId="f5cc0bf0-ba5e-47a2-9f46-1ab04c78f108" providerId="ADAL" clId="{33458103-1E0D-5382-9B65-34EE54475687}" dt="2026-02-12T10:07:16.409" v="486" actId="164"/>
          <ac:spMkLst>
            <pc:docMk/>
            <pc:sldMk cId="3556147786" sldId="319"/>
            <ac:spMk id="12" creationId="{DEBB5C6F-9B86-230D-1067-E9BC1A533794}"/>
          </ac:spMkLst>
        </pc:spChg>
        <pc:spChg chg="add mod">
          <ac:chgData name="Piacentini, Caterina" userId="f5cc0bf0-ba5e-47a2-9f46-1ab04c78f108" providerId="ADAL" clId="{33458103-1E0D-5382-9B65-34EE54475687}" dt="2026-02-12T10:07:16.409" v="486" actId="164"/>
          <ac:spMkLst>
            <pc:docMk/>
            <pc:sldMk cId="3556147786" sldId="319"/>
            <ac:spMk id="13" creationId="{C3AD5B65-9CB1-0A6A-C440-5F348D2EF74C}"/>
          </ac:spMkLst>
        </pc:spChg>
        <pc:spChg chg="add mod">
          <ac:chgData name="Piacentini, Caterina" userId="f5cc0bf0-ba5e-47a2-9f46-1ab04c78f108" providerId="ADAL" clId="{33458103-1E0D-5382-9B65-34EE54475687}" dt="2026-02-12T10:07:16.409" v="486" actId="164"/>
          <ac:spMkLst>
            <pc:docMk/>
            <pc:sldMk cId="3556147786" sldId="319"/>
            <ac:spMk id="14" creationId="{9A1A6F2D-8D6F-EA1F-470F-DCC2B67A9137}"/>
          </ac:spMkLst>
        </pc:spChg>
        <pc:spChg chg="add mod">
          <ac:chgData name="Piacentini, Caterina" userId="f5cc0bf0-ba5e-47a2-9f46-1ab04c78f108" providerId="ADAL" clId="{33458103-1E0D-5382-9B65-34EE54475687}" dt="2026-02-12T10:07:16.409" v="486" actId="164"/>
          <ac:spMkLst>
            <pc:docMk/>
            <pc:sldMk cId="3556147786" sldId="319"/>
            <ac:spMk id="15" creationId="{4FE89939-6371-830A-FB4B-6D178071158D}"/>
          </ac:spMkLst>
        </pc:spChg>
        <pc:spChg chg="add mod">
          <ac:chgData name="Piacentini, Caterina" userId="f5cc0bf0-ba5e-47a2-9f46-1ab04c78f108" providerId="ADAL" clId="{33458103-1E0D-5382-9B65-34EE54475687}" dt="2026-02-12T10:12:35.457" v="499" actId="207"/>
          <ac:spMkLst>
            <pc:docMk/>
            <pc:sldMk cId="3556147786" sldId="319"/>
            <ac:spMk id="16" creationId="{A624FBB3-DA0C-A59E-C3B4-2CFE3A62F157}"/>
          </ac:spMkLst>
        </pc:spChg>
        <pc:spChg chg="add mod">
          <ac:chgData name="Piacentini, Caterina" userId="f5cc0bf0-ba5e-47a2-9f46-1ab04c78f108" providerId="ADAL" clId="{33458103-1E0D-5382-9B65-34EE54475687}" dt="2026-02-12T10:07:16.409" v="486" actId="164"/>
          <ac:spMkLst>
            <pc:docMk/>
            <pc:sldMk cId="3556147786" sldId="319"/>
            <ac:spMk id="17" creationId="{B99DDA60-F472-87BD-D789-9357209103D7}"/>
          </ac:spMkLst>
        </pc:spChg>
        <pc:spChg chg="add mod">
          <ac:chgData name="Piacentini, Caterina" userId="f5cc0bf0-ba5e-47a2-9f46-1ab04c78f108" providerId="ADAL" clId="{33458103-1E0D-5382-9B65-34EE54475687}" dt="2026-02-12T10:07:36.487" v="492" actId="207"/>
          <ac:spMkLst>
            <pc:docMk/>
            <pc:sldMk cId="3556147786" sldId="319"/>
            <ac:spMk id="18" creationId="{7C9E4D9F-AC7B-6DCC-F535-9C429AD6662F}"/>
          </ac:spMkLst>
        </pc:spChg>
        <pc:grpChg chg="mod">
          <ac:chgData name="Piacentini, Caterina" userId="f5cc0bf0-ba5e-47a2-9f46-1ab04c78f108" providerId="ADAL" clId="{33458103-1E0D-5382-9B65-34EE54475687}" dt="2026-02-12T10:07:29.436" v="489" actId="1076"/>
          <ac:grpSpMkLst>
            <pc:docMk/>
            <pc:sldMk cId="3556147786" sldId="319"/>
            <ac:grpSpMk id="19" creationId="{4F71C014-122C-3924-F835-C22B2CE8D350}"/>
          </ac:grpSpMkLst>
        </pc:grpChg>
        <pc:picChg chg="mod">
          <ac:chgData name="Piacentini, Caterina" userId="f5cc0bf0-ba5e-47a2-9f46-1ab04c78f108" providerId="ADAL" clId="{33458103-1E0D-5382-9B65-34EE54475687}" dt="2026-02-12T10:07:46.201" v="494" actId="1076"/>
          <ac:picMkLst>
            <pc:docMk/>
            <pc:sldMk cId="3556147786" sldId="319"/>
            <ac:picMk id="2" creationId="{7D04322B-5994-F512-45DA-8CB27AB95CC6}"/>
          </ac:picMkLst>
        </pc:picChg>
      </pc:sldChg>
      <pc:sldChg chg="addSp delSp modSp mod">
        <pc:chgData name="Piacentini, Caterina" userId="f5cc0bf0-ba5e-47a2-9f46-1ab04c78f108" providerId="ADAL" clId="{33458103-1E0D-5382-9B65-34EE54475687}" dt="2026-02-23T16:36:06.759" v="7314" actId="20577"/>
        <pc:sldMkLst>
          <pc:docMk/>
          <pc:sldMk cId="3546382590" sldId="321"/>
        </pc:sldMkLst>
        <pc:spChg chg="add mod">
          <ac:chgData name="Piacentini, Caterina" userId="f5cc0bf0-ba5e-47a2-9f46-1ab04c78f108" providerId="ADAL" clId="{33458103-1E0D-5382-9B65-34EE54475687}" dt="2026-02-23T16:36:06.759" v="7314" actId="20577"/>
          <ac:spMkLst>
            <pc:docMk/>
            <pc:sldMk cId="3546382590" sldId="321"/>
            <ac:spMk id="2" creationId="{227A6526-6B7E-2E6F-478B-E70F3536653B}"/>
          </ac:spMkLst>
        </pc:spChg>
        <pc:spChg chg="mod">
          <ac:chgData name="Piacentini, Caterina" userId="f5cc0bf0-ba5e-47a2-9f46-1ab04c78f108" providerId="ADAL" clId="{33458103-1E0D-5382-9B65-34EE54475687}" dt="2026-02-21T10:37:51.341" v="5966" actId="20577"/>
          <ac:spMkLst>
            <pc:docMk/>
            <pc:sldMk cId="3546382590" sldId="321"/>
            <ac:spMk id="7" creationId="{F91C6AA8-B424-514B-2355-5356D9428F49}"/>
          </ac:spMkLst>
        </pc:spChg>
        <pc:spChg chg="add del mod">
          <ac:chgData name="Piacentini, Caterina" userId="f5cc0bf0-ba5e-47a2-9f46-1ab04c78f108" providerId="ADAL" clId="{33458103-1E0D-5382-9B65-34EE54475687}" dt="2026-02-21T10:07:04.866" v="5660" actId="164"/>
          <ac:spMkLst>
            <pc:docMk/>
            <pc:sldMk cId="3546382590" sldId="321"/>
            <ac:spMk id="13" creationId="{4739A999-A880-E7CA-D027-19EA91F65907}"/>
          </ac:spMkLst>
        </pc:spChg>
        <pc:spChg chg="add mod">
          <ac:chgData name="Piacentini, Caterina" userId="f5cc0bf0-ba5e-47a2-9f46-1ab04c78f108" providerId="ADAL" clId="{33458103-1E0D-5382-9B65-34EE54475687}" dt="2026-02-21T10:40:50.326" v="5995" actId="1076"/>
          <ac:spMkLst>
            <pc:docMk/>
            <pc:sldMk cId="3546382590" sldId="321"/>
            <ac:spMk id="14" creationId="{5DED1EC9-A0A0-7B20-F24D-74BE76396484}"/>
          </ac:spMkLst>
        </pc:spChg>
        <pc:spChg chg="add mod">
          <ac:chgData name="Piacentini, Caterina" userId="f5cc0bf0-ba5e-47a2-9f46-1ab04c78f108" providerId="ADAL" clId="{33458103-1E0D-5382-9B65-34EE54475687}" dt="2026-02-22T13:33:41.175" v="6700" actId="207"/>
          <ac:spMkLst>
            <pc:docMk/>
            <pc:sldMk cId="3546382590" sldId="321"/>
            <ac:spMk id="15" creationId="{101F5B43-9FA2-9972-FAB1-BA2100FD6E65}"/>
          </ac:spMkLst>
        </pc:spChg>
        <pc:spChg chg="add mod">
          <ac:chgData name="Piacentini, Caterina" userId="f5cc0bf0-ba5e-47a2-9f46-1ab04c78f108" providerId="ADAL" clId="{33458103-1E0D-5382-9B65-34EE54475687}" dt="2026-02-21T10:40:42.241" v="5994" actId="1076"/>
          <ac:spMkLst>
            <pc:docMk/>
            <pc:sldMk cId="3546382590" sldId="321"/>
            <ac:spMk id="16" creationId="{6DAD807D-954E-EE2A-BBD5-BEF0F2CE7519}"/>
          </ac:spMkLst>
        </pc:spChg>
        <pc:spChg chg="mod">
          <ac:chgData name="Piacentini, Caterina" userId="f5cc0bf0-ba5e-47a2-9f46-1ab04c78f108" providerId="ADAL" clId="{33458103-1E0D-5382-9B65-34EE54475687}" dt="2026-02-21T10:07:04.866" v="5660" actId="164"/>
          <ac:spMkLst>
            <pc:docMk/>
            <pc:sldMk cId="3546382590" sldId="321"/>
            <ac:spMk id="23" creationId="{821D3C1C-BB42-DED3-2660-D891D933FF5D}"/>
          </ac:spMkLst>
        </pc:spChg>
        <pc:spChg chg="add mod">
          <ac:chgData name="Piacentini, Caterina" userId="f5cc0bf0-ba5e-47a2-9f46-1ab04c78f108" providerId="ADAL" clId="{33458103-1E0D-5382-9B65-34EE54475687}" dt="2026-02-21T10:39:20.108" v="5974" actId="113"/>
          <ac:spMkLst>
            <pc:docMk/>
            <pc:sldMk cId="3546382590" sldId="321"/>
            <ac:spMk id="24" creationId="{AFE818D9-FD83-750F-A529-454E9498C10D}"/>
          </ac:spMkLst>
        </pc:spChg>
        <pc:spChg chg="add mod">
          <ac:chgData name="Piacentini, Caterina" userId="f5cc0bf0-ba5e-47a2-9f46-1ab04c78f108" providerId="ADAL" clId="{33458103-1E0D-5382-9B65-34EE54475687}" dt="2026-02-21T10:07:04.866" v="5660" actId="164"/>
          <ac:spMkLst>
            <pc:docMk/>
            <pc:sldMk cId="3546382590" sldId="321"/>
            <ac:spMk id="25" creationId="{46122210-14CE-7B0F-8F0B-F7E5F584392C}"/>
          </ac:spMkLst>
        </pc:spChg>
        <pc:spChg chg="add mod">
          <ac:chgData name="Piacentini, Caterina" userId="f5cc0bf0-ba5e-47a2-9f46-1ab04c78f108" providerId="ADAL" clId="{33458103-1E0D-5382-9B65-34EE54475687}" dt="2026-02-21T10:39:51.858" v="5980" actId="1076"/>
          <ac:spMkLst>
            <pc:docMk/>
            <pc:sldMk cId="3546382590" sldId="321"/>
            <ac:spMk id="26" creationId="{13FDA606-7AA5-9365-0FD1-AAA874927250}"/>
          </ac:spMkLst>
        </pc:spChg>
        <pc:spChg chg="add mod">
          <ac:chgData name="Piacentini, Caterina" userId="f5cc0bf0-ba5e-47a2-9f46-1ab04c78f108" providerId="ADAL" clId="{33458103-1E0D-5382-9B65-34EE54475687}" dt="2026-02-21T10:07:04.866" v="5660" actId="164"/>
          <ac:spMkLst>
            <pc:docMk/>
            <pc:sldMk cId="3546382590" sldId="321"/>
            <ac:spMk id="27" creationId="{E6642684-645F-69B8-F1F9-DEBF56017998}"/>
          </ac:spMkLst>
        </pc:spChg>
        <pc:spChg chg="add mod">
          <ac:chgData name="Piacentini, Caterina" userId="f5cc0bf0-ba5e-47a2-9f46-1ab04c78f108" providerId="ADAL" clId="{33458103-1E0D-5382-9B65-34EE54475687}" dt="2026-02-21T10:40:26.898" v="5986" actId="113"/>
          <ac:spMkLst>
            <pc:docMk/>
            <pc:sldMk cId="3546382590" sldId="321"/>
            <ac:spMk id="28" creationId="{20AEBCCB-3ADD-21E8-812C-C05390FA99D1}"/>
          </ac:spMkLst>
        </pc:spChg>
        <pc:grpChg chg="mod">
          <ac:chgData name="Piacentini, Caterina" userId="f5cc0bf0-ba5e-47a2-9f46-1ab04c78f108" providerId="ADAL" clId="{33458103-1E0D-5382-9B65-34EE54475687}" dt="2026-02-22T13:34:20.606" v="6706" actId="1076"/>
          <ac:grpSpMkLst>
            <pc:docMk/>
            <pc:sldMk cId="3546382590" sldId="321"/>
            <ac:grpSpMk id="6" creationId="{949812A0-C15F-6E79-F061-0802306127B9}"/>
          </ac:grpSpMkLst>
        </pc:grpChg>
        <pc:picChg chg="add mod modCrop">
          <ac:chgData name="Piacentini, Caterina" userId="f5cc0bf0-ba5e-47a2-9f46-1ab04c78f108" providerId="ADAL" clId="{33458103-1E0D-5382-9B65-34EE54475687}" dt="2026-02-22T13:36:26.332" v="6732" actId="1076"/>
          <ac:picMkLst>
            <pc:docMk/>
            <pc:sldMk cId="3546382590" sldId="321"/>
            <ac:picMk id="4" creationId="{3A0DC15D-32C6-D308-D585-5655A4A2AABF}"/>
          </ac:picMkLst>
        </pc:picChg>
      </pc:sldChg>
      <pc:sldChg chg="addSp delSp modSp mod">
        <pc:chgData name="Piacentini, Caterina" userId="f5cc0bf0-ba5e-47a2-9f46-1ab04c78f108" providerId="ADAL" clId="{33458103-1E0D-5382-9B65-34EE54475687}" dt="2026-02-21T10:37:48.718" v="5965" actId="20577"/>
        <pc:sldMkLst>
          <pc:docMk/>
          <pc:sldMk cId="3340008971" sldId="322"/>
        </pc:sldMkLst>
        <pc:spChg chg="mod">
          <ac:chgData name="Piacentini, Caterina" userId="f5cc0bf0-ba5e-47a2-9f46-1ab04c78f108" providerId="ADAL" clId="{33458103-1E0D-5382-9B65-34EE54475687}" dt="2026-02-21T10:37:48.718" v="5965" actId="20577"/>
          <ac:spMkLst>
            <pc:docMk/>
            <pc:sldMk cId="3340008971" sldId="322"/>
            <ac:spMk id="7" creationId="{E6C3E29E-9749-A424-B4CB-1AC983E483FA}"/>
          </ac:spMkLst>
        </pc:spChg>
        <pc:spChg chg="add mod">
          <ac:chgData name="Piacentini, Caterina" userId="f5cc0bf0-ba5e-47a2-9f46-1ab04c78f108" providerId="ADAL" clId="{33458103-1E0D-5382-9B65-34EE54475687}" dt="2026-02-12T10:50:44.131" v="526" actId="164"/>
          <ac:spMkLst>
            <pc:docMk/>
            <pc:sldMk cId="3340008971" sldId="322"/>
            <ac:spMk id="10" creationId="{614CCD53-0BCB-1729-C5CE-F8EBDB2FF372}"/>
          </ac:spMkLst>
        </pc:spChg>
        <pc:spChg chg="add mod">
          <ac:chgData name="Piacentini, Caterina" userId="f5cc0bf0-ba5e-47a2-9f46-1ab04c78f108" providerId="ADAL" clId="{33458103-1E0D-5382-9B65-34EE54475687}" dt="2026-02-12T10:50:44.131" v="526" actId="164"/>
          <ac:spMkLst>
            <pc:docMk/>
            <pc:sldMk cId="3340008971" sldId="322"/>
            <ac:spMk id="13" creationId="{8948AABA-AAE6-2A63-39BA-DCC163C27188}"/>
          </ac:spMkLst>
        </pc:spChg>
        <pc:spChg chg="mod">
          <ac:chgData name="Piacentini, Caterina" userId="f5cc0bf0-ba5e-47a2-9f46-1ab04c78f108" providerId="ADAL" clId="{33458103-1E0D-5382-9B65-34EE54475687}" dt="2026-02-12T11:02:34.705" v="801" actId="207"/>
          <ac:spMkLst>
            <pc:docMk/>
            <pc:sldMk cId="3340008971" sldId="322"/>
            <ac:spMk id="15" creationId="{BAE25158-5BF2-87B3-991A-065256294E6A}"/>
          </ac:spMkLst>
        </pc:spChg>
        <pc:spChg chg="mod">
          <ac:chgData name="Piacentini, Caterina" userId="f5cc0bf0-ba5e-47a2-9f46-1ab04c78f108" providerId="ADAL" clId="{33458103-1E0D-5382-9B65-34EE54475687}" dt="2026-02-12T10:58:20.862" v="721" actId="207"/>
          <ac:spMkLst>
            <pc:docMk/>
            <pc:sldMk cId="3340008971" sldId="322"/>
            <ac:spMk id="16" creationId="{804554CA-46A2-8742-AE16-A1953DB1E127}"/>
          </ac:spMkLst>
        </pc:spChg>
        <pc:spChg chg="mod">
          <ac:chgData name="Piacentini, Caterina" userId="f5cc0bf0-ba5e-47a2-9f46-1ab04c78f108" providerId="ADAL" clId="{33458103-1E0D-5382-9B65-34EE54475687}" dt="2026-02-12T11:39:10.536" v="1740" actId="403"/>
          <ac:spMkLst>
            <pc:docMk/>
            <pc:sldMk cId="3340008971" sldId="322"/>
            <ac:spMk id="17" creationId="{183B393A-B1E5-05A6-1863-D1F62DF2AB74}"/>
          </ac:spMkLst>
        </pc:spChg>
        <pc:spChg chg="add mod">
          <ac:chgData name="Piacentini, Caterina" userId="f5cc0bf0-ba5e-47a2-9f46-1ab04c78f108" providerId="ADAL" clId="{33458103-1E0D-5382-9B65-34EE54475687}" dt="2026-02-12T11:39:04.358" v="1738" actId="1035"/>
          <ac:spMkLst>
            <pc:docMk/>
            <pc:sldMk cId="3340008971" sldId="322"/>
            <ac:spMk id="18" creationId="{C2D843F4-8209-0E32-AB9C-E659D631D25F}"/>
          </ac:spMkLst>
        </pc:spChg>
        <pc:spChg chg="add mod">
          <ac:chgData name="Piacentini, Caterina" userId="f5cc0bf0-ba5e-47a2-9f46-1ab04c78f108" providerId="ADAL" clId="{33458103-1E0D-5382-9B65-34EE54475687}" dt="2026-02-12T10:58:53.556" v="724" actId="207"/>
          <ac:spMkLst>
            <pc:docMk/>
            <pc:sldMk cId="3340008971" sldId="322"/>
            <ac:spMk id="19" creationId="{14E2C799-A721-E73F-E0AD-063AD17EEFBF}"/>
          </ac:spMkLst>
        </pc:spChg>
        <pc:spChg chg="add mod">
          <ac:chgData name="Piacentini, Caterina" userId="f5cc0bf0-ba5e-47a2-9f46-1ab04c78f108" providerId="ADAL" clId="{33458103-1E0D-5382-9B65-34EE54475687}" dt="2026-02-12T11:38:55.481" v="1734" actId="1035"/>
          <ac:spMkLst>
            <pc:docMk/>
            <pc:sldMk cId="3340008971" sldId="322"/>
            <ac:spMk id="20" creationId="{C4D94DEE-3E3E-2B40-9313-B2D47C44493C}"/>
          </ac:spMkLst>
        </pc:spChg>
        <pc:spChg chg="mod">
          <ac:chgData name="Piacentini, Caterina" userId="f5cc0bf0-ba5e-47a2-9f46-1ab04c78f108" providerId="ADAL" clId="{33458103-1E0D-5382-9B65-34EE54475687}" dt="2026-02-12T11:38:36.050" v="1728" actId="2711"/>
          <ac:spMkLst>
            <pc:docMk/>
            <pc:sldMk cId="3340008971" sldId="322"/>
            <ac:spMk id="22" creationId="{D725F308-D8D4-F9DC-8781-7ED14A12BE96}"/>
          </ac:spMkLst>
        </pc:spChg>
        <pc:spChg chg="add mod">
          <ac:chgData name="Piacentini, Caterina" userId="f5cc0bf0-ba5e-47a2-9f46-1ab04c78f108" providerId="ADAL" clId="{33458103-1E0D-5382-9B65-34EE54475687}" dt="2026-02-12T11:38:40.453" v="1729" actId="2711"/>
          <ac:spMkLst>
            <pc:docMk/>
            <pc:sldMk cId="3340008971" sldId="322"/>
            <ac:spMk id="23" creationId="{82976F86-421F-2CF4-5D1E-254BFB085335}"/>
          </ac:spMkLst>
        </pc:spChg>
        <pc:spChg chg="add mod">
          <ac:chgData name="Piacentini, Caterina" userId="f5cc0bf0-ba5e-47a2-9f46-1ab04c78f108" providerId="ADAL" clId="{33458103-1E0D-5382-9B65-34EE54475687}" dt="2026-02-12T11:38:44.125" v="1730" actId="2711"/>
          <ac:spMkLst>
            <pc:docMk/>
            <pc:sldMk cId="3340008971" sldId="322"/>
            <ac:spMk id="24" creationId="{339C9D93-2709-A315-7297-9DC17730F5B0}"/>
          </ac:spMkLst>
        </pc:spChg>
        <pc:grpChg chg="mod">
          <ac:chgData name="Piacentini, Caterina" userId="f5cc0bf0-ba5e-47a2-9f46-1ab04c78f108" providerId="ADAL" clId="{33458103-1E0D-5382-9B65-34EE54475687}" dt="2026-02-12T10:55:56.867" v="638" actId="1076"/>
          <ac:grpSpMkLst>
            <pc:docMk/>
            <pc:sldMk cId="3340008971" sldId="322"/>
            <ac:grpSpMk id="34" creationId="{B6E27F9B-2008-C33F-CC0C-90EE3BFCBED5}"/>
          </ac:grpSpMkLst>
        </pc:grpChg>
        <pc:picChg chg="mod">
          <ac:chgData name="Piacentini, Caterina" userId="f5cc0bf0-ba5e-47a2-9f46-1ab04c78f108" providerId="ADAL" clId="{33458103-1E0D-5382-9B65-34EE54475687}" dt="2026-02-12T10:55:48.508" v="637" actId="14100"/>
          <ac:picMkLst>
            <pc:docMk/>
            <pc:sldMk cId="3340008971" sldId="322"/>
            <ac:picMk id="5" creationId="{8C61B613-B41F-A056-4379-26351781B1E3}"/>
          </ac:picMkLst>
        </pc:picChg>
      </pc:sldChg>
      <pc:sldChg chg="addSp delSp modSp mod">
        <pc:chgData name="Piacentini, Caterina" userId="f5cc0bf0-ba5e-47a2-9f46-1ab04c78f108" providerId="ADAL" clId="{33458103-1E0D-5382-9B65-34EE54475687}" dt="2026-02-21T10:37:57.315" v="5968" actId="20577"/>
        <pc:sldMkLst>
          <pc:docMk/>
          <pc:sldMk cId="2362282143" sldId="327"/>
        </pc:sldMkLst>
        <pc:spChg chg="mod">
          <ac:chgData name="Piacentini, Caterina" userId="f5cc0bf0-ba5e-47a2-9f46-1ab04c78f108" providerId="ADAL" clId="{33458103-1E0D-5382-9B65-34EE54475687}" dt="2026-02-12T09:25:37.405" v="75" actId="1076"/>
          <ac:spMkLst>
            <pc:docMk/>
            <pc:sldMk cId="2362282143" sldId="327"/>
            <ac:spMk id="2" creationId="{1786D7E1-4A30-7E5F-45BB-D6EC3026A5F1}"/>
          </ac:spMkLst>
        </pc:spChg>
        <pc:spChg chg="mod">
          <ac:chgData name="Piacentini, Caterina" userId="f5cc0bf0-ba5e-47a2-9f46-1ab04c78f108" providerId="ADAL" clId="{33458103-1E0D-5382-9B65-34EE54475687}" dt="2026-02-12T09:37:37.447" v="384" actId="1076"/>
          <ac:spMkLst>
            <pc:docMk/>
            <pc:sldMk cId="2362282143" sldId="327"/>
            <ac:spMk id="3" creationId="{A4832966-EA4F-6436-6125-728312B67C24}"/>
          </ac:spMkLst>
        </pc:spChg>
        <pc:spChg chg="mod">
          <ac:chgData name="Piacentini, Caterina" userId="f5cc0bf0-ba5e-47a2-9f46-1ab04c78f108" providerId="ADAL" clId="{33458103-1E0D-5382-9B65-34EE54475687}" dt="2026-02-12T09:25:27.482" v="74" actId="1076"/>
          <ac:spMkLst>
            <pc:docMk/>
            <pc:sldMk cId="2362282143" sldId="327"/>
            <ac:spMk id="4" creationId="{95CA65BD-3A08-26CF-12A7-C1E3CC7D9729}"/>
          </ac:spMkLst>
        </pc:spChg>
        <pc:spChg chg="mod">
          <ac:chgData name="Piacentini, Caterina" userId="f5cc0bf0-ba5e-47a2-9f46-1ab04c78f108" providerId="ADAL" clId="{33458103-1E0D-5382-9B65-34EE54475687}" dt="2026-02-12T09:36:46.280" v="376" actId="207"/>
          <ac:spMkLst>
            <pc:docMk/>
            <pc:sldMk cId="2362282143" sldId="327"/>
            <ac:spMk id="5" creationId="{D269C8B3-D24A-A607-DB05-2B8C5752984D}"/>
          </ac:spMkLst>
        </pc:spChg>
        <pc:spChg chg="mod">
          <ac:chgData name="Piacentini, Caterina" userId="f5cc0bf0-ba5e-47a2-9f46-1ab04c78f108" providerId="ADAL" clId="{33458103-1E0D-5382-9B65-34EE54475687}" dt="2026-02-12T09:37:15.780" v="378" actId="207"/>
          <ac:spMkLst>
            <pc:docMk/>
            <pc:sldMk cId="2362282143" sldId="327"/>
            <ac:spMk id="6" creationId="{03B95D00-2CA0-4287-EA0D-0574FDBB6B69}"/>
          </ac:spMkLst>
        </pc:spChg>
        <pc:spChg chg="mod">
          <ac:chgData name="Piacentini, Caterina" userId="f5cc0bf0-ba5e-47a2-9f46-1ab04c78f108" providerId="ADAL" clId="{33458103-1E0D-5382-9B65-34EE54475687}" dt="2026-02-21T10:37:57.315" v="5968" actId="20577"/>
          <ac:spMkLst>
            <pc:docMk/>
            <pc:sldMk cId="2362282143" sldId="327"/>
            <ac:spMk id="7" creationId="{44635FD9-F625-24D1-0057-4FDA4A4A4699}"/>
          </ac:spMkLst>
        </pc:spChg>
        <pc:spChg chg="mod">
          <ac:chgData name="Piacentini, Caterina" userId="f5cc0bf0-ba5e-47a2-9f46-1ab04c78f108" providerId="ADAL" clId="{33458103-1E0D-5382-9B65-34EE54475687}" dt="2026-02-12T09:37:20.966" v="380" actId="207"/>
          <ac:spMkLst>
            <pc:docMk/>
            <pc:sldMk cId="2362282143" sldId="327"/>
            <ac:spMk id="9" creationId="{48A8DA30-BB07-4227-4674-22D2F5135C65}"/>
          </ac:spMkLst>
        </pc:spChg>
        <pc:spChg chg="mod">
          <ac:chgData name="Piacentini, Caterina" userId="f5cc0bf0-ba5e-47a2-9f46-1ab04c78f108" providerId="ADAL" clId="{33458103-1E0D-5382-9B65-34EE54475687}" dt="2026-02-12T09:37:33.788" v="383" actId="207"/>
          <ac:spMkLst>
            <pc:docMk/>
            <pc:sldMk cId="2362282143" sldId="327"/>
            <ac:spMk id="10" creationId="{F371BCA4-2944-8E0F-9DC9-8659F272845D}"/>
          </ac:spMkLst>
        </pc:spChg>
        <pc:spChg chg="mod">
          <ac:chgData name="Piacentini, Caterina" userId="f5cc0bf0-ba5e-47a2-9f46-1ab04c78f108" providerId="ADAL" clId="{33458103-1E0D-5382-9B65-34EE54475687}" dt="2026-02-12T09:36:40.644" v="374" actId="20577"/>
          <ac:spMkLst>
            <pc:docMk/>
            <pc:sldMk cId="2362282143" sldId="327"/>
            <ac:spMk id="11" creationId="{2993670B-D792-6554-99A2-403E29990DD4}"/>
          </ac:spMkLst>
        </pc:spChg>
        <pc:spChg chg="add mod">
          <ac:chgData name="Piacentini, Caterina" userId="f5cc0bf0-ba5e-47a2-9f46-1ab04c78f108" providerId="ADAL" clId="{33458103-1E0D-5382-9B65-34EE54475687}" dt="2026-02-12T11:21:40.017" v="1012" actId="115"/>
          <ac:spMkLst>
            <pc:docMk/>
            <pc:sldMk cId="2362282143" sldId="327"/>
            <ac:spMk id="13" creationId="{0CB35FED-B526-9C1C-4564-B6F89FD511EB}"/>
          </ac:spMkLst>
        </pc:spChg>
        <pc:spChg chg="add mod">
          <ac:chgData name="Piacentini, Caterina" userId="f5cc0bf0-ba5e-47a2-9f46-1ab04c78f108" providerId="ADAL" clId="{33458103-1E0D-5382-9B65-34EE54475687}" dt="2026-02-12T11:21:42.802" v="1013" actId="115"/>
          <ac:spMkLst>
            <pc:docMk/>
            <pc:sldMk cId="2362282143" sldId="327"/>
            <ac:spMk id="15" creationId="{74C651BD-5D8D-E3C1-3F05-C3CAEA0FCF26}"/>
          </ac:spMkLst>
        </pc:spChg>
        <pc:spChg chg="add mod">
          <ac:chgData name="Piacentini, Caterina" userId="f5cc0bf0-ba5e-47a2-9f46-1ab04c78f108" providerId="ADAL" clId="{33458103-1E0D-5382-9B65-34EE54475687}" dt="2026-02-12T09:36:06.544" v="369" actId="207"/>
          <ac:spMkLst>
            <pc:docMk/>
            <pc:sldMk cId="2362282143" sldId="327"/>
            <ac:spMk id="16" creationId="{58E68FF0-9AA2-BC73-2E3F-32185E26A567}"/>
          </ac:spMkLst>
        </pc:spChg>
        <pc:spChg chg="add mod">
          <ac:chgData name="Piacentini, Caterina" userId="f5cc0bf0-ba5e-47a2-9f46-1ab04c78f108" providerId="ADAL" clId="{33458103-1E0D-5382-9B65-34EE54475687}" dt="2026-02-12T09:36:14.599" v="370" actId="108"/>
          <ac:spMkLst>
            <pc:docMk/>
            <pc:sldMk cId="2362282143" sldId="327"/>
            <ac:spMk id="17" creationId="{9315C120-CE54-7F3C-D316-3BC1EFFE49FA}"/>
          </ac:spMkLst>
        </pc:spChg>
      </pc:sldChg>
      <pc:sldChg chg="del">
        <pc:chgData name="Piacentini, Caterina" userId="f5cc0bf0-ba5e-47a2-9f46-1ab04c78f108" providerId="ADAL" clId="{33458103-1E0D-5382-9B65-34EE54475687}" dt="2026-02-24T10:08:33.763" v="8365" actId="2696"/>
        <pc:sldMkLst>
          <pc:docMk/>
          <pc:sldMk cId="1420953659" sldId="333"/>
        </pc:sldMkLst>
      </pc:sldChg>
      <pc:sldChg chg="addSp delSp modSp mod ord">
        <pc:chgData name="Piacentini, Caterina" userId="f5cc0bf0-ba5e-47a2-9f46-1ab04c78f108" providerId="ADAL" clId="{33458103-1E0D-5382-9B65-34EE54475687}" dt="2026-02-23T16:22:58.859" v="7286" actId="20578"/>
        <pc:sldMkLst>
          <pc:docMk/>
          <pc:sldMk cId="2911385746" sldId="334"/>
        </pc:sldMkLst>
        <pc:spChg chg="mod">
          <ac:chgData name="Piacentini, Caterina" userId="f5cc0bf0-ba5e-47a2-9f46-1ab04c78f108" providerId="ADAL" clId="{33458103-1E0D-5382-9B65-34EE54475687}" dt="2026-02-23T15:18:54.858" v="6799" actId="113"/>
          <ac:spMkLst>
            <pc:docMk/>
            <pc:sldMk cId="2911385746" sldId="334"/>
            <ac:spMk id="2" creationId="{810E0825-B69E-17F3-FD76-E0F4DF794A1A}"/>
          </ac:spMkLst>
        </pc:spChg>
        <pc:spChg chg="mod">
          <ac:chgData name="Piacentini, Caterina" userId="f5cc0bf0-ba5e-47a2-9f46-1ab04c78f108" providerId="ADAL" clId="{33458103-1E0D-5382-9B65-34EE54475687}" dt="2026-02-21T10:54:50.871" v="6309" actId="20577"/>
          <ac:spMkLst>
            <pc:docMk/>
            <pc:sldMk cId="2911385746" sldId="334"/>
            <ac:spMk id="7" creationId="{6329562D-CF38-6254-228D-29B0C7BA2E63}"/>
          </ac:spMkLst>
        </pc:spChg>
        <pc:spChg chg="mod">
          <ac:chgData name="Piacentini, Caterina" userId="f5cc0bf0-ba5e-47a2-9f46-1ab04c78f108" providerId="ADAL" clId="{33458103-1E0D-5382-9B65-34EE54475687}" dt="2026-02-23T15:39:21.001" v="7132" actId="1037"/>
          <ac:spMkLst>
            <pc:docMk/>
            <pc:sldMk cId="2911385746" sldId="334"/>
            <ac:spMk id="10" creationId="{3FC6DCA9-6498-2A61-3B5F-0D705A107F46}"/>
          </ac:spMkLst>
        </pc:spChg>
        <pc:grpChg chg="add mod">
          <ac:chgData name="Piacentini, Caterina" userId="f5cc0bf0-ba5e-47a2-9f46-1ab04c78f108" providerId="ADAL" clId="{33458103-1E0D-5382-9B65-34EE54475687}" dt="2026-02-23T15:20:22.725" v="6812" actId="1076"/>
          <ac:grpSpMkLst>
            <pc:docMk/>
            <pc:sldMk cId="2911385746" sldId="334"/>
            <ac:grpSpMk id="9" creationId="{30E2594E-AD9A-AAB7-8BAA-4ED1618F58EC}"/>
          </ac:grpSpMkLst>
        </pc:grpChg>
        <pc:picChg chg="del">
          <ac:chgData name="Piacentini, Caterina" userId="f5cc0bf0-ba5e-47a2-9f46-1ab04c78f108" providerId="ADAL" clId="{33458103-1E0D-5382-9B65-34EE54475687}" dt="2026-02-23T15:18:06.414" v="6790" actId="478"/>
          <ac:picMkLst>
            <pc:docMk/>
            <pc:sldMk cId="2911385746" sldId="334"/>
            <ac:picMk id="3" creationId="{97F897D6-666E-4719-822F-8A527478E1A3}"/>
          </ac:picMkLst>
        </pc:picChg>
        <pc:picChg chg="add mod">
          <ac:chgData name="Piacentini, Caterina" userId="f5cc0bf0-ba5e-47a2-9f46-1ab04c78f108" providerId="ADAL" clId="{33458103-1E0D-5382-9B65-34EE54475687}" dt="2026-02-23T15:20:29.014" v="6813" actId="14100"/>
          <ac:picMkLst>
            <pc:docMk/>
            <pc:sldMk cId="2911385746" sldId="334"/>
            <ac:picMk id="5" creationId="{31A7629E-1754-2307-644E-1C91A65FA838}"/>
          </ac:picMkLst>
        </pc:picChg>
        <pc:picChg chg="mod">
          <ac:chgData name="Piacentini, Caterina" userId="f5cc0bf0-ba5e-47a2-9f46-1ab04c78f108" providerId="ADAL" clId="{33458103-1E0D-5382-9B65-34EE54475687}" dt="2026-02-23T15:39:44.737" v="7136" actId="692"/>
          <ac:picMkLst>
            <pc:docMk/>
            <pc:sldMk cId="2911385746" sldId="334"/>
            <ac:picMk id="11" creationId="{B48FA5C9-27D1-A663-01B1-9B385E7202C6}"/>
          </ac:picMkLst>
        </pc:picChg>
        <pc:cxnChg chg="add mod">
          <ac:chgData name="Piacentini, Caterina" userId="f5cc0bf0-ba5e-47a2-9f46-1ab04c78f108" providerId="ADAL" clId="{33458103-1E0D-5382-9B65-34EE54475687}" dt="2026-02-23T15:39:32.529" v="7134" actId="692"/>
          <ac:cxnSpMkLst>
            <pc:docMk/>
            <pc:sldMk cId="2911385746" sldId="334"/>
            <ac:cxnSpMk id="6" creationId="{981F5650-F1DE-BAD4-1065-9E3381B1D975}"/>
          </ac:cxnSpMkLst>
        </pc:cxnChg>
      </pc:sldChg>
      <pc:sldChg chg="addSp delSp modSp mod">
        <pc:chgData name="Piacentini, Caterina" userId="f5cc0bf0-ba5e-47a2-9f46-1ab04c78f108" providerId="ADAL" clId="{33458103-1E0D-5382-9B65-34EE54475687}" dt="2026-02-23T17:04:55.527" v="8135" actId="20577"/>
        <pc:sldMkLst>
          <pc:docMk/>
          <pc:sldMk cId="3989720971" sldId="335"/>
        </pc:sldMkLst>
        <pc:spChg chg="add mod">
          <ac:chgData name="Piacentini, Caterina" userId="f5cc0bf0-ba5e-47a2-9f46-1ab04c78f108" providerId="ADAL" clId="{33458103-1E0D-5382-9B65-34EE54475687}" dt="2026-02-17T17:50:08.669" v="5425" actId="692"/>
          <ac:spMkLst>
            <pc:docMk/>
            <pc:sldMk cId="3989720971" sldId="335"/>
            <ac:spMk id="3" creationId="{D38908C7-B369-B6E0-C31D-60135C123EE0}"/>
          </ac:spMkLst>
        </pc:spChg>
        <pc:spChg chg="add mod">
          <ac:chgData name="Piacentini, Caterina" userId="f5cc0bf0-ba5e-47a2-9f46-1ab04c78f108" providerId="ADAL" clId="{33458103-1E0D-5382-9B65-34EE54475687}" dt="2026-02-17T17:19:52.371" v="3845" actId="1076"/>
          <ac:spMkLst>
            <pc:docMk/>
            <pc:sldMk cId="3989720971" sldId="335"/>
            <ac:spMk id="5" creationId="{646FDE5E-3076-75A2-5F7D-F581260305FE}"/>
          </ac:spMkLst>
        </pc:spChg>
        <pc:spChg chg="mod">
          <ac:chgData name="Piacentini, Caterina" userId="f5cc0bf0-ba5e-47a2-9f46-1ab04c78f108" providerId="ADAL" clId="{33458103-1E0D-5382-9B65-34EE54475687}" dt="2026-02-21T10:54:35.219" v="6305" actId="20577"/>
          <ac:spMkLst>
            <pc:docMk/>
            <pc:sldMk cId="3989720971" sldId="335"/>
            <ac:spMk id="7" creationId="{5EF2BB79-8BE7-0344-D281-EA772CAD3149}"/>
          </ac:spMkLst>
        </pc:spChg>
        <pc:spChg chg="mod">
          <ac:chgData name="Piacentini, Caterina" userId="f5cc0bf0-ba5e-47a2-9f46-1ab04c78f108" providerId="ADAL" clId="{33458103-1E0D-5382-9B65-34EE54475687}" dt="2026-02-17T17:20:11.504" v="3850" actId="166"/>
          <ac:spMkLst>
            <pc:docMk/>
            <pc:sldMk cId="3989720971" sldId="335"/>
            <ac:spMk id="8" creationId="{0356EEB1-2A72-00A5-4EFE-E292BC220EAD}"/>
          </ac:spMkLst>
        </pc:spChg>
        <pc:spChg chg="add mod">
          <ac:chgData name="Piacentini, Caterina" userId="f5cc0bf0-ba5e-47a2-9f46-1ab04c78f108" providerId="ADAL" clId="{33458103-1E0D-5382-9B65-34EE54475687}" dt="2026-02-23T17:04:55.527" v="8135" actId="20577"/>
          <ac:spMkLst>
            <pc:docMk/>
            <pc:sldMk cId="3989720971" sldId="335"/>
            <ac:spMk id="15" creationId="{3526F64D-B21C-DE8E-2FA7-9920DF39BE46}"/>
          </ac:spMkLst>
        </pc:spChg>
        <pc:grpChg chg="add mod">
          <ac:chgData name="Piacentini, Caterina" userId="f5cc0bf0-ba5e-47a2-9f46-1ab04c78f108" providerId="ADAL" clId="{33458103-1E0D-5382-9B65-34EE54475687}" dt="2026-02-17T17:20:19.240" v="3851" actId="1076"/>
          <ac:grpSpMkLst>
            <pc:docMk/>
            <pc:sldMk cId="3989720971" sldId="335"/>
            <ac:grpSpMk id="6" creationId="{E1EE49DF-16EB-E061-02AD-42A99B8D94DF}"/>
          </ac:grpSpMkLst>
        </pc:grpChg>
        <pc:picChg chg="add del mod">
          <ac:chgData name="Piacentini, Caterina" userId="f5cc0bf0-ba5e-47a2-9f46-1ab04c78f108" providerId="ADAL" clId="{33458103-1E0D-5382-9B65-34EE54475687}" dt="2026-02-17T17:21:06.750" v="3857" actId="14826"/>
          <ac:picMkLst>
            <pc:docMk/>
            <pc:sldMk cId="3989720971" sldId="335"/>
            <ac:picMk id="9" creationId="{A8B1B1D2-1F37-C4ED-F994-E2608281C9E4}"/>
          </ac:picMkLst>
        </pc:picChg>
        <pc:picChg chg="mod">
          <ac:chgData name="Piacentini, Caterina" userId="f5cc0bf0-ba5e-47a2-9f46-1ab04c78f108" providerId="ADAL" clId="{33458103-1E0D-5382-9B65-34EE54475687}" dt="2026-02-17T17:20:05.801" v="3848" actId="1076"/>
          <ac:picMkLst>
            <pc:docMk/>
            <pc:sldMk cId="3989720971" sldId="335"/>
            <ac:picMk id="11" creationId="{5F0DDE79-2C8E-9421-5278-700B3207E072}"/>
          </ac:picMkLst>
        </pc:picChg>
        <pc:picChg chg="mod">
          <ac:chgData name="Piacentini, Caterina" userId="f5cc0bf0-ba5e-47a2-9f46-1ab04c78f108" providerId="ADAL" clId="{33458103-1E0D-5382-9B65-34EE54475687}" dt="2026-02-17T17:20:08.056" v="3849" actId="1076"/>
          <ac:picMkLst>
            <pc:docMk/>
            <pc:sldMk cId="3989720971" sldId="335"/>
            <ac:picMk id="12" creationId="{B77F5C1E-FF13-4B07-4783-FDCEF3285F22}"/>
          </ac:picMkLst>
        </pc:picChg>
      </pc:sldChg>
      <pc:sldChg chg="addSp delSp modSp mod ord modShow">
        <pc:chgData name="Piacentini, Caterina" userId="f5cc0bf0-ba5e-47a2-9f46-1ab04c78f108" providerId="ADAL" clId="{33458103-1E0D-5382-9B65-34EE54475687}" dt="2026-02-23T16:09:21.157" v="7283" actId="207"/>
        <pc:sldMkLst>
          <pc:docMk/>
          <pc:sldMk cId="793516716" sldId="336"/>
        </pc:sldMkLst>
        <pc:spChg chg="mod">
          <ac:chgData name="Piacentini, Caterina" userId="f5cc0bf0-ba5e-47a2-9f46-1ab04c78f108" providerId="ADAL" clId="{33458103-1E0D-5382-9B65-34EE54475687}" dt="2026-02-23T16:09:21.157" v="7283" actId="207"/>
          <ac:spMkLst>
            <pc:docMk/>
            <pc:sldMk cId="793516716" sldId="336"/>
            <ac:spMk id="2" creationId="{65C6C69F-E89D-02CD-EAAC-34D55C08C78F}"/>
          </ac:spMkLst>
        </pc:spChg>
        <pc:spChg chg="add mod">
          <ac:chgData name="Piacentini, Caterina" userId="f5cc0bf0-ba5e-47a2-9f46-1ab04c78f108" providerId="ADAL" clId="{33458103-1E0D-5382-9B65-34EE54475687}" dt="2026-02-21T10:59:38.547" v="6355" actId="207"/>
          <ac:spMkLst>
            <pc:docMk/>
            <pc:sldMk cId="793516716" sldId="336"/>
            <ac:spMk id="3" creationId="{3EBABB13-BC0F-0BAB-E822-F99D7213F230}"/>
          </ac:spMkLst>
        </pc:spChg>
        <pc:spChg chg="mod">
          <ac:chgData name="Piacentini, Caterina" userId="f5cc0bf0-ba5e-47a2-9f46-1ab04c78f108" providerId="ADAL" clId="{33458103-1E0D-5382-9B65-34EE54475687}" dt="2026-02-23T16:09:16.024" v="7282" actId="207"/>
          <ac:spMkLst>
            <pc:docMk/>
            <pc:sldMk cId="793516716" sldId="336"/>
            <ac:spMk id="4" creationId="{B8771BF3-FEB7-7D92-8F27-19ADA68620D2}"/>
          </ac:spMkLst>
        </pc:spChg>
        <pc:spChg chg="add mod">
          <ac:chgData name="Piacentini, Caterina" userId="f5cc0bf0-ba5e-47a2-9f46-1ab04c78f108" providerId="ADAL" clId="{33458103-1E0D-5382-9B65-34EE54475687}" dt="2026-02-21T10:58:47.872" v="6350" actId="1076"/>
          <ac:spMkLst>
            <pc:docMk/>
            <pc:sldMk cId="793516716" sldId="336"/>
            <ac:spMk id="6" creationId="{B887D783-FD88-41D1-F53F-020AD40240EB}"/>
          </ac:spMkLst>
        </pc:spChg>
        <pc:spChg chg="mod">
          <ac:chgData name="Piacentini, Caterina" userId="f5cc0bf0-ba5e-47a2-9f46-1ab04c78f108" providerId="ADAL" clId="{33458103-1E0D-5382-9B65-34EE54475687}" dt="2026-02-21T10:37:28.295" v="5959" actId="20577"/>
          <ac:spMkLst>
            <pc:docMk/>
            <pc:sldMk cId="793516716" sldId="336"/>
            <ac:spMk id="7" creationId="{17100A2E-E452-ED46-9B06-FDE692892127}"/>
          </ac:spMkLst>
        </pc:spChg>
        <pc:spChg chg="add mod">
          <ac:chgData name="Piacentini, Caterina" userId="f5cc0bf0-ba5e-47a2-9f46-1ab04c78f108" providerId="ADAL" clId="{33458103-1E0D-5382-9B65-34EE54475687}" dt="2026-02-23T16:08:35.030" v="7281" actId="20577"/>
          <ac:spMkLst>
            <pc:docMk/>
            <pc:sldMk cId="793516716" sldId="336"/>
            <ac:spMk id="9" creationId="{DC9EC996-1D9A-FBD0-CE70-9481222965AC}"/>
          </ac:spMkLst>
        </pc:spChg>
        <pc:picChg chg="mod">
          <ac:chgData name="Piacentini, Caterina" userId="f5cc0bf0-ba5e-47a2-9f46-1ab04c78f108" providerId="ADAL" clId="{33458103-1E0D-5382-9B65-34EE54475687}" dt="2026-02-21T10:56:35.028" v="6339" actId="1076"/>
          <ac:picMkLst>
            <pc:docMk/>
            <pc:sldMk cId="793516716" sldId="336"/>
            <ac:picMk id="5" creationId="{76A96330-6297-E2A0-B035-A22EAAC15074}"/>
          </ac:picMkLst>
        </pc:picChg>
      </pc:sldChg>
      <pc:sldChg chg="addSp delSp modSp mod">
        <pc:chgData name="Piacentini, Caterina" userId="f5cc0bf0-ba5e-47a2-9f46-1ab04c78f108" providerId="ADAL" clId="{33458103-1E0D-5382-9B65-34EE54475687}" dt="2026-02-23T17:05:00.829" v="8137" actId="20577"/>
        <pc:sldMkLst>
          <pc:docMk/>
          <pc:sldMk cId="1399541042" sldId="340"/>
        </pc:sldMkLst>
        <pc:spChg chg="mod">
          <ac:chgData name="Piacentini, Caterina" userId="f5cc0bf0-ba5e-47a2-9f46-1ab04c78f108" providerId="ADAL" clId="{33458103-1E0D-5382-9B65-34EE54475687}" dt="2026-02-22T10:05:04.127" v="6483" actId="14861"/>
          <ac:spMkLst>
            <pc:docMk/>
            <pc:sldMk cId="1399541042" sldId="340"/>
            <ac:spMk id="2" creationId="{F0AD875C-B5FC-60AE-9712-533F1F40BF02}"/>
          </ac:spMkLst>
        </pc:spChg>
        <pc:spChg chg="mod">
          <ac:chgData name="Piacentini, Caterina" userId="f5cc0bf0-ba5e-47a2-9f46-1ab04c78f108" providerId="ADAL" clId="{33458103-1E0D-5382-9B65-34EE54475687}" dt="2026-02-21T10:54:28.637" v="6303" actId="20577"/>
          <ac:spMkLst>
            <pc:docMk/>
            <pc:sldMk cId="1399541042" sldId="340"/>
            <ac:spMk id="7" creationId="{0F2BDB3D-55A9-E654-3540-619F5CF53F56}"/>
          </ac:spMkLst>
        </pc:spChg>
        <pc:spChg chg="mod">
          <ac:chgData name="Piacentini, Caterina" userId="f5cc0bf0-ba5e-47a2-9f46-1ab04c78f108" providerId="ADAL" clId="{33458103-1E0D-5382-9B65-34EE54475687}" dt="2026-02-17T17:24:41.266" v="3892"/>
          <ac:spMkLst>
            <pc:docMk/>
            <pc:sldMk cId="1399541042" sldId="340"/>
            <ac:spMk id="9" creationId="{4A11987F-EC56-8B9E-DDBE-9EB83FC71411}"/>
          </ac:spMkLst>
        </pc:spChg>
        <pc:spChg chg="add mod">
          <ac:chgData name="Piacentini, Caterina" userId="f5cc0bf0-ba5e-47a2-9f46-1ab04c78f108" providerId="ADAL" clId="{33458103-1E0D-5382-9B65-34EE54475687}" dt="2026-02-23T17:05:00.829" v="8137" actId="20577"/>
          <ac:spMkLst>
            <pc:docMk/>
            <pc:sldMk cId="1399541042" sldId="340"/>
            <ac:spMk id="11" creationId="{32DA2BB5-1962-51BB-524A-0D61038D14E2}"/>
          </ac:spMkLst>
        </pc:spChg>
        <pc:spChg chg="add mod">
          <ac:chgData name="Piacentini, Caterina" userId="f5cc0bf0-ba5e-47a2-9f46-1ab04c78f108" providerId="ADAL" clId="{33458103-1E0D-5382-9B65-34EE54475687}" dt="2026-02-22T10:04:52.894" v="6482" actId="108"/>
          <ac:spMkLst>
            <pc:docMk/>
            <pc:sldMk cId="1399541042" sldId="340"/>
            <ac:spMk id="12" creationId="{1313D05C-8C04-B29C-9B89-677D4707BDED}"/>
          </ac:spMkLst>
        </pc:spChg>
        <pc:grpChg chg="add mod">
          <ac:chgData name="Piacentini, Caterina" userId="f5cc0bf0-ba5e-47a2-9f46-1ab04c78f108" providerId="ADAL" clId="{33458103-1E0D-5382-9B65-34EE54475687}" dt="2026-02-17T17:27:57.023" v="3923" actId="1076"/>
          <ac:grpSpMkLst>
            <pc:docMk/>
            <pc:sldMk cId="1399541042" sldId="340"/>
            <ac:grpSpMk id="3" creationId="{3196AD5D-26BA-9B97-12DA-20A148053C78}"/>
          </ac:grpSpMkLst>
        </pc:grpChg>
        <pc:grpChg chg="mod">
          <ac:chgData name="Piacentini, Caterina" userId="f5cc0bf0-ba5e-47a2-9f46-1ab04c78f108" providerId="ADAL" clId="{33458103-1E0D-5382-9B65-34EE54475687}" dt="2026-02-17T17:24:41.266" v="3892"/>
          <ac:grpSpMkLst>
            <pc:docMk/>
            <pc:sldMk cId="1399541042" sldId="340"/>
            <ac:grpSpMk id="6" creationId="{D90CA40A-3FA4-0A74-DC63-AEA86ABED43C}"/>
          </ac:grpSpMkLst>
        </pc:grpChg>
        <pc:picChg chg="mod">
          <ac:chgData name="Piacentini, Caterina" userId="f5cc0bf0-ba5e-47a2-9f46-1ab04c78f108" providerId="ADAL" clId="{33458103-1E0D-5382-9B65-34EE54475687}" dt="2026-02-22T10:04:29.411" v="6480" actId="1076"/>
          <ac:picMkLst>
            <pc:docMk/>
            <pc:sldMk cId="1399541042" sldId="340"/>
            <ac:picMk id="4" creationId="{EFA40CCB-41BE-9344-948E-E9597A3EACEC}"/>
          </ac:picMkLst>
        </pc:picChg>
        <pc:picChg chg="mod">
          <ac:chgData name="Piacentini, Caterina" userId="f5cc0bf0-ba5e-47a2-9f46-1ab04c78f108" providerId="ADAL" clId="{33458103-1E0D-5382-9B65-34EE54475687}" dt="2026-02-17T17:25:41.205" v="3900" actId="207"/>
          <ac:picMkLst>
            <pc:docMk/>
            <pc:sldMk cId="1399541042" sldId="340"/>
            <ac:picMk id="10" creationId="{41343226-A7A1-1195-6D7D-B2FCEFB4A5F3}"/>
          </ac:picMkLst>
        </pc:picChg>
        <pc:cxnChg chg="mod">
          <ac:chgData name="Piacentini, Caterina" userId="f5cc0bf0-ba5e-47a2-9f46-1ab04c78f108" providerId="ADAL" clId="{33458103-1E0D-5382-9B65-34EE54475687}" dt="2026-02-17T17:25:05.937" v="3896" actId="692"/>
          <ac:cxnSpMkLst>
            <pc:docMk/>
            <pc:sldMk cId="1399541042" sldId="340"/>
            <ac:cxnSpMk id="5" creationId="{1A56CA99-D605-9F80-5D48-8057A20CE406}"/>
          </ac:cxnSpMkLst>
        </pc:cxnChg>
      </pc:sldChg>
      <pc:sldChg chg="addSp delSp modSp add mod">
        <pc:chgData name="Piacentini, Caterina" userId="f5cc0bf0-ba5e-47a2-9f46-1ab04c78f108" providerId="ADAL" clId="{33458103-1E0D-5382-9B65-34EE54475687}" dt="2026-02-23T16:49:13.313" v="7617" actId="13926"/>
        <pc:sldMkLst>
          <pc:docMk/>
          <pc:sldMk cId="1294990833" sldId="341"/>
        </pc:sldMkLst>
        <pc:spChg chg="mod">
          <ac:chgData name="Piacentini, Caterina" userId="f5cc0bf0-ba5e-47a2-9f46-1ab04c78f108" providerId="ADAL" clId="{33458103-1E0D-5382-9B65-34EE54475687}" dt="2026-02-21T10:53:18.422" v="6237" actId="1076"/>
          <ac:spMkLst>
            <pc:docMk/>
            <pc:sldMk cId="1294990833" sldId="341"/>
            <ac:spMk id="2" creationId="{B2C70D45-C1FB-CD33-848A-B5F65FBD142A}"/>
          </ac:spMkLst>
        </pc:spChg>
        <pc:spChg chg="mod">
          <ac:chgData name="Piacentini, Caterina" userId="f5cc0bf0-ba5e-47a2-9f46-1ab04c78f108" providerId="ADAL" clId="{33458103-1E0D-5382-9B65-34EE54475687}" dt="2026-02-23T16:49:13.313" v="7617" actId="13926"/>
          <ac:spMkLst>
            <pc:docMk/>
            <pc:sldMk cId="1294990833" sldId="341"/>
            <ac:spMk id="3" creationId="{8AB762A3-5A16-F89F-3B79-9A3CF9B8DA2E}"/>
          </ac:spMkLst>
        </pc:spChg>
        <pc:spChg chg="mod">
          <ac:chgData name="Piacentini, Caterina" userId="f5cc0bf0-ba5e-47a2-9f46-1ab04c78f108" providerId="ADAL" clId="{33458103-1E0D-5382-9B65-34EE54475687}" dt="2026-02-21T10:53:45.328" v="6268" actId="790"/>
          <ac:spMkLst>
            <pc:docMk/>
            <pc:sldMk cId="1294990833" sldId="341"/>
            <ac:spMk id="5" creationId="{B7CCB0AE-5752-CE83-CED2-8D6D7F5D55B6}"/>
          </ac:spMkLst>
        </pc:spChg>
        <pc:spChg chg="mod">
          <ac:chgData name="Piacentini, Caterina" userId="f5cc0bf0-ba5e-47a2-9f46-1ab04c78f108" providerId="ADAL" clId="{33458103-1E0D-5382-9B65-34EE54475687}" dt="2026-02-21T10:53:45.328" v="6268" actId="790"/>
          <ac:spMkLst>
            <pc:docMk/>
            <pc:sldMk cId="1294990833" sldId="341"/>
            <ac:spMk id="6" creationId="{8E972270-8E43-6A1A-8CAF-FB8E614E9545}"/>
          </ac:spMkLst>
        </pc:spChg>
        <pc:spChg chg="mod">
          <ac:chgData name="Piacentini, Caterina" userId="f5cc0bf0-ba5e-47a2-9f46-1ab04c78f108" providerId="ADAL" clId="{33458103-1E0D-5382-9B65-34EE54475687}" dt="2026-02-21T10:54:20.927" v="6301" actId="20577"/>
          <ac:spMkLst>
            <pc:docMk/>
            <pc:sldMk cId="1294990833" sldId="341"/>
            <ac:spMk id="7" creationId="{5BBA64EC-D1FF-98CF-4978-7810675E3E3A}"/>
          </ac:spMkLst>
        </pc:spChg>
        <pc:spChg chg="mod">
          <ac:chgData name="Piacentini, Caterina" userId="f5cc0bf0-ba5e-47a2-9f46-1ab04c78f108" providerId="ADAL" clId="{33458103-1E0D-5382-9B65-34EE54475687}" dt="2026-02-22T10:03:02.580" v="6475" actId="20577"/>
          <ac:spMkLst>
            <pc:docMk/>
            <pc:sldMk cId="1294990833" sldId="341"/>
            <ac:spMk id="8" creationId="{5F800130-28F2-605E-5840-573C57FDADDD}"/>
          </ac:spMkLst>
        </pc:spChg>
        <pc:spChg chg="mod">
          <ac:chgData name="Piacentini, Caterina" userId="f5cc0bf0-ba5e-47a2-9f46-1ab04c78f108" providerId="ADAL" clId="{33458103-1E0D-5382-9B65-34EE54475687}" dt="2026-02-21T10:50:29.531" v="6180" actId="14100"/>
          <ac:spMkLst>
            <pc:docMk/>
            <pc:sldMk cId="1294990833" sldId="341"/>
            <ac:spMk id="9" creationId="{CB639A39-D5C4-3974-3880-2690D995088D}"/>
          </ac:spMkLst>
        </pc:spChg>
        <pc:spChg chg="mod">
          <ac:chgData name="Piacentini, Caterina" userId="f5cc0bf0-ba5e-47a2-9f46-1ab04c78f108" providerId="ADAL" clId="{33458103-1E0D-5382-9B65-34EE54475687}" dt="2026-02-21T10:53:45.328" v="6268" actId="790"/>
          <ac:spMkLst>
            <pc:docMk/>
            <pc:sldMk cId="1294990833" sldId="341"/>
            <ac:spMk id="10" creationId="{10A2C54A-51A6-7634-D8C0-21C959EDED84}"/>
          </ac:spMkLst>
        </pc:spChg>
        <pc:spChg chg="mod">
          <ac:chgData name="Piacentini, Caterina" userId="f5cc0bf0-ba5e-47a2-9f46-1ab04c78f108" providerId="ADAL" clId="{33458103-1E0D-5382-9B65-34EE54475687}" dt="2026-02-21T10:53:45.328" v="6268" actId="790"/>
          <ac:spMkLst>
            <pc:docMk/>
            <pc:sldMk cId="1294990833" sldId="341"/>
            <ac:spMk id="11" creationId="{B7A38963-8A9F-19B9-BCEF-5462756853EB}"/>
          </ac:spMkLst>
        </pc:spChg>
        <pc:spChg chg="add mod">
          <ac:chgData name="Piacentini, Caterina" userId="f5cc0bf0-ba5e-47a2-9f46-1ab04c78f108" providerId="ADAL" clId="{33458103-1E0D-5382-9B65-34EE54475687}" dt="2026-02-23T16:14:44.426" v="7284" actId="20578"/>
          <ac:spMkLst>
            <pc:docMk/>
            <pc:sldMk cId="1294990833" sldId="341"/>
            <ac:spMk id="12" creationId="{2B317503-D189-489D-CEC9-BB4FAB5FBD8C}"/>
          </ac:spMkLst>
        </pc:spChg>
        <pc:spChg chg="mod">
          <ac:chgData name="Piacentini, Caterina" userId="f5cc0bf0-ba5e-47a2-9f46-1ab04c78f108" providerId="ADAL" clId="{33458103-1E0D-5382-9B65-34EE54475687}" dt="2026-02-21T10:53:45.328" v="6268" actId="790"/>
          <ac:spMkLst>
            <pc:docMk/>
            <pc:sldMk cId="1294990833" sldId="341"/>
            <ac:spMk id="13" creationId="{BBDC117C-1844-4FCC-1749-D9CC13102513}"/>
          </ac:spMkLst>
        </pc:spChg>
        <pc:spChg chg="mod">
          <ac:chgData name="Piacentini, Caterina" userId="f5cc0bf0-ba5e-47a2-9f46-1ab04c78f108" providerId="ADAL" clId="{33458103-1E0D-5382-9B65-34EE54475687}" dt="2026-02-21T10:52:46.782" v="6226" actId="1035"/>
          <ac:spMkLst>
            <pc:docMk/>
            <pc:sldMk cId="1294990833" sldId="341"/>
            <ac:spMk id="15" creationId="{170A29E8-A69D-AD28-ADDF-B3BE5E740A82}"/>
          </ac:spMkLst>
        </pc:spChg>
        <pc:spChg chg="mod">
          <ac:chgData name="Piacentini, Caterina" userId="f5cc0bf0-ba5e-47a2-9f46-1ab04c78f108" providerId="ADAL" clId="{33458103-1E0D-5382-9B65-34EE54475687}" dt="2026-02-21T10:53:45.328" v="6268" actId="790"/>
          <ac:spMkLst>
            <pc:docMk/>
            <pc:sldMk cId="1294990833" sldId="341"/>
            <ac:spMk id="16" creationId="{160366D3-D8E7-4965-9958-F1720056793E}"/>
          </ac:spMkLst>
        </pc:spChg>
        <pc:spChg chg="mod">
          <ac:chgData name="Piacentini, Caterina" userId="f5cc0bf0-ba5e-47a2-9f46-1ab04c78f108" providerId="ADAL" clId="{33458103-1E0D-5382-9B65-34EE54475687}" dt="2026-02-21T10:53:45.328" v="6268" actId="790"/>
          <ac:spMkLst>
            <pc:docMk/>
            <pc:sldMk cId="1294990833" sldId="341"/>
            <ac:spMk id="17" creationId="{FAB25B10-6904-1877-B033-FE68A6771E0A}"/>
          </ac:spMkLst>
        </pc:spChg>
      </pc:sldChg>
      <pc:sldChg chg="addSp delSp modSp add mod">
        <pc:chgData name="Piacentini, Caterina" userId="f5cc0bf0-ba5e-47a2-9f46-1ab04c78f108" providerId="ADAL" clId="{33458103-1E0D-5382-9B65-34EE54475687}" dt="2026-02-23T14:45:42.781" v="6789" actId="113"/>
        <pc:sldMkLst>
          <pc:docMk/>
          <pc:sldMk cId="2983563366" sldId="343"/>
        </pc:sldMkLst>
        <pc:spChg chg="mod">
          <ac:chgData name="Piacentini, Caterina" userId="f5cc0bf0-ba5e-47a2-9f46-1ab04c78f108" providerId="ADAL" clId="{33458103-1E0D-5382-9B65-34EE54475687}" dt="2026-02-21T10:37:41.778" v="5963" actId="20577"/>
          <ac:spMkLst>
            <pc:docMk/>
            <pc:sldMk cId="2983563366" sldId="343"/>
            <ac:spMk id="7" creationId="{BDE8ED60-1ED0-A890-E6A8-79E0DD6B1A3A}"/>
          </ac:spMkLst>
        </pc:spChg>
        <pc:spChg chg="mod">
          <ac:chgData name="Piacentini, Caterina" userId="f5cc0bf0-ba5e-47a2-9f46-1ab04c78f108" providerId="ADAL" clId="{33458103-1E0D-5382-9B65-34EE54475687}" dt="2026-02-12T12:03:46.866" v="2329" actId="20577"/>
          <ac:spMkLst>
            <pc:docMk/>
            <pc:sldMk cId="2983563366" sldId="343"/>
            <ac:spMk id="8" creationId="{090A61E5-BAC8-6453-EC42-D669C4B9D60B}"/>
          </ac:spMkLst>
        </pc:spChg>
        <pc:spChg chg="add mod">
          <ac:chgData name="Piacentini, Caterina" userId="f5cc0bf0-ba5e-47a2-9f46-1ab04c78f108" providerId="ADAL" clId="{33458103-1E0D-5382-9B65-34EE54475687}" dt="2026-02-12T12:08:54.962" v="2424" actId="207"/>
          <ac:spMkLst>
            <pc:docMk/>
            <pc:sldMk cId="2983563366" sldId="343"/>
            <ac:spMk id="10" creationId="{4F14853D-E1B7-46A7-8585-AB5A205333BC}"/>
          </ac:spMkLst>
        </pc:spChg>
        <pc:spChg chg="add mod">
          <ac:chgData name="Piacentini, Caterina" userId="f5cc0bf0-ba5e-47a2-9f46-1ab04c78f108" providerId="ADAL" clId="{33458103-1E0D-5382-9B65-34EE54475687}" dt="2026-02-12T12:09:16.985" v="2432" actId="20577"/>
          <ac:spMkLst>
            <pc:docMk/>
            <pc:sldMk cId="2983563366" sldId="343"/>
            <ac:spMk id="14" creationId="{16F5A658-918E-DA61-7135-50E8CCA479C7}"/>
          </ac:spMkLst>
        </pc:spChg>
        <pc:spChg chg="add mod">
          <ac:chgData name="Piacentini, Caterina" userId="f5cc0bf0-ba5e-47a2-9f46-1ab04c78f108" providerId="ADAL" clId="{33458103-1E0D-5382-9B65-34EE54475687}" dt="2026-02-23T14:45:42.781" v="6789" actId="113"/>
          <ac:spMkLst>
            <pc:docMk/>
            <pc:sldMk cId="2983563366" sldId="343"/>
            <ac:spMk id="15" creationId="{A3728564-AF5D-B7B3-CC22-AFC88E059D0C}"/>
          </ac:spMkLst>
        </pc:spChg>
        <pc:spChg chg="mod">
          <ac:chgData name="Piacentini, Caterina" userId="f5cc0bf0-ba5e-47a2-9f46-1ab04c78f108" providerId="ADAL" clId="{33458103-1E0D-5382-9B65-34EE54475687}" dt="2026-02-12T12:11:24.707" v="2446" actId="207"/>
          <ac:spMkLst>
            <pc:docMk/>
            <pc:sldMk cId="2983563366" sldId="343"/>
            <ac:spMk id="19" creationId="{F8A57133-A438-15CD-2160-9E7BB73B5F1A}"/>
          </ac:spMkLst>
        </pc:spChg>
        <pc:grpChg chg="add mod">
          <ac:chgData name="Piacentini, Caterina" userId="f5cc0bf0-ba5e-47a2-9f46-1ab04c78f108" providerId="ADAL" clId="{33458103-1E0D-5382-9B65-34EE54475687}" dt="2026-02-12T12:02:41.086" v="2324" actId="14100"/>
          <ac:grpSpMkLst>
            <pc:docMk/>
            <pc:sldMk cId="2983563366" sldId="343"/>
            <ac:grpSpMk id="16" creationId="{55545A31-E186-3BCF-5303-55F4FD7A30CB}"/>
          </ac:grpSpMkLst>
        </pc:grpChg>
        <pc:grpChg chg="mod">
          <ac:chgData name="Piacentini, Caterina" userId="f5cc0bf0-ba5e-47a2-9f46-1ab04c78f108" providerId="ADAL" clId="{33458103-1E0D-5382-9B65-34EE54475687}" dt="2026-02-12T12:02:19.754" v="2319"/>
          <ac:grpSpMkLst>
            <pc:docMk/>
            <pc:sldMk cId="2983563366" sldId="343"/>
            <ac:grpSpMk id="18" creationId="{61AF7F58-DC46-6F77-2529-3B09B57F2E1A}"/>
          </ac:grpSpMkLst>
        </pc:grpChg>
        <pc:picChg chg="add mod">
          <ac:chgData name="Piacentini, Caterina" userId="f5cc0bf0-ba5e-47a2-9f46-1ab04c78f108" providerId="ADAL" clId="{33458103-1E0D-5382-9B65-34EE54475687}" dt="2026-02-12T12:10:55.860" v="2441" actId="207"/>
          <ac:picMkLst>
            <pc:docMk/>
            <pc:sldMk cId="2983563366" sldId="343"/>
            <ac:picMk id="9" creationId="{8D3BB53E-577A-3D38-A606-1560E278B711}"/>
          </ac:picMkLst>
        </pc:picChg>
        <pc:picChg chg="add mod">
          <ac:chgData name="Piacentini, Caterina" userId="f5cc0bf0-ba5e-47a2-9f46-1ab04c78f108" providerId="ADAL" clId="{33458103-1E0D-5382-9B65-34EE54475687}" dt="2026-02-12T12:11:01.621" v="2443" actId="207"/>
          <ac:picMkLst>
            <pc:docMk/>
            <pc:sldMk cId="2983563366" sldId="343"/>
            <ac:picMk id="11" creationId="{DE373BBB-078C-FC7A-AC08-6EB7D508D19E}"/>
          </ac:picMkLst>
        </pc:picChg>
        <pc:picChg chg="mod">
          <ac:chgData name="Piacentini, Caterina" userId="f5cc0bf0-ba5e-47a2-9f46-1ab04c78f108" providerId="ADAL" clId="{33458103-1E0D-5382-9B65-34EE54475687}" dt="2026-02-12T12:02:15.892" v="2318" actId="14100"/>
          <ac:picMkLst>
            <pc:docMk/>
            <pc:sldMk cId="2983563366" sldId="343"/>
            <ac:picMk id="12" creationId="{05817BDA-886A-FBF1-6C90-92699972D1B9}"/>
          </ac:picMkLst>
        </pc:picChg>
        <pc:picChg chg="add mod">
          <ac:chgData name="Piacentini, Caterina" userId="f5cc0bf0-ba5e-47a2-9f46-1ab04c78f108" providerId="ADAL" clId="{33458103-1E0D-5382-9B65-34EE54475687}" dt="2026-02-12T12:10:58.804" v="2442" actId="207"/>
          <ac:picMkLst>
            <pc:docMk/>
            <pc:sldMk cId="2983563366" sldId="343"/>
            <ac:picMk id="13" creationId="{9898E024-2EEB-3E8E-AFC6-D64AFB92B32C}"/>
          </ac:picMkLst>
        </pc:picChg>
        <pc:picChg chg="mod">
          <ac:chgData name="Piacentini, Caterina" userId="f5cc0bf0-ba5e-47a2-9f46-1ab04c78f108" providerId="ADAL" clId="{33458103-1E0D-5382-9B65-34EE54475687}" dt="2026-02-12T12:11:32.018" v="2447" actId="207"/>
          <ac:picMkLst>
            <pc:docMk/>
            <pc:sldMk cId="2983563366" sldId="343"/>
            <ac:picMk id="20" creationId="{5728392A-9ECC-446D-1C8F-5FD675ABA870}"/>
          </ac:picMkLst>
        </pc:picChg>
        <pc:cxnChg chg="mod">
          <ac:chgData name="Piacentini, Caterina" userId="f5cc0bf0-ba5e-47a2-9f46-1ab04c78f108" providerId="ADAL" clId="{33458103-1E0D-5382-9B65-34EE54475687}" dt="2026-02-12T12:11:14.638" v="2444" actId="692"/>
          <ac:cxnSpMkLst>
            <pc:docMk/>
            <pc:sldMk cId="2983563366" sldId="343"/>
            <ac:cxnSpMk id="17" creationId="{4A741CC2-83E8-A02D-D8E1-FBA362E7ACBD}"/>
          </ac:cxnSpMkLst>
        </pc:cxnChg>
      </pc:sldChg>
      <pc:sldChg chg="modSp mod">
        <pc:chgData name="Piacentini, Caterina" userId="f5cc0bf0-ba5e-47a2-9f46-1ab04c78f108" providerId="ADAL" clId="{33458103-1E0D-5382-9B65-34EE54475687}" dt="2026-02-23T15:59:46.728" v="7279" actId="404"/>
        <pc:sldMkLst>
          <pc:docMk/>
          <pc:sldMk cId="2874537272" sldId="363"/>
        </pc:sldMkLst>
        <pc:spChg chg="mod">
          <ac:chgData name="Piacentini, Caterina" userId="f5cc0bf0-ba5e-47a2-9f46-1ab04c78f108" providerId="ADAL" clId="{33458103-1E0D-5382-9B65-34EE54475687}" dt="2026-02-20T16:42:38.469" v="5542" actId="20577"/>
          <ac:spMkLst>
            <pc:docMk/>
            <pc:sldMk cId="2874537272" sldId="363"/>
            <ac:spMk id="2" creationId="{FCE72664-9849-7417-E44E-9DC364E86B16}"/>
          </ac:spMkLst>
        </pc:spChg>
        <pc:spChg chg="mod">
          <ac:chgData name="Piacentini, Caterina" userId="f5cc0bf0-ba5e-47a2-9f46-1ab04c78f108" providerId="ADAL" clId="{33458103-1E0D-5382-9B65-34EE54475687}" dt="2026-02-23T15:59:46.728" v="7279" actId="404"/>
          <ac:spMkLst>
            <pc:docMk/>
            <pc:sldMk cId="2874537272" sldId="363"/>
            <ac:spMk id="5" creationId="{973EC649-A848-9CF6-EF4F-E12095A9801E}"/>
          </ac:spMkLst>
        </pc:spChg>
        <pc:spChg chg="mod">
          <ac:chgData name="Piacentini, Caterina" userId="f5cc0bf0-ba5e-47a2-9f46-1ab04c78f108" providerId="ADAL" clId="{33458103-1E0D-5382-9B65-34EE54475687}" dt="2026-02-14T08:31:08.143" v="2456" actId="108"/>
          <ac:spMkLst>
            <pc:docMk/>
            <pc:sldMk cId="2874537272" sldId="363"/>
            <ac:spMk id="10" creationId="{EEEAEA27-E9F0-3A00-EA13-FD98373AB7A7}"/>
          </ac:spMkLst>
        </pc:spChg>
      </pc:sldChg>
      <pc:sldChg chg="modSp mod">
        <pc:chgData name="Piacentini, Caterina" userId="f5cc0bf0-ba5e-47a2-9f46-1ab04c78f108" providerId="ADAL" clId="{33458103-1E0D-5382-9B65-34EE54475687}" dt="2026-02-23T15:22:30.405" v="6818" actId="1076"/>
        <pc:sldMkLst>
          <pc:docMk/>
          <pc:sldMk cId="3549143986" sldId="367"/>
        </pc:sldMkLst>
        <pc:spChg chg="mod">
          <ac:chgData name="Piacentini, Caterina" userId="f5cc0bf0-ba5e-47a2-9f46-1ab04c78f108" providerId="ADAL" clId="{33458103-1E0D-5382-9B65-34EE54475687}" dt="2026-02-20T16:42:29.157" v="5540" actId="20577"/>
          <ac:spMkLst>
            <pc:docMk/>
            <pc:sldMk cId="3549143986" sldId="367"/>
            <ac:spMk id="2" creationId="{D335D13A-D6C3-E706-68A9-CA25D3643F0D}"/>
          </ac:spMkLst>
        </pc:spChg>
        <pc:spChg chg="mod">
          <ac:chgData name="Piacentini, Caterina" userId="f5cc0bf0-ba5e-47a2-9f46-1ab04c78f108" providerId="ADAL" clId="{33458103-1E0D-5382-9B65-34EE54475687}" dt="2026-02-14T08:30:00.951" v="2452" actId="14100"/>
          <ac:spMkLst>
            <pc:docMk/>
            <pc:sldMk cId="3549143986" sldId="367"/>
            <ac:spMk id="3" creationId="{54D65D59-9CE3-4732-E452-5A1FB947F632}"/>
          </ac:spMkLst>
        </pc:spChg>
        <pc:spChg chg="mod">
          <ac:chgData name="Piacentini, Caterina" userId="f5cc0bf0-ba5e-47a2-9f46-1ab04c78f108" providerId="ADAL" clId="{33458103-1E0D-5382-9B65-34EE54475687}" dt="2026-02-23T15:22:30.405" v="6818" actId="1076"/>
          <ac:spMkLst>
            <pc:docMk/>
            <pc:sldMk cId="3549143986" sldId="367"/>
            <ac:spMk id="5" creationId="{6B72182A-8DD0-1170-4331-79C6322FB70B}"/>
          </ac:spMkLst>
        </pc:spChg>
        <pc:graphicFrameChg chg="modGraphic">
          <ac:chgData name="Piacentini, Caterina" userId="f5cc0bf0-ba5e-47a2-9f46-1ab04c78f108" providerId="ADAL" clId="{33458103-1E0D-5382-9B65-34EE54475687}" dt="2026-02-22T10:03:51.483" v="6479" actId="403"/>
          <ac:graphicFrameMkLst>
            <pc:docMk/>
            <pc:sldMk cId="3549143986" sldId="367"/>
            <ac:graphicFrameMk id="8" creationId="{066ECAE4-20FD-C877-B486-B7438DA57B84}"/>
          </ac:graphicFrameMkLst>
        </pc:graphicFrameChg>
      </pc:sldChg>
      <pc:sldChg chg="modSp mod">
        <pc:chgData name="Piacentini, Caterina" userId="f5cc0bf0-ba5e-47a2-9f46-1ab04c78f108" providerId="ADAL" clId="{33458103-1E0D-5382-9B65-34EE54475687}" dt="2026-02-23T15:59:30.490" v="7275" actId="5793"/>
        <pc:sldMkLst>
          <pc:docMk/>
          <pc:sldMk cId="814738749" sldId="368"/>
        </pc:sldMkLst>
        <pc:spChg chg="mod">
          <ac:chgData name="Piacentini, Caterina" userId="f5cc0bf0-ba5e-47a2-9f46-1ab04c78f108" providerId="ADAL" clId="{33458103-1E0D-5382-9B65-34EE54475687}" dt="2026-02-20T16:42:35.682" v="5541" actId="20577"/>
          <ac:spMkLst>
            <pc:docMk/>
            <pc:sldMk cId="814738749" sldId="368"/>
            <ac:spMk id="2" creationId="{07D85CD5-DF62-932B-8CFF-0FCD1AB61BE6}"/>
          </ac:spMkLst>
        </pc:spChg>
        <pc:spChg chg="mod">
          <ac:chgData name="Piacentini, Caterina" userId="f5cc0bf0-ba5e-47a2-9f46-1ab04c78f108" providerId="ADAL" clId="{33458103-1E0D-5382-9B65-34EE54475687}" dt="2026-02-14T08:30:38.050" v="2454" actId="108"/>
          <ac:spMkLst>
            <pc:docMk/>
            <pc:sldMk cId="814738749" sldId="368"/>
            <ac:spMk id="3" creationId="{91774C39-32B7-7CE8-515C-16F9BC3F726A}"/>
          </ac:spMkLst>
        </pc:spChg>
        <pc:spChg chg="mod">
          <ac:chgData name="Piacentini, Caterina" userId="f5cc0bf0-ba5e-47a2-9f46-1ab04c78f108" providerId="ADAL" clId="{33458103-1E0D-5382-9B65-34EE54475687}" dt="2026-02-23T15:59:30.490" v="7275" actId="5793"/>
          <ac:spMkLst>
            <pc:docMk/>
            <pc:sldMk cId="814738749" sldId="368"/>
            <ac:spMk id="5" creationId="{A204ED56-765D-9DE7-51B8-533150B2BD60}"/>
          </ac:spMkLst>
        </pc:spChg>
      </pc:sldChg>
      <pc:sldChg chg="addSp delSp modSp mod">
        <pc:chgData name="Piacentini, Caterina" userId="f5cc0bf0-ba5e-47a2-9f46-1ab04c78f108" providerId="ADAL" clId="{33458103-1E0D-5382-9B65-34EE54475687}" dt="2026-02-20T16:42:44.721" v="5543" actId="20577"/>
        <pc:sldMkLst>
          <pc:docMk/>
          <pc:sldMk cId="3751314712" sldId="370"/>
        </pc:sldMkLst>
        <pc:spChg chg="mod">
          <ac:chgData name="Piacentini, Caterina" userId="f5cc0bf0-ba5e-47a2-9f46-1ab04c78f108" providerId="ADAL" clId="{33458103-1E0D-5382-9B65-34EE54475687}" dt="2026-02-20T16:42:44.721" v="5543" actId="20577"/>
          <ac:spMkLst>
            <pc:docMk/>
            <pc:sldMk cId="3751314712" sldId="370"/>
            <ac:spMk id="2" creationId="{0B6363D6-DE9B-9126-23B1-F50A3C7CD4CA}"/>
          </ac:spMkLst>
        </pc:spChg>
        <pc:spChg chg="mod">
          <ac:chgData name="Piacentini, Caterina" userId="f5cc0bf0-ba5e-47a2-9f46-1ab04c78f108" providerId="ADAL" clId="{33458103-1E0D-5382-9B65-34EE54475687}" dt="2026-02-17T09:48:19.819" v="2876" actId="207"/>
          <ac:spMkLst>
            <pc:docMk/>
            <pc:sldMk cId="3751314712" sldId="370"/>
            <ac:spMk id="15" creationId="{3CBAF117-8808-354D-B96F-73D4829B2D8C}"/>
          </ac:spMkLst>
        </pc:spChg>
        <pc:grpChg chg="mod">
          <ac:chgData name="Piacentini, Caterina" userId="f5cc0bf0-ba5e-47a2-9f46-1ab04c78f108" providerId="ADAL" clId="{33458103-1E0D-5382-9B65-34EE54475687}" dt="2026-02-17T09:47:31.523" v="2869"/>
          <ac:grpSpMkLst>
            <pc:docMk/>
            <pc:sldMk cId="3751314712" sldId="370"/>
            <ac:grpSpMk id="14" creationId="{7DE60E05-3889-E798-5C3D-A226AAB2D75F}"/>
          </ac:grpSpMkLst>
        </pc:grpChg>
        <pc:graphicFrameChg chg="mod modGraphic">
          <ac:chgData name="Piacentini, Caterina" userId="f5cc0bf0-ba5e-47a2-9f46-1ab04c78f108" providerId="ADAL" clId="{33458103-1E0D-5382-9B65-34EE54475687}" dt="2026-02-19T15:33:26.206" v="5456" actId="1035"/>
          <ac:graphicFrameMkLst>
            <pc:docMk/>
            <pc:sldMk cId="3751314712" sldId="370"/>
            <ac:graphicFrameMk id="21" creationId="{B23E821D-5980-EDBE-AE14-8CD629455863}"/>
          </ac:graphicFrameMkLst>
        </pc:graphicFrameChg>
        <pc:picChg chg="mod">
          <ac:chgData name="Piacentini, Caterina" userId="f5cc0bf0-ba5e-47a2-9f46-1ab04c78f108" providerId="ADAL" clId="{33458103-1E0D-5382-9B65-34EE54475687}" dt="2026-02-17T09:48:40.962" v="2878" actId="207"/>
          <ac:picMkLst>
            <pc:docMk/>
            <pc:sldMk cId="3751314712" sldId="370"/>
            <ac:picMk id="16" creationId="{E0EBCBD9-AC01-BD8D-95A1-4344A4D293BF}"/>
          </ac:picMkLst>
        </pc:picChg>
        <pc:cxnChg chg="mod">
          <ac:chgData name="Piacentini, Caterina" userId="f5cc0bf0-ba5e-47a2-9f46-1ab04c78f108" providerId="ADAL" clId="{33458103-1E0D-5382-9B65-34EE54475687}" dt="2026-02-17T09:48:44.254" v="2879" actId="692"/>
          <ac:cxnSpMkLst>
            <pc:docMk/>
            <pc:sldMk cId="3751314712" sldId="370"/>
            <ac:cxnSpMk id="13" creationId="{2339A7B0-038E-770A-36D2-D1068DFE102E}"/>
          </ac:cxnSpMkLst>
        </pc:cxnChg>
      </pc:sldChg>
      <pc:sldChg chg="modSp add mod">
        <pc:chgData name="Piacentini, Caterina" userId="f5cc0bf0-ba5e-47a2-9f46-1ab04c78f108" providerId="ADAL" clId="{33458103-1E0D-5382-9B65-34EE54475687}" dt="2026-02-20T16:42:26.820" v="5539" actId="20577"/>
        <pc:sldMkLst>
          <pc:docMk/>
          <pc:sldMk cId="3018003584" sldId="371"/>
        </pc:sldMkLst>
        <pc:spChg chg="mod">
          <ac:chgData name="Piacentini, Caterina" userId="f5cc0bf0-ba5e-47a2-9f46-1ab04c78f108" providerId="ADAL" clId="{33458103-1E0D-5382-9B65-34EE54475687}" dt="2026-02-20T16:42:26.820" v="5539" actId="20577"/>
          <ac:spMkLst>
            <pc:docMk/>
            <pc:sldMk cId="3018003584" sldId="371"/>
            <ac:spMk id="2" creationId="{2E749174-E2CD-6134-1ECB-35A22D5E102E}"/>
          </ac:spMkLst>
        </pc:spChg>
        <pc:spChg chg="mod">
          <ac:chgData name="Piacentini, Caterina" userId="f5cc0bf0-ba5e-47a2-9f46-1ab04c78f108" providerId="ADAL" clId="{33458103-1E0D-5382-9B65-34EE54475687}" dt="2026-02-17T10:30:26.406" v="3497" actId="20577"/>
          <ac:spMkLst>
            <pc:docMk/>
            <pc:sldMk cId="3018003584" sldId="371"/>
            <ac:spMk id="4" creationId="{A4E9CA26-5A38-D445-DB85-024482BFAF14}"/>
          </ac:spMkLst>
        </pc:spChg>
      </pc:sldChg>
      <pc:sldChg chg="addSp modSp add mod">
        <pc:chgData name="Piacentini, Caterina" userId="f5cc0bf0-ba5e-47a2-9f46-1ab04c78f108" providerId="ADAL" clId="{33458103-1E0D-5382-9B65-34EE54475687}" dt="2026-02-20T16:42:24.193" v="5538" actId="20577"/>
        <pc:sldMkLst>
          <pc:docMk/>
          <pc:sldMk cId="3006711989" sldId="374"/>
        </pc:sldMkLst>
        <pc:spChg chg="add mod">
          <ac:chgData name="Piacentini, Caterina" userId="f5cc0bf0-ba5e-47a2-9f46-1ab04c78f108" providerId="ADAL" clId="{33458103-1E0D-5382-9B65-34EE54475687}" dt="2026-02-17T12:33:59.977" v="3819" actId="14100"/>
          <ac:spMkLst>
            <pc:docMk/>
            <pc:sldMk cId="3006711989" sldId="374"/>
            <ac:spMk id="2" creationId="{3FB32FB1-7161-B892-B079-80406FF0432B}"/>
          </ac:spMkLst>
        </pc:spChg>
        <pc:spChg chg="add mod">
          <ac:chgData name="Piacentini, Caterina" userId="f5cc0bf0-ba5e-47a2-9f46-1ab04c78f108" providerId="ADAL" clId="{33458103-1E0D-5382-9B65-34EE54475687}" dt="2026-02-17T10:29:10.894" v="3465" actId="1076"/>
          <ac:spMkLst>
            <pc:docMk/>
            <pc:sldMk cId="3006711989" sldId="374"/>
            <ac:spMk id="6" creationId="{C4CFBBA8-0BEE-EF89-F74E-C4DC81794724}"/>
          </ac:spMkLst>
        </pc:spChg>
        <pc:spChg chg="mod">
          <ac:chgData name="Piacentini, Caterina" userId="f5cc0bf0-ba5e-47a2-9f46-1ab04c78f108" providerId="ADAL" clId="{33458103-1E0D-5382-9B65-34EE54475687}" dt="2026-02-20T16:42:24.193" v="5538" actId="20577"/>
          <ac:spMkLst>
            <pc:docMk/>
            <pc:sldMk cId="3006711989" sldId="374"/>
            <ac:spMk id="7" creationId="{A7E8F437-9B46-1C69-3884-5B2328CFFD75}"/>
          </ac:spMkLst>
        </pc:spChg>
        <pc:spChg chg="add mod">
          <ac:chgData name="Piacentini, Caterina" userId="f5cc0bf0-ba5e-47a2-9f46-1ab04c78f108" providerId="ADAL" clId="{33458103-1E0D-5382-9B65-34EE54475687}" dt="2026-02-17T12:34:02.581" v="3820" actId="14100"/>
          <ac:spMkLst>
            <pc:docMk/>
            <pc:sldMk cId="3006711989" sldId="374"/>
            <ac:spMk id="9" creationId="{D7E08C15-54B4-544D-486C-15A00767C18B}"/>
          </ac:spMkLst>
        </pc:spChg>
        <pc:spChg chg="mod">
          <ac:chgData name="Piacentini, Caterina" userId="f5cc0bf0-ba5e-47a2-9f46-1ab04c78f108" providerId="ADAL" clId="{33458103-1E0D-5382-9B65-34EE54475687}" dt="2026-02-17T10:29:24.718" v="3469" actId="1076"/>
          <ac:spMkLst>
            <pc:docMk/>
            <pc:sldMk cId="3006711989" sldId="374"/>
            <ac:spMk id="12" creationId="{5B8D39A1-D7CC-71D0-06A7-038BDAC23248}"/>
          </ac:spMkLst>
        </pc:spChg>
      </pc:sldChg>
      <pc:sldChg chg="addSp delSp modSp add mod">
        <pc:chgData name="Piacentini, Caterina" userId="f5cc0bf0-ba5e-47a2-9f46-1ab04c78f108" providerId="ADAL" clId="{33458103-1E0D-5382-9B65-34EE54475687}" dt="2026-02-21T10:37:30.734" v="5960" actId="20577"/>
        <pc:sldMkLst>
          <pc:docMk/>
          <pc:sldMk cId="175775670" sldId="375"/>
        </pc:sldMkLst>
        <pc:spChg chg="add mod">
          <ac:chgData name="Piacentini, Caterina" userId="f5cc0bf0-ba5e-47a2-9f46-1ab04c78f108" providerId="ADAL" clId="{33458103-1E0D-5382-9B65-34EE54475687}" dt="2026-02-17T10:20:13.871" v="3270" actId="14100"/>
          <ac:spMkLst>
            <pc:docMk/>
            <pc:sldMk cId="175775670" sldId="375"/>
            <ac:spMk id="3" creationId="{47A57E3E-F961-B2AE-9E62-D0D63AD360FD}"/>
          </ac:spMkLst>
        </pc:spChg>
        <pc:spChg chg="add mod">
          <ac:chgData name="Piacentini, Caterina" userId="f5cc0bf0-ba5e-47a2-9f46-1ab04c78f108" providerId="ADAL" clId="{33458103-1E0D-5382-9B65-34EE54475687}" dt="2026-02-17T12:31:09.986" v="3810" actId="1076"/>
          <ac:spMkLst>
            <pc:docMk/>
            <pc:sldMk cId="175775670" sldId="375"/>
            <ac:spMk id="4" creationId="{4C3B879D-DF54-F8C4-4392-EEB6169D9971}"/>
          </ac:spMkLst>
        </pc:spChg>
        <pc:spChg chg="add mod">
          <ac:chgData name="Piacentini, Caterina" userId="f5cc0bf0-ba5e-47a2-9f46-1ab04c78f108" providerId="ADAL" clId="{33458103-1E0D-5382-9B65-34EE54475687}" dt="2026-02-17T12:31:02.277" v="3808" actId="1076"/>
          <ac:spMkLst>
            <pc:docMk/>
            <pc:sldMk cId="175775670" sldId="375"/>
            <ac:spMk id="5" creationId="{2EAB544C-DCEC-D9E4-D9B3-DED69FA39F0E}"/>
          </ac:spMkLst>
        </pc:spChg>
        <pc:spChg chg="mod">
          <ac:chgData name="Piacentini, Caterina" userId="f5cc0bf0-ba5e-47a2-9f46-1ab04c78f108" providerId="ADAL" clId="{33458103-1E0D-5382-9B65-34EE54475687}" dt="2026-02-21T10:37:30.734" v="5960" actId="20577"/>
          <ac:spMkLst>
            <pc:docMk/>
            <pc:sldMk cId="175775670" sldId="375"/>
            <ac:spMk id="7" creationId="{F91C6AA8-B424-514B-2355-5356D9428F49}"/>
          </ac:spMkLst>
        </pc:spChg>
        <pc:spChg chg="mod">
          <ac:chgData name="Piacentini, Caterina" userId="f5cc0bf0-ba5e-47a2-9f46-1ab04c78f108" providerId="ADAL" clId="{33458103-1E0D-5382-9B65-34EE54475687}" dt="2026-02-17T10:19:37.715" v="3228" actId="790"/>
          <ac:spMkLst>
            <pc:docMk/>
            <pc:sldMk cId="175775670" sldId="375"/>
            <ac:spMk id="8" creationId="{86878CA6-468B-19E9-C466-E85E2EEFDDD2}"/>
          </ac:spMkLst>
        </pc:spChg>
        <pc:spChg chg="add del mod topLvl">
          <ac:chgData name="Piacentini, Caterina" userId="f5cc0bf0-ba5e-47a2-9f46-1ab04c78f108" providerId="ADAL" clId="{33458103-1E0D-5382-9B65-34EE54475687}" dt="2026-02-17T17:47:17.170" v="5396" actId="14861"/>
          <ac:spMkLst>
            <pc:docMk/>
            <pc:sldMk cId="175775670" sldId="375"/>
            <ac:spMk id="9" creationId="{F67073CA-085E-71D7-E424-E7FB79F88554}"/>
          </ac:spMkLst>
        </pc:spChg>
        <pc:spChg chg="add mod topLvl">
          <ac:chgData name="Piacentini, Caterina" userId="f5cc0bf0-ba5e-47a2-9f46-1ab04c78f108" providerId="ADAL" clId="{33458103-1E0D-5382-9B65-34EE54475687}" dt="2026-02-21T10:26:20.543" v="5872" actId="20577"/>
          <ac:spMkLst>
            <pc:docMk/>
            <pc:sldMk cId="175775670" sldId="375"/>
            <ac:spMk id="10" creationId="{58DDDD9D-09CF-49BC-7068-682D02F26633}"/>
          </ac:spMkLst>
        </pc:spChg>
        <pc:spChg chg="add mod">
          <ac:chgData name="Piacentini, Caterina" userId="f5cc0bf0-ba5e-47a2-9f46-1ab04c78f108" providerId="ADAL" clId="{33458103-1E0D-5382-9B65-34EE54475687}" dt="2026-02-17T17:47:42.872" v="5399" actId="207"/>
          <ac:spMkLst>
            <pc:docMk/>
            <pc:sldMk cId="175775670" sldId="375"/>
            <ac:spMk id="11" creationId="{3A13BEEF-B585-17ED-A624-0E4FA15E1804}"/>
          </ac:spMkLst>
        </pc:spChg>
        <pc:spChg chg="add mod">
          <ac:chgData name="Piacentini, Caterina" userId="f5cc0bf0-ba5e-47a2-9f46-1ab04c78f108" providerId="ADAL" clId="{33458103-1E0D-5382-9B65-34EE54475687}" dt="2026-02-17T10:19:37.715" v="3228" actId="790"/>
          <ac:spMkLst>
            <pc:docMk/>
            <pc:sldMk cId="175775670" sldId="375"/>
            <ac:spMk id="12" creationId="{97642DA0-5E16-5BF1-62D7-6B02E3A319F4}"/>
          </ac:spMkLst>
        </pc:spChg>
        <pc:spChg chg="add mod">
          <ac:chgData name="Piacentini, Caterina" userId="f5cc0bf0-ba5e-47a2-9f46-1ab04c78f108" providerId="ADAL" clId="{33458103-1E0D-5382-9B65-34EE54475687}" dt="2026-02-17T10:19:37.715" v="3228" actId="790"/>
          <ac:spMkLst>
            <pc:docMk/>
            <pc:sldMk cId="175775670" sldId="375"/>
            <ac:spMk id="13" creationId="{53A1911A-4D49-F1AD-77E7-1AC351CC8959}"/>
          </ac:spMkLst>
        </pc:spChg>
        <pc:spChg chg="add mod">
          <ac:chgData name="Piacentini, Caterina" userId="f5cc0bf0-ba5e-47a2-9f46-1ab04c78f108" providerId="ADAL" clId="{33458103-1E0D-5382-9B65-34EE54475687}" dt="2026-02-17T09:58:23.760" v="2975" actId="164"/>
          <ac:spMkLst>
            <pc:docMk/>
            <pc:sldMk cId="175775670" sldId="375"/>
            <ac:spMk id="16" creationId="{D64CF773-E089-139A-5438-08C09B49253C}"/>
          </ac:spMkLst>
        </pc:spChg>
        <pc:spChg chg="add mod">
          <ac:chgData name="Piacentini, Caterina" userId="f5cc0bf0-ba5e-47a2-9f46-1ab04c78f108" providerId="ADAL" clId="{33458103-1E0D-5382-9B65-34EE54475687}" dt="2026-02-17T10:19:37.715" v="3228" actId="790"/>
          <ac:spMkLst>
            <pc:docMk/>
            <pc:sldMk cId="175775670" sldId="375"/>
            <ac:spMk id="17" creationId="{BCCCAA79-9FB4-DCBC-0184-9D1839A5651A}"/>
          </ac:spMkLst>
        </pc:spChg>
        <pc:spChg chg="mod">
          <ac:chgData name="Piacentini, Caterina" userId="f5cc0bf0-ba5e-47a2-9f46-1ab04c78f108" providerId="ADAL" clId="{33458103-1E0D-5382-9B65-34EE54475687}" dt="2026-02-17T10:11:12.112" v="3074" actId="14826"/>
          <ac:spMkLst>
            <pc:docMk/>
            <pc:sldMk cId="175775670" sldId="375"/>
            <ac:spMk id="24" creationId="{5299F86B-026E-C73C-AF1D-7BF218EC5700}"/>
          </ac:spMkLst>
        </pc:spChg>
        <pc:spChg chg="mod">
          <ac:chgData name="Piacentini, Caterina" userId="f5cc0bf0-ba5e-47a2-9f46-1ab04c78f108" providerId="ADAL" clId="{33458103-1E0D-5382-9B65-34EE54475687}" dt="2026-02-17T10:19:37.715" v="3228" actId="790"/>
          <ac:spMkLst>
            <pc:docMk/>
            <pc:sldMk cId="175775670" sldId="375"/>
            <ac:spMk id="25" creationId="{B8C20828-2146-4522-13CB-6F9A5471FE55}"/>
          </ac:spMkLst>
        </pc:spChg>
        <pc:spChg chg="add mod">
          <ac:chgData name="Piacentini, Caterina" userId="f5cc0bf0-ba5e-47a2-9f46-1ab04c78f108" providerId="ADAL" clId="{33458103-1E0D-5382-9B65-34EE54475687}" dt="2026-02-17T10:17:06.409" v="3209" actId="1076"/>
          <ac:spMkLst>
            <pc:docMk/>
            <pc:sldMk cId="175775670" sldId="375"/>
            <ac:spMk id="27" creationId="{5AF65318-7B63-B49D-0770-271379D0E388}"/>
          </ac:spMkLst>
        </pc:spChg>
        <pc:grpChg chg="add mod">
          <ac:chgData name="Piacentini, Caterina" userId="f5cc0bf0-ba5e-47a2-9f46-1ab04c78f108" providerId="ADAL" clId="{33458103-1E0D-5382-9B65-34EE54475687}" dt="2026-02-17T12:31:06.005" v="3809" actId="1076"/>
          <ac:grpSpMkLst>
            <pc:docMk/>
            <pc:sldMk cId="175775670" sldId="375"/>
            <ac:grpSpMk id="18" creationId="{E0F16E17-696F-98B5-A8DF-96E26BE0399A}"/>
          </ac:grpSpMkLst>
        </pc:grpChg>
        <pc:grpChg chg="add mod">
          <ac:chgData name="Piacentini, Caterina" userId="f5cc0bf0-ba5e-47a2-9f46-1ab04c78f108" providerId="ADAL" clId="{33458103-1E0D-5382-9B65-34EE54475687}" dt="2026-02-17T12:30:59.660" v="3807" actId="1076"/>
          <ac:grpSpMkLst>
            <pc:docMk/>
            <pc:sldMk cId="175775670" sldId="375"/>
            <ac:grpSpMk id="19" creationId="{59B6F1F3-91E9-FFE0-2A6E-55724043C182}"/>
          </ac:grpSpMkLst>
        </pc:grpChg>
        <pc:grpChg chg="add del mod">
          <ac:chgData name="Piacentini, Caterina" userId="f5cc0bf0-ba5e-47a2-9f46-1ab04c78f108" providerId="ADAL" clId="{33458103-1E0D-5382-9B65-34EE54475687}" dt="2026-02-17T10:23:32.011" v="3288" actId="478"/>
          <ac:grpSpMkLst>
            <pc:docMk/>
            <pc:sldMk cId="175775670" sldId="375"/>
            <ac:grpSpMk id="20" creationId="{9BE18948-33A0-1966-FFA5-35824CB2309D}"/>
          </ac:grpSpMkLst>
        </pc:grpChg>
        <pc:grpChg chg="add mod">
          <ac:chgData name="Piacentini, Caterina" userId="f5cc0bf0-ba5e-47a2-9f46-1ab04c78f108" providerId="ADAL" clId="{33458103-1E0D-5382-9B65-34EE54475687}" dt="2026-02-17T10:17:06.409" v="3209" actId="1076"/>
          <ac:grpSpMkLst>
            <pc:docMk/>
            <pc:sldMk cId="175775670" sldId="375"/>
            <ac:grpSpMk id="23" creationId="{32B7D91D-31DF-F290-1A18-97DF2BA0B3F9}"/>
          </ac:grpSpMkLst>
        </pc:grpChg>
        <pc:picChg chg="add mod">
          <ac:chgData name="Piacentini, Caterina" userId="f5cc0bf0-ba5e-47a2-9f46-1ab04c78f108" providerId="ADAL" clId="{33458103-1E0D-5382-9B65-34EE54475687}" dt="2026-02-17T10:05:55.589" v="3056" actId="14826"/>
          <ac:picMkLst>
            <pc:docMk/>
            <pc:sldMk cId="175775670" sldId="375"/>
            <ac:picMk id="14" creationId="{4945DC5A-7650-3543-642A-A6CB0E840628}"/>
          </ac:picMkLst>
        </pc:picChg>
        <pc:picChg chg="add mod">
          <ac:chgData name="Piacentini, Caterina" userId="f5cc0bf0-ba5e-47a2-9f46-1ab04c78f108" providerId="ADAL" clId="{33458103-1E0D-5382-9B65-34EE54475687}" dt="2026-02-17T09:58:23.760" v="2975" actId="164"/>
          <ac:picMkLst>
            <pc:docMk/>
            <pc:sldMk cId="175775670" sldId="375"/>
            <ac:picMk id="15" creationId="{6E03B18E-01F5-C936-188F-DF60E7D81AB4}"/>
          </ac:picMkLst>
        </pc:picChg>
        <pc:picChg chg="add mod">
          <ac:chgData name="Piacentini, Caterina" userId="f5cc0bf0-ba5e-47a2-9f46-1ab04c78f108" providerId="ADAL" clId="{33458103-1E0D-5382-9B65-34EE54475687}" dt="2026-02-17T10:16:47.430" v="3204" actId="1076"/>
          <ac:picMkLst>
            <pc:docMk/>
            <pc:sldMk cId="175775670" sldId="375"/>
            <ac:picMk id="22" creationId="{DB4F58CA-795A-0510-DA0F-25A338FDE2AD}"/>
          </ac:picMkLst>
        </pc:picChg>
        <pc:picChg chg="mod">
          <ac:chgData name="Piacentini, Caterina" userId="f5cc0bf0-ba5e-47a2-9f46-1ab04c78f108" providerId="ADAL" clId="{33458103-1E0D-5382-9B65-34EE54475687}" dt="2026-02-17T10:11:12.112" v="3074" actId="14826"/>
          <ac:picMkLst>
            <pc:docMk/>
            <pc:sldMk cId="175775670" sldId="375"/>
            <ac:picMk id="26" creationId="{6AE7560F-0BE3-22B9-DAE8-C58A9A84F6E1}"/>
          </ac:picMkLst>
        </pc:picChg>
      </pc:sldChg>
      <pc:sldChg chg="addSp delSp modSp add mod">
        <pc:chgData name="Piacentini, Caterina" userId="f5cc0bf0-ba5e-47a2-9f46-1ab04c78f108" providerId="ADAL" clId="{33458103-1E0D-5382-9B65-34EE54475687}" dt="2026-02-21T10:54:39.049" v="6306" actId="20577"/>
        <pc:sldMkLst>
          <pc:docMk/>
          <pc:sldMk cId="1649069768" sldId="376"/>
        </pc:sldMkLst>
        <pc:spChg chg="add mod">
          <ac:chgData name="Piacentini, Caterina" userId="f5cc0bf0-ba5e-47a2-9f46-1ab04c78f108" providerId="ADAL" clId="{33458103-1E0D-5382-9B65-34EE54475687}" dt="2026-02-17T17:49:09.034" v="5404" actId="165"/>
          <ac:spMkLst>
            <pc:docMk/>
            <pc:sldMk cId="1649069768" sldId="376"/>
            <ac:spMk id="3" creationId="{F181C355-C9F3-5951-32A5-3EE7F6139102}"/>
          </ac:spMkLst>
        </pc:spChg>
        <pc:spChg chg="add mod">
          <ac:chgData name="Piacentini, Caterina" userId="f5cc0bf0-ba5e-47a2-9f46-1ab04c78f108" providerId="ADAL" clId="{33458103-1E0D-5382-9B65-34EE54475687}" dt="2026-02-17T12:24:39.604" v="3737" actId="164"/>
          <ac:spMkLst>
            <pc:docMk/>
            <pc:sldMk cId="1649069768" sldId="376"/>
            <ac:spMk id="4" creationId="{BA9770CF-235E-3066-B30F-E0890CC5E507}"/>
          </ac:spMkLst>
        </pc:spChg>
        <pc:spChg chg="add mod">
          <ac:chgData name="Piacentini, Caterina" userId="f5cc0bf0-ba5e-47a2-9f46-1ab04c78f108" providerId="ADAL" clId="{33458103-1E0D-5382-9B65-34EE54475687}" dt="2026-02-17T17:49:09.034" v="5404" actId="165"/>
          <ac:spMkLst>
            <pc:docMk/>
            <pc:sldMk cId="1649069768" sldId="376"/>
            <ac:spMk id="6" creationId="{6419AD04-3C5A-07D4-9F59-5BFA082B1043}"/>
          </ac:spMkLst>
        </pc:spChg>
        <pc:spChg chg="mod">
          <ac:chgData name="Piacentini, Caterina" userId="f5cc0bf0-ba5e-47a2-9f46-1ab04c78f108" providerId="ADAL" clId="{33458103-1E0D-5382-9B65-34EE54475687}" dt="2026-02-21T10:54:39.049" v="6306" actId="20577"/>
          <ac:spMkLst>
            <pc:docMk/>
            <pc:sldMk cId="1649069768" sldId="376"/>
            <ac:spMk id="7" creationId="{4E474119-918C-74A7-49C3-C1845F19DC28}"/>
          </ac:spMkLst>
        </pc:spChg>
        <pc:spChg chg="mod">
          <ac:chgData name="Piacentini, Caterina" userId="f5cc0bf0-ba5e-47a2-9f46-1ab04c78f108" providerId="ADAL" clId="{33458103-1E0D-5382-9B65-34EE54475687}" dt="2026-02-17T12:06:42.379" v="3512" actId="20577"/>
          <ac:spMkLst>
            <pc:docMk/>
            <pc:sldMk cId="1649069768" sldId="376"/>
            <ac:spMk id="8" creationId="{D91FC12F-5F7D-6412-EFE2-80649120930C}"/>
          </ac:spMkLst>
        </pc:spChg>
        <pc:spChg chg="add mod">
          <ac:chgData name="Piacentini, Caterina" userId="f5cc0bf0-ba5e-47a2-9f46-1ab04c78f108" providerId="ADAL" clId="{33458103-1E0D-5382-9B65-34EE54475687}" dt="2026-02-17T12:24:39.604" v="3737" actId="164"/>
          <ac:spMkLst>
            <pc:docMk/>
            <pc:sldMk cId="1649069768" sldId="376"/>
            <ac:spMk id="10" creationId="{BCABAF86-B644-0D55-9021-F3CD162A9C65}"/>
          </ac:spMkLst>
        </pc:spChg>
        <pc:spChg chg="add mod">
          <ac:chgData name="Piacentini, Caterina" userId="f5cc0bf0-ba5e-47a2-9f46-1ab04c78f108" providerId="ADAL" clId="{33458103-1E0D-5382-9B65-34EE54475687}" dt="2026-02-17T17:49:09.034" v="5404" actId="165"/>
          <ac:spMkLst>
            <pc:docMk/>
            <pc:sldMk cId="1649069768" sldId="376"/>
            <ac:spMk id="11" creationId="{6848351C-A0CD-1D82-6203-B283944B98BF}"/>
          </ac:spMkLst>
        </pc:spChg>
        <pc:spChg chg="add mod">
          <ac:chgData name="Piacentini, Caterina" userId="f5cc0bf0-ba5e-47a2-9f46-1ab04c78f108" providerId="ADAL" clId="{33458103-1E0D-5382-9B65-34EE54475687}" dt="2026-02-17T12:20:37.716" v="3719" actId="1036"/>
          <ac:spMkLst>
            <pc:docMk/>
            <pc:sldMk cId="1649069768" sldId="376"/>
            <ac:spMk id="12" creationId="{1F25F243-9B34-0E9D-ED32-13DE69C69BB1}"/>
          </ac:spMkLst>
        </pc:spChg>
        <pc:spChg chg="add mod">
          <ac:chgData name="Piacentini, Caterina" userId="f5cc0bf0-ba5e-47a2-9f46-1ab04c78f108" providerId="ADAL" clId="{33458103-1E0D-5382-9B65-34EE54475687}" dt="2026-02-17T12:20:37.716" v="3719" actId="1036"/>
          <ac:spMkLst>
            <pc:docMk/>
            <pc:sldMk cId="1649069768" sldId="376"/>
            <ac:spMk id="13" creationId="{30926758-3354-CA9B-3686-AA7C6FD422E7}"/>
          </ac:spMkLst>
        </pc:spChg>
        <pc:spChg chg="add mod">
          <ac:chgData name="Piacentini, Caterina" userId="f5cc0bf0-ba5e-47a2-9f46-1ab04c78f108" providerId="ADAL" clId="{33458103-1E0D-5382-9B65-34EE54475687}" dt="2026-02-17T17:49:09.034" v="5404" actId="165"/>
          <ac:spMkLst>
            <pc:docMk/>
            <pc:sldMk cId="1649069768" sldId="376"/>
            <ac:spMk id="17" creationId="{08664526-B17D-D61C-21CF-3957DCCAB52F}"/>
          </ac:spMkLst>
        </pc:spChg>
        <pc:spChg chg="add mod">
          <ac:chgData name="Piacentini, Caterina" userId="f5cc0bf0-ba5e-47a2-9f46-1ab04c78f108" providerId="ADAL" clId="{33458103-1E0D-5382-9B65-34EE54475687}" dt="2026-02-17T17:49:09.034" v="5404" actId="165"/>
          <ac:spMkLst>
            <pc:docMk/>
            <pc:sldMk cId="1649069768" sldId="376"/>
            <ac:spMk id="18" creationId="{FBCC09DD-8A1F-6A13-245D-75FF98F79D2A}"/>
          </ac:spMkLst>
        </pc:spChg>
        <pc:spChg chg="add mod">
          <ac:chgData name="Piacentini, Caterina" userId="f5cc0bf0-ba5e-47a2-9f46-1ab04c78f108" providerId="ADAL" clId="{33458103-1E0D-5382-9B65-34EE54475687}" dt="2026-02-17T17:49:09.034" v="5404" actId="165"/>
          <ac:spMkLst>
            <pc:docMk/>
            <pc:sldMk cId="1649069768" sldId="376"/>
            <ac:spMk id="19" creationId="{654AB164-B6C1-EE9E-23EB-BFBC405D8681}"/>
          </ac:spMkLst>
        </pc:spChg>
        <pc:spChg chg="add mod">
          <ac:chgData name="Piacentini, Caterina" userId="f5cc0bf0-ba5e-47a2-9f46-1ab04c78f108" providerId="ADAL" clId="{33458103-1E0D-5382-9B65-34EE54475687}" dt="2026-02-17T12:30:20.796" v="3803" actId="113"/>
          <ac:spMkLst>
            <pc:docMk/>
            <pc:sldMk cId="1649069768" sldId="376"/>
            <ac:spMk id="20" creationId="{60D94CB6-448E-4B7E-A6AD-3B7E76CF39DC}"/>
          </ac:spMkLst>
        </pc:spChg>
        <pc:spChg chg="add mod">
          <ac:chgData name="Piacentini, Caterina" userId="f5cc0bf0-ba5e-47a2-9f46-1ab04c78f108" providerId="ADAL" clId="{33458103-1E0D-5382-9B65-34EE54475687}" dt="2026-02-17T17:49:09.034" v="5404" actId="165"/>
          <ac:spMkLst>
            <pc:docMk/>
            <pc:sldMk cId="1649069768" sldId="376"/>
            <ac:spMk id="21" creationId="{DC9A57FE-7ADE-BD9C-5BE2-2C0E22155253}"/>
          </ac:spMkLst>
        </pc:spChg>
        <pc:spChg chg="add mod">
          <ac:chgData name="Piacentini, Caterina" userId="f5cc0bf0-ba5e-47a2-9f46-1ab04c78f108" providerId="ADAL" clId="{33458103-1E0D-5382-9B65-34EE54475687}" dt="2026-02-17T17:49:09.034" v="5404" actId="165"/>
          <ac:spMkLst>
            <pc:docMk/>
            <pc:sldMk cId="1649069768" sldId="376"/>
            <ac:spMk id="22" creationId="{4558C0AF-C702-4FF1-326C-72B4457F353A}"/>
          </ac:spMkLst>
        </pc:spChg>
        <pc:spChg chg="add mod">
          <ac:chgData name="Piacentini, Caterina" userId="f5cc0bf0-ba5e-47a2-9f46-1ab04c78f108" providerId="ADAL" clId="{33458103-1E0D-5382-9B65-34EE54475687}" dt="2026-02-17T12:30:26.629" v="3806" actId="113"/>
          <ac:spMkLst>
            <pc:docMk/>
            <pc:sldMk cId="1649069768" sldId="376"/>
            <ac:spMk id="23" creationId="{CE5B57CC-309E-D326-4631-96104C051EA5}"/>
          </ac:spMkLst>
        </pc:spChg>
        <pc:spChg chg="add mod topLvl">
          <ac:chgData name="Piacentini, Caterina" userId="f5cc0bf0-ba5e-47a2-9f46-1ab04c78f108" providerId="ADAL" clId="{33458103-1E0D-5382-9B65-34EE54475687}" dt="2026-02-17T17:49:35.544" v="5422" actId="108"/>
          <ac:spMkLst>
            <pc:docMk/>
            <pc:sldMk cId="1649069768" sldId="376"/>
            <ac:spMk id="30" creationId="{4D986001-4314-7CF8-05CF-A0B1D26F5CD7}"/>
          </ac:spMkLst>
        </pc:spChg>
        <pc:grpChg chg="mod">
          <ac:chgData name="Piacentini, Caterina" userId="f5cc0bf0-ba5e-47a2-9f46-1ab04c78f108" providerId="ADAL" clId="{33458103-1E0D-5382-9B65-34EE54475687}" dt="2026-02-17T12:31:48.477" v="3811" actId="164"/>
          <ac:grpSpMkLst>
            <pc:docMk/>
            <pc:sldMk cId="1649069768" sldId="376"/>
            <ac:grpSpMk id="24" creationId="{102175ED-E09B-6101-2C7E-C0923C7CC96B}"/>
          </ac:grpSpMkLst>
        </pc:grpChg>
        <pc:grpChg chg="add mod">
          <ac:chgData name="Piacentini, Caterina" userId="f5cc0bf0-ba5e-47a2-9f46-1ab04c78f108" providerId="ADAL" clId="{33458103-1E0D-5382-9B65-34EE54475687}" dt="2026-02-17T12:32:20.543" v="3817" actId="1076"/>
          <ac:grpSpMkLst>
            <pc:docMk/>
            <pc:sldMk cId="1649069768" sldId="376"/>
            <ac:grpSpMk id="32" creationId="{7469A1C3-0C86-06F8-5856-57D225C7F4F0}"/>
          </ac:grpSpMkLst>
        </pc:grpChg>
        <pc:picChg chg="add del mod">
          <ac:chgData name="Piacentini, Caterina" userId="f5cc0bf0-ba5e-47a2-9f46-1ab04c78f108" providerId="ADAL" clId="{33458103-1E0D-5382-9B65-34EE54475687}" dt="2026-02-17T12:31:54.094" v="3812" actId="164"/>
          <ac:picMkLst>
            <pc:docMk/>
            <pc:sldMk cId="1649069768" sldId="376"/>
            <ac:picMk id="5" creationId="{E569170C-B122-4274-F1C8-6FDBA997E1E3}"/>
          </ac:picMkLst>
        </pc:picChg>
        <pc:picChg chg="mod">
          <ac:chgData name="Piacentini, Caterina" userId="f5cc0bf0-ba5e-47a2-9f46-1ab04c78f108" providerId="ADAL" clId="{33458103-1E0D-5382-9B65-34EE54475687}" dt="2026-02-17T12:31:54.094" v="3812" actId="164"/>
          <ac:picMkLst>
            <pc:docMk/>
            <pc:sldMk cId="1649069768" sldId="376"/>
            <ac:picMk id="9" creationId="{C580B1D6-6860-06D4-A8D6-20C495096680}"/>
          </ac:picMkLst>
        </pc:picChg>
      </pc:sldChg>
      <pc:sldChg chg="addSp delSp modSp add mod">
        <pc:chgData name="Piacentini, Caterina" userId="f5cc0bf0-ba5e-47a2-9f46-1ab04c78f108" providerId="ADAL" clId="{33458103-1E0D-5382-9B65-34EE54475687}" dt="2026-02-23T17:04:58.309" v="8136" actId="20577"/>
        <pc:sldMkLst>
          <pc:docMk/>
          <pc:sldMk cId="1714822551" sldId="377"/>
        </pc:sldMkLst>
        <pc:spChg chg="mod">
          <ac:chgData name="Piacentini, Caterina" userId="f5cc0bf0-ba5e-47a2-9f46-1ab04c78f108" providerId="ADAL" clId="{33458103-1E0D-5382-9B65-34EE54475687}" dt="2026-02-17T17:50:23.380" v="5428" actId="692"/>
          <ac:spMkLst>
            <pc:docMk/>
            <pc:sldMk cId="1714822551" sldId="377"/>
            <ac:spMk id="3" creationId="{F4B1A687-2017-ED90-1ECE-4BB64E0F173A}"/>
          </ac:spMkLst>
        </pc:spChg>
        <pc:spChg chg="mod">
          <ac:chgData name="Piacentini, Caterina" userId="f5cc0bf0-ba5e-47a2-9f46-1ab04c78f108" providerId="ADAL" clId="{33458103-1E0D-5382-9B65-34EE54475687}" dt="2026-02-21T10:54:32.671" v="6304" actId="20577"/>
          <ac:spMkLst>
            <pc:docMk/>
            <pc:sldMk cId="1714822551" sldId="377"/>
            <ac:spMk id="7" creationId="{539C5443-6A7A-6291-5177-0BED0B2781FC}"/>
          </ac:spMkLst>
        </pc:spChg>
        <pc:spChg chg="mod">
          <ac:chgData name="Piacentini, Caterina" userId="f5cc0bf0-ba5e-47a2-9f46-1ab04c78f108" providerId="ADAL" clId="{33458103-1E0D-5382-9B65-34EE54475687}" dt="2026-02-23T17:04:58.309" v="8136" actId="20577"/>
          <ac:spMkLst>
            <pc:docMk/>
            <pc:sldMk cId="1714822551" sldId="377"/>
            <ac:spMk id="15" creationId="{AA833DE3-2727-BBE9-F479-48D9EEA46A65}"/>
          </ac:spMkLst>
        </pc:spChg>
        <pc:picChg chg="add mod">
          <ac:chgData name="Piacentini, Caterina" userId="f5cc0bf0-ba5e-47a2-9f46-1ab04c78f108" providerId="ADAL" clId="{33458103-1E0D-5382-9B65-34EE54475687}" dt="2026-02-17T17:23:23.315" v="3882" actId="1076"/>
          <ac:picMkLst>
            <pc:docMk/>
            <pc:sldMk cId="1714822551" sldId="377"/>
            <ac:picMk id="2" creationId="{97699B67-081E-FB44-4E10-F906971BF5C9}"/>
          </ac:picMkLst>
        </pc:picChg>
      </pc:sldChg>
      <pc:sldChg chg="modSp mod">
        <pc:chgData name="Piacentini, Caterina" userId="f5cc0bf0-ba5e-47a2-9f46-1ab04c78f108" providerId="ADAL" clId="{33458103-1E0D-5382-9B65-34EE54475687}" dt="2026-02-23T15:21:49.659" v="6816" actId="14826"/>
        <pc:sldMkLst>
          <pc:docMk/>
          <pc:sldMk cId="1221863023" sldId="378"/>
        </pc:sldMkLst>
        <pc:spChg chg="mod">
          <ac:chgData name="Piacentini, Caterina" userId="f5cc0bf0-ba5e-47a2-9f46-1ab04c78f108" providerId="ADAL" clId="{33458103-1E0D-5382-9B65-34EE54475687}" dt="2026-02-20T16:42:54.823" v="5546" actId="20577"/>
          <ac:spMkLst>
            <pc:docMk/>
            <pc:sldMk cId="1221863023" sldId="378"/>
            <ac:spMk id="2" creationId="{6139DFE4-9A3C-2A2D-D5B6-FAEA3F08E51B}"/>
          </ac:spMkLst>
        </pc:spChg>
        <pc:spChg chg="mod">
          <ac:chgData name="Piacentini, Caterina" userId="f5cc0bf0-ba5e-47a2-9f46-1ab04c78f108" providerId="ADAL" clId="{33458103-1E0D-5382-9B65-34EE54475687}" dt="2026-02-21T09:41:19.076" v="5592" actId="20577"/>
          <ac:spMkLst>
            <pc:docMk/>
            <pc:sldMk cId="1221863023" sldId="378"/>
            <ac:spMk id="4" creationId="{62ADB16D-62AD-4A47-9D38-C28B2086D667}"/>
          </ac:spMkLst>
        </pc:spChg>
        <pc:graphicFrameChg chg="mod modGraphic">
          <ac:chgData name="Piacentini, Caterina" userId="f5cc0bf0-ba5e-47a2-9f46-1ab04c78f108" providerId="ADAL" clId="{33458103-1E0D-5382-9B65-34EE54475687}" dt="2026-02-19T15:33:47.037" v="5460" actId="572"/>
          <ac:graphicFrameMkLst>
            <pc:docMk/>
            <pc:sldMk cId="1221863023" sldId="378"/>
            <ac:graphicFrameMk id="25" creationId="{02F214E6-D6E1-DFBD-A5FF-F197CDB797C7}"/>
          </ac:graphicFrameMkLst>
        </pc:graphicFrameChg>
        <pc:picChg chg="mod">
          <ac:chgData name="Piacentini, Caterina" userId="f5cc0bf0-ba5e-47a2-9f46-1ab04c78f108" providerId="ADAL" clId="{33458103-1E0D-5382-9B65-34EE54475687}" dt="2026-02-23T15:21:49.659" v="6816" actId="14826"/>
          <ac:picMkLst>
            <pc:docMk/>
            <pc:sldMk cId="1221863023" sldId="378"/>
            <ac:picMk id="7" creationId="{F57A2354-E29E-AA64-11DD-A1994BF640B4}"/>
          </ac:picMkLst>
        </pc:picChg>
        <pc:picChg chg="mod">
          <ac:chgData name="Piacentini, Caterina" userId="f5cc0bf0-ba5e-47a2-9f46-1ab04c78f108" providerId="ADAL" clId="{33458103-1E0D-5382-9B65-34EE54475687}" dt="2026-02-23T15:21:15.013" v="6815" actId="14826"/>
          <ac:picMkLst>
            <pc:docMk/>
            <pc:sldMk cId="1221863023" sldId="378"/>
            <ac:picMk id="12" creationId="{EED62D80-B241-BF65-AA0C-52D7D1FD7796}"/>
          </ac:picMkLst>
        </pc:picChg>
      </pc:sldChg>
      <pc:sldChg chg="modSp mod modShow">
        <pc:chgData name="Piacentini, Caterina" userId="f5cc0bf0-ba5e-47a2-9f46-1ab04c78f108" providerId="ADAL" clId="{33458103-1E0D-5382-9B65-34EE54475687}" dt="2026-02-23T16:24:37.696" v="7287" actId="729"/>
        <pc:sldMkLst>
          <pc:docMk/>
          <pc:sldMk cId="1148956819" sldId="380"/>
        </pc:sldMkLst>
      </pc:sldChg>
      <pc:sldChg chg="modSp mod">
        <pc:chgData name="Piacentini, Caterina" userId="f5cc0bf0-ba5e-47a2-9f46-1ab04c78f108" providerId="ADAL" clId="{33458103-1E0D-5382-9B65-34EE54475687}" dt="2026-02-21T10:55:22.159" v="6329"/>
        <pc:sldMkLst>
          <pc:docMk/>
          <pc:sldMk cId="1669249002" sldId="381"/>
        </pc:sldMkLst>
        <pc:spChg chg="mod">
          <ac:chgData name="Piacentini, Caterina" userId="f5cc0bf0-ba5e-47a2-9f46-1ab04c78f108" providerId="ADAL" clId="{33458103-1E0D-5382-9B65-34EE54475687}" dt="2026-02-21T10:55:22.159" v="6329"/>
          <ac:spMkLst>
            <pc:docMk/>
            <pc:sldMk cId="1669249002" sldId="381"/>
            <ac:spMk id="7" creationId="{25698CAB-DAA3-28D4-14C2-D9372EBEC37A}"/>
          </ac:spMkLst>
        </pc:spChg>
      </pc:sldChg>
      <pc:sldChg chg="delSp modSp add mod">
        <pc:chgData name="Piacentini, Caterina" userId="f5cc0bf0-ba5e-47a2-9f46-1ab04c78f108" providerId="ADAL" clId="{33458103-1E0D-5382-9B65-34EE54475687}" dt="2026-02-21T09:32:30.355" v="5574" actId="20577"/>
        <pc:sldMkLst>
          <pc:docMk/>
          <pc:sldMk cId="3501864848" sldId="382"/>
        </pc:sldMkLst>
        <pc:spChg chg="mod">
          <ac:chgData name="Piacentini, Caterina" userId="f5cc0bf0-ba5e-47a2-9f46-1ab04c78f108" providerId="ADAL" clId="{33458103-1E0D-5382-9B65-34EE54475687}" dt="2026-02-21T09:32:30.355" v="5574" actId="20577"/>
          <ac:spMkLst>
            <pc:docMk/>
            <pc:sldMk cId="3501864848" sldId="382"/>
            <ac:spMk id="4" creationId="{1FD929E8-CFDF-4D99-02C3-03BE05794A2A}"/>
          </ac:spMkLst>
        </pc:spChg>
      </pc:sldChg>
      <pc:sldChg chg="addSp delSp modSp add mod">
        <pc:chgData name="Piacentini, Caterina" userId="f5cc0bf0-ba5e-47a2-9f46-1ab04c78f108" providerId="ADAL" clId="{33458103-1E0D-5382-9B65-34EE54475687}" dt="2026-02-23T17:04:22.860" v="8134" actId="478"/>
        <pc:sldMkLst>
          <pc:docMk/>
          <pc:sldMk cId="3140400597" sldId="383"/>
        </pc:sldMkLst>
        <pc:spChg chg="add mod">
          <ac:chgData name="Piacentini, Caterina" userId="f5cc0bf0-ba5e-47a2-9f46-1ab04c78f108" providerId="ADAL" clId="{33458103-1E0D-5382-9B65-34EE54475687}" dt="2026-02-23T17:03:11.361" v="8122" actId="255"/>
          <ac:spMkLst>
            <pc:docMk/>
            <pc:sldMk cId="3140400597" sldId="383"/>
            <ac:spMk id="3" creationId="{9C679237-2541-6129-C7C7-1AA9D2661772}"/>
          </ac:spMkLst>
        </pc:spChg>
        <pc:spChg chg="mod">
          <ac:chgData name="Piacentini, Caterina" userId="f5cc0bf0-ba5e-47a2-9f46-1ab04c78f108" providerId="ADAL" clId="{33458103-1E0D-5382-9B65-34EE54475687}" dt="2026-02-21T09:39:07.692" v="5586" actId="20577"/>
          <ac:spMkLst>
            <pc:docMk/>
            <pc:sldMk cId="3140400597" sldId="383"/>
            <ac:spMk id="4" creationId="{4AB33A06-CDAE-1820-CCA9-A1DDF118B975}"/>
          </ac:spMkLst>
        </pc:spChg>
        <pc:spChg chg="mod">
          <ac:chgData name="Piacentini, Caterina" userId="f5cc0bf0-ba5e-47a2-9f46-1ab04c78f108" providerId="ADAL" clId="{33458103-1E0D-5382-9B65-34EE54475687}" dt="2026-02-23T17:03:50.696" v="8128" actId="1076"/>
          <ac:spMkLst>
            <pc:docMk/>
            <pc:sldMk cId="3140400597" sldId="383"/>
            <ac:spMk id="5" creationId="{D03C1877-C1B9-D685-49FC-AD4B66DF7252}"/>
          </ac:spMkLst>
        </pc:spChg>
        <pc:spChg chg="add del mod">
          <ac:chgData name="Piacentini, Caterina" userId="f5cc0bf0-ba5e-47a2-9f46-1ab04c78f108" providerId="ADAL" clId="{33458103-1E0D-5382-9B65-34EE54475687}" dt="2026-02-23T17:04:22.860" v="8134" actId="478"/>
          <ac:spMkLst>
            <pc:docMk/>
            <pc:sldMk cId="3140400597" sldId="383"/>
            <ac:spMk id="17" creationId="{DDB2EDE4-8309-4ABF-CAD2-7C2555913E9A}"/>
          </ac:spMkLst>
        </pc:spChg>
        <pc:spChg chg="add del mod">
          <ac:chgData name="Piacentini, Caterina" userId="f5cc0bf0-ba5e-47a2-9f46-1ab04c78f108" providerId="ADAL" clId="{33458103-1E0D-5382-9B65-34EE54475687}" dt="2026-02-23T17:04:22.165" v="8133" actId="478"/>
          <ac:spMkLst>
            <pc:docMk/>
            <pc:sldMk cId="3140400597" sldId="383"/>
            <ac:spMk id="18" creationId="{C6012093-B96E-8CA7-2342-9E13338459B8}"/>
          </ac:spMkLst>
        </pc:spChg>
      </pc:sldChg>
      <pc:sldChg chg="addSp delSp modSp add mod">
        <pc:chgData name="Piacentini, Caterina" userId="f5cc0bf0-ba5e-47a2-9f46-1ab04c78f108" providerId="ADAL" clId="{33458103-1E0D-5382-9B65-34EE54475687}" dt="2026-02-23T16:40:45.769" v="7389" actId="207"/>
        <pc:sldMkLst>
          <pc:docMk/>
          <pc:sldMk cId="4131214319" sldId="384"/>
        </pc:sldMkLst>
        <pc:spChg chg="mod">
          <ac:chgData name="Piacentini, Caterina" userId="f5cc0bf0-ba5e-47a2-9f46-1ab04c78f108" providerId="ADAL" clId="{33458103-1E0D-5382-9B65-34EE54475687}" dt="2026-02-21T10:37:38.894" v="5962" actId="20577"/>
          <ac:spMkLst>
            <pc:docMk/>
            <pc:sldMk cId="4131214319" sldId="384"/>
            <ac:spMk id="7" creationId="{F3C8B654-30B6-782E-80E3-B882ADEA69F6}"/>
          </ac:spMkLst>
        </pc:spChg>
        <pc:spChg chg="mod">
          <ac:chgData name="Piacentini, Caterina" userId="f5cc0bf0-ba5e-47a2-9f46-1ab04c78f108" providerId="ADAL" clId="{33458103-1E0D-5382-9B65-34EE54475687}" dt="2026-02-21T10:21:42.758" v="5760"/>
          <ac:spMkLst>
            <pc:docMk/>
            <pc:sldMk cId="4131214319" sldId="384"/>
            <ac:spMk id="28" creationId="{661EEBE4-2C1C-0943-8556-9B358C91AD1F}"/>
          </ac:spMkLst>
        </pc:spChg>
        <pc:spChg chg="mod">
          <ac:chgData name="Piacentini, Caterina" userId="f5cc0bf0-ba5e-47a2-9f46-1ab04c78f108" providerId="ADAL" clId="{33458103-1E0D-5382-9B65-34EE54475687}" dt="2026-02-23T16:40:14.981" v="7382" actId="207"/>
          <ac:spMkLst>
            <pc:docMk/>
            <pc:sldMk cId="4131214319" sldId="384"/>
            <ac:spMk id="29" creationId="{5D8DB5D3-699A-B533-2352-6B0E88E1D6DF}"/>
          </ac:spMkLst>
        </pc:spChg>
        <pc:spChg chg="mod">
          <ac:chgData name="Piacentini, Caterina" userId="f5cc0bf0-ba5e-47a2-9f46-1ab04c78f108" providerId="ADAL" clId="{33458103-1E0D-5382-9B65-34EE54475687}" dt="2026-02-23T16:40:45.769" v="7389" actId="207"/>
          <ac:spMkLst>
            <pc:docMk/>
            <pc:sldMk cId="4131214319" sldId="384"/>
            <ac:spMk id="30" creationId="{F556A301-FE47-8EAB-1AE7-ECF408D9C4E1}"/>
          </ac:spMkLst>
        </pc:spChg>
        <pc:spChg chg="mod">
          <ac:chgData name="Piacentini, Caterina" userId="f5cc0bf0-ba5e-47a2-9f46-1ab04c78f108" providerId="ADAL" clId="{33458103-1E0D-5382-9B65-34EE54475687}" dt="2026-02-21T10:25:23.737" v="5859" actId="20577"/>
          <ac:spMkLst>
            <pc:docMk/>
            <pc:sldMk cId="4131214319" sldId="384"/>
            <ac:spMk id="31" creationId="{7C344FA9-1B32-0756-FFD5-3B1CB7BC3BFC}"/>
          </ac:spMkLst>
        </pc:spChg>
        <pc:spChg chg="mod">
          <ac:chgData name="Piacentini, Caterina" userId="f5cc0bf0-ba5e-47a2-9f46-1ab04c78f108" providerId="ADAL" clId="{33458103-1E0D-5382-9B65-34EE54475687}" dt="2026-02-21T10:25:19.876" v="5857" actId="20577"/>
          <ac:spMkLst>
            <pc:docMk/>
            <pc:sldMk cId="4131214319" sldId="384"/>
            <ac:spMk id="32" creationId="{0C4C7C28-1329-5474-8209-AF915C789A26}"/>
          </ac:spMkLst>
        </pc:spChg>
        <pc:spChg chg="mod">
          <ac:chgData name="Piacentini, Caterina" userId="f5cc0bf0-ba5e-47a2-9f46-1ab04c78f108" providerId="ADAL" clId="{33458103-1E0D-5382-9B65-34EE54475687}" dt="2026-02-23T16:40:31.864" v="7388" actId="207"/>
          <ac:spMkLst>
            <pc:docMk/>
            <pc:sldMk cId="4131214319" sldId="384"/>
            <ac:spMk id="33" creationId="{87160B2D-1BD7-A34E-5C37-12D145CB8C3E}"/>
          </ac:spMkLst>
        </pc:spChg>
        <pc:spChg chg="mod">
          <ac:chgData name="Piacentini, Caterina" userId="f5cc0bf0-ba5e-47a2-9f46-1ab04c78f108" providerId="ADAL" clId="{33458103-1E0D-5382-9B65-34EE54475687}" dt="2026-02-21T10:25:27.287" v="5869" actId="20577"/>
          <ac:spMkLst>
            <pc:docMk/>
            <pc:sldMk cId="4131214319" sldId="384"/>
            <ac:spMk id="34" creationId="{887A107C-2F22-68EB-788A-E00230EFA278}"/>
          </ac:spMkLst>
        </pc:spChg>
        <pc:spChg chg="mod">
          <ac:chgData name="Piacentini, Caterina" userId="f5cc0bf0-ba5e-47a2-9f46-1ab04c78f108" providerId="ADAL" clId="{33458103-1E0D-5382-9B65-34EE54475687}" dt="2026-02-21T10:41:57.726" v="5997" actId="113"/>
          <ac:spMkLst>
            <pc:docMk/>
            <pc:sldMk cId="4131214319" sldId="384"/>
            <ac:spMk id="35" creationId="{18F1D6CA-DD7C-68CD-CC26-F119C74C0A6F}"/>
          </ac:spMkLst>
        </pc:spChg>
        <pc:spChg chg="mod">
          <ac:chgData name="Piacentini, Caterina" userId="f5cc0bf0-ba5e-47a2-9f46-1ab04c78f108" providerId="ADAL" clId="{33458103-1E0D-5382-9B65-34EE54475687}" dt="2026-02-21T11:14:44.219" v="6450" actId="113"/>
          <ac:spMkLst>
            <pc:docMk/>
            <pc:sldMk cId="4131214319" sldId="384"/>
            <ac:spMk id="36" creationId="{6C668B68-FFFA-56EE-C341-2BC211CB45E4}"/>
          </ac:spMkLst>
        </pc:spChg>
        <pc:spChg chg="mod">
          <ac:chgData name="Piacentini, Caterina" userId="f5cc0bf0-ba5e-47a2-9f46-1ab04c78f108" providerId="ADAL" clId="{33458103-1E0D-5382-9B65-34EE54475687}" dt="2026-02-21T10:43:27.945" v="6046" actId="20577"/>
          <ac:spMkLst>
            <pc:docMk/>
            <pc:sldMk cId="4131214319" sldId="384"/>
            <ac:spMk id="37" creationId="{94E117C3-24F0-04B9-5B1E-30EAAA4B5AFB}"/>
          </ac:spMkLst>
        </pc:spChg>
        <pc:grpChg chg="mod">
          <ac:chgData name="Piacentini, Caterina" userId="f5cc0bf0-ba5e-47a2-9f46-1ab04c78f108" providerId="ADAL" clId="{33458103-1E0D-5382-9B65-34EE54475687}" dt="2026-02-21T10:27:47.055" v="5891" actId="14100"/>
          <ac:grpSpMkLst>
            <pc:docMk/>
            <pc:sldMk cId="4131214319" sldId="384"/>
            <ac:grpSpMk id="25" creationId="{CA1FF985-3385-253E-E054-0312B39468B0}"/>
          </ac:grpSpMkLst>
        </pc:grpChg>
        <pc:picChg chg="add mod">
          <ac:chgData name="Piacentini, Caterina" userId="f5cc0bf0-ba5e-47a2-9f46-1ab04c78f108" providerId="ADAL" clId="{33458103-1E0D-5382-9B65-34EE54475687}" dt="2026-02-21T10:27:50.891" v="5899" actId="14100"/>
          <ac:picMkLst>
            <pc:docMk/>
            <pc:sldMk cId="4131214319" sldId="384"/>
            <ac:picMk id="22" creationId="{B1A6CF36-EF9E-294D-8A06-0CC438807056}"/>
          </ac:picMkLst>
        </pc:picChg>
      </pc:sldChg>
      <pc:sldChg chg="addSp delSp modSp add mod">
        <pc:chgData name="Piacentini, Caterina" userId="f5cc0bf0-ba5e-47a2-9f46-1ab04c78f108" providerId="ADAL" clId="{33458103-1E0D-5382-9B65-34EE54475687}" dt="2026-02-22T13:41:38.752" v="6783" actId="207"/>
        <pc:sldMkLst>
          <pc:docMk/>
          <pc:sldMk cId="2484996619" sldId="385"/>
        </pc:sldMkLst>
        <pc:spChg chg="mod">
          <ac:chgData name="Piacentini, Caterina" userId="f5cc0bf0-ba5e-47a2-9f46-1ab04c78f108" providerId="ADAL" clId="{33458103-1E0D-5382-9B65-34EE54475687}" dt="2026-02-21T10:37:35.503" v="5961" actId="20577"/>
          <ac:spMkLst>
            <pc:docMk/>
            <pc:sldMk cId="2484996619" sldId="385"/>
            <ac:spMk id="7" creationId="{4D33C7A0-6204-EE22-4AD6-740E05DD2EF9}"/>
          </ac:spMkLst>
        </pc:spChg>
        <pc:spChg chg="add mod topLvl">
          <ac:chgData name="Piacentini, Caterina" userId="f5cc0bf0-ba5e-47a2-9f46-1ab04c78f108" providerId="ADAL" clId="{33458103-1E0D-5382-9B65-34EE54475687}" dt="2026-02-21T11:13:02.566" v="6435" actId="20577"/>
          <ac:spMkLst>
            <pc:docMk/>
            <pc:sldMk cId="2484996619" sldId="385"/>
            <ac:spMk id="9" creationId="{4B8D6186-ADC1-E35B-4C4D-9BA12A368361}"/>
          </ac:spMkLst>
        </pc:spChg>
        <pc:spChg chg="add mod topLvl">
          <ac:chgData name="Piacentini, Caterina" userId="f5cc0bf0-ba5e-47a2-9f46-1ab04c78f108" providerId="ADAL" clId="{33458103-1E0D-5382-9B65-34EE54475687}" dt="2026-02-22T13:40:37.244" v="6779" actId="113"/>
          <ac:spMkLst>
            <pc:docMk/>
            <pc:sldMk cId="2484996619" sldId="385"/>
            <ac:spMk id="10" creationId="{A0D54D3A-B8DF-7300-0875-B990DBC57B00}"/>
          </ac:spMkLst>
        </pc:spChg>
        <pc:spChg chg="mod">
          <ac:chgData name="Piacentini, Caterina" userId="f5cc0bf0-ba5e-47a2-9f46-1ab04c78f108" providerId="ADAL" clId="{33458103-1E0D-5382-9B65-34EE54475687}" dt="2026-02-21T11:08:11.400" v="6396" actId="207"/>
          <ac:spMkLst>
            <pc:docMk/>
            <pc:sldMk cId="2484996619" sldId="385"/>
            <ac:spMk id="12" creationId="{AC4C9947-8EBA-81B3-CEB7-8ABC2E7558F9}"/>
          </ac:spMkLst>
        </pc:spChg>
        <pc:spChg chg="mod">
          <ac:chgData name="Piacentini, Caterina" userId="f5cc0bf0-ba5e-47a2-9f46-1ab04c78f108" providerId="ADAL" clId="{33458103-1E0D-5382-9B65-34EE54475687}" dt="2026-02-21T11:08:07.971" v="6395" actId="207"/>
          <ac:spMkLst>
            <pc:docMk/>
            <pc:sldMk cId="2484996619" sldId="385"/>
            <ac:spMk id="13" creationId="{C8AB673D-2E0C-9BA4-A35A-86BB0F0B059E}"/>
          </ac:spMkLst>
        </pc:spChg>
        <pc:spChg chg="mod">
          <ac:chgData name="Piacentini, Caterina" userId="f5cc0bf0-ba5e-47a2-9f46-1ab04c78f108" providerId="ADAL" clId="{33458103-1E0D-5382-9B65-34EE54475687}" dt="2026-02-21T11:16:34.324" v="6463" actId="207"/>
          <ac:spMkLst>
            <pc:docMk/>
            <pc:sldMk cId="2484996619" sldId="385"/>
            <ac:spMk id="14" creationId="{F987BB6F-BF60-6924-F810-E454490300EB}"/>
          </ac:spMkLst>
        </pc:spChg>
        <pc:spChg chg="mod">
          <ac:chgData name="Piacentini, Caterina" userId="f5cc0bf0-ba5e-47a2-9f46-1ab04c78f108" providerId="ADAL" clId="{33458103-1E0D-5382-9B65-34EE54475687}" dt="2026-02-21T11:16:34.741" v="6464" actId="207"/>
          <ac:spMkLst>
            <pc:docMk/>
            <pc:sldMk cId="2484996619" sldId="385"/>
            <ac:spMk id="15" creationId="{F3AFA51A-50C1-FC25-BB89-7B23FF296783}"/>
          </ac:spMkLst>
        </pc:spChg>
        <pc:spChg chg="mod">
          <ac:chgData name="Piacentini, Caterina" userId="f5cc0bf0-ba5e-47a2-9f46-1ab04c78f108" providerId="ADAL" clId="{33458103-1E0D-5382-9B65-34EE54475687}" dt="2026-02-21T11:08:19.578" v="6398" actId="207"/>
          <ac:spMkLst>
            <pc:docMk/>
            <pc:sldMk cId="2484996619" sldId="385"/>
            <ac:spMk id="16" creationId="{4E86E49C-BE2C-7943-A5A5-A547E45D0FC0}"/>
          </ac:spMkLst>
        </pc:spChg>
        <pc:spChg chg="mod">
          <ac:chgData name="Piacentini, Caterina" userId="f5cc0bf0-ba5e-47a2-9f46-1ab04c78f108" providerId="ADAL" clId="{33458103-1E0D-5382-9B65-34EE54475687}" dt="2026-02-21T11:08:15.580" v="6397" actId="207"/>
          <ac:spMkLst>
            <pc:docMk/>
            <pc:sldMk cId="2484996619" sldId="385"/>
            <ac:spMk id="17" creationId="{2247F7A5-0822-97CE-9856-E25E60D195D4}"/>
          </ac:spMkLst>
        </pc:spChg>
        <pc:spChg chg="add mod">
          <ac:chgData name="Piacentini, Caterina" userId="f5cc0bf0-ba5e-47a2-9f46-1ab04c78f108" providerId="ADAL" clId="{33458103-1E0D-5382-9B65-34EE54475687}" dt="2026-02-21T11:13:23.292" v="6440" actId="20577"/>
          <ac:spMkLst>
            <pc:docMk/>
            <pc:sldMk cId="2484996619" sldId="385"/>
            <ac:spMk id="24" creationId="{BDB711E9-ECCF-AB62-51D4-90189585D79D}"/>
          </ac:spMkLst>
        </pc:spChg>
        <pc:grpChg chg="mod">
          <ac:chgData name="Piacentini, Caterina" userId="f5cc0bf0-ba5e-47a2-9f46-1ab04c78f108" providerId="ADAL" clId="{33458103-1E0D-5382-9B65-34EE54475687}" dt="2026-02-22T13:40:51.709" v="6780" actId="14100"/>
          <ac:grpSpMkLst>
            <pc:docMk/>
            <pc:sldMk cId="2484996619" sldId="385"/>
            <ac:grpSpMk id="11" creationId="{DC8F1978-1252-430E-A686-9769DF724A69}"/>
          </ac:grpSpMkLst>
        </pc:grpChg>
        <pc:picChg chg="add mod modCrop">
          <ac:chgData name="Piacentini, Caterina" userId="f5cc0bf0-ba5e-47a2-9f46-1ab04c78f108" providerId="ADAL" clId="{33458103-1E0D-5382-9B65-34EE54475687}" dt="2026-02-22T13:38:10.043" v="6750" actId="1076"/>
          <ac:picMkLst>
            <pc:docMk/>
            <pc:sldMk cId="2484996619" sldId="385"/>
            <ac:picMk id="6" creationId="{3965704B-AEA6-43A1-70E1-EBF5332D4199}"/>
          </ac:picMkLst>
        </pc:picChg>
        <pc:picChg chg="mod">
          <ac:chgData name="Piacentini, Caterina" userId="f5cc0bf0-ba5e-47a2-9f46-1ab04c78f108" providerId="ADAL" clId="{33458103-1E0D-5382-9B65-34EE54475687}" dt="2026-02-22T13:41:34.337" v="6782" actId="207"/>
          <ac:picMkLst>
            <pc:docMk/>
            <pc:sldMk cId="2484996619" sldId="385"/>
            <ac:picMk id="18" creationId="{0D923BC6-C446-7B2A-097B-92A351709B36}"/>
          </ac:picMkLst>
        </pc:picChg>
        <pc:picChg chg="mod">
          <ac:chgData name="Piacentini, Caterina" userId="f5cc0bf0-ba5e-47a2-9f46-1ab04c78f108" providerId="ADAL" clId="{33458103-1E0D-5382-9B65-34EE54475687}" dt="2026-02-22T13:41:28.826" v="6781" actId="207"/>
          <ac:picMkLst>
            <pc:docMk/>
            <pc:sldMk cId="2484996619" sldId="385"/>
            <ac:picMk id="19" creationId="{689F69D5-EFE5-AA23-F7EB-A29003D73AF2}"/>
          </ac:picMkLst>
        </pc:picChg>
        <pc:picChg chg="mod">
          <ac:chgData name="Piacentini, Caterina" userId="f5cc0bf0-ba5e-47a2-9f46-1ab04c78f108" providerId="ADAL" clId="{33458103-1E0D-5382-9B65-34EE54475687}" dt="2026-02-22T13:41:38.752" v="6783" actId="207"/>
          <ac:picMkLst>
            <pc:docMk/>
            <pc:sldMk cId="2484996619" sldId="385"/>
            <ac:picMk id="20" creationId="{B2647FDD-7BED-9BC8-FBA7-CC4E8A6D5B6B}"/>
          </ac:picMkLst>
        </pc:picChg>
      </pc:sldChg>
      <pc:sldChg chg="addSp delSp modSp add del mod">
        <pc:chgData name="Piacentini, Caterina" userId="f5cc0bf0-ba5e-47a2-9f46-1ab04c78f108" providerId="ADAL" clId="{33458103-1E0D-5382-9B65-34EE54475687}" dt="2026-02-24T10:08:38.665" v="8374" actId="2696"/>
        <pc:sldMkLst>
          <pc:docMk/>
          <pc:sldMk cId="4161825522" sldId="386"/>
        </pc:sldMkLst>
        <pc:spChg chg="del">
          <ac:chgData name="Piacentini, Caterina" userId="f5cc0bf0-ba5e-47a2-9f46-1ab04c78f108" providerId="ADAL" clId="{33458103-1E0D-5382-9B65-34EE54475687}" dt="2026-02-23T15:24:50.818" v="6820" actId="478"/>
          <ac:spMkLst>
            <pc:docMk/>
            <pc:sldMk cId="4161825522" sldId="386"/>
            <ac:spMk id="5" creationId="{42BE0219-6533-B35F-C123-3C244C38D321}"/>
          </ac:spMkLst>
        </pc:spChg>
        <pc:spChg chg="add mod">
          <ac:chgData name="Piacentini, Caterina" userId="f5cc0bf0-ba5e-47a2-9f46-1ab04c78f108" providerId="ADAL" clId="{33458103-1E0D-5382-9B65-34EE54475687}" dt="2026-02-23T15:25:39.148" v="6822"/>
          <ac:spMkLst>
            <pc:docMk/>
            <pc:sldMk cId="4161825522" sldId="386"/>
            <ac:spMk id="6" creationId="{C06C5E62-7467-9BC1-C267-E3757D6694D7}"/>
          </ac:spMkLst>
        </pc:spChg>
        <pc:spChg chg="mod">
          <ac:chgData name="Piacentini, Caterina" userId="f5cc0bf0-ba5e-47a2-9f46-1ab04c78f108" providerId="ADAL" clId="{33458103-1E0D-5382-9B65-34EE54475687}" dt="2026-02-23T15:33:35.321" v="6989" actId="207"/>
          <ac:spMkLst>
            <pc:docMk/>
            <pc:sldMk cId="4161825522" sldId="386"/>
            <ac:spMk id="8" creationId="{D57B2C77-C6A5-63B2-1750-9AFAC39B1A8D}"/>
          </ac:spMkLst>
        </pc:spChg>
        <pc:spChg chg="del">
          <ac:chgData name="Piacentini, Caterina" userId="f5cc0bf0-ba5e-47a2-9f46-1ab04c78f108" providerId="ADAL" clId="{33458103-1E0D-5382-9B65-34EE54475687}" dt="2026-02-23T15:24:52.547" v="6821" actId="478"/>
          <ac:spMkLst>
            <pc:docMk/>
            <pc:sldMk cId="4161825522" sldId="386"/>
            <ac:spMk id="10" creationId="{8DC41AE6-12CC-84E4-EDCD-A386F5B42322}"/>
          </ac:spMkLst>
        </pc:spChg>
        <pc:spChg chg="add mod">
          <ac:chgData name="Piacentini, Caterina" userId="f5cc0bf0-ba5e-47a2-9f46-1ab04c78f108" providerId="ADAL" clId="{33458103-1E0D-5382-9B65-34EE54475687}" dt="2026-02-23T15:25:39.148" v="6822"/>
          <ac:spMkLst>
            <pc:docMk/>
            <pc:sldMk cId="4161825522" sldId="386"/>
            <ac:spMk id="11" creationId="{F228C8A1-25D2-B823-5588-AFE50762EFD7}"/>
          </ac:spMkLst>
        </pc:spChg>
        <pc:spChg chg="add mod">
          <ac:chgData name="Piacentini, Caterina" userId="f5cc0bf0-ba5e-47a2-9f46-1ab04c78f108" providerId="ADAL" clId="{33458103-1E0D-5382-9B65-34EE54475687}" dt="2026-02-23T15:35:15.474" v="7054" actId="2711"/>
          <ac:spMkLst>
            <pc:docMk/>
            <pc:sldMk cId="4161825522" sldId="386"/>
            <ac:spMk id="12" creationId="{4FAB13B8-229E-4B58-7F84-1856B0C528AF}"/>
          </ac:spMkLst>
        </pc:spChg>
        <pc:spChg chg="mod">
          <ac:chgData name="Piacentini, Caterina" userId="f5cc0bf0-ba5e-47a2-9f46-1ab04c78f108" providerId="ADAL" clId="{33458103-1E0D-5382-9B65-34EE54475687}" dt="2026-02-23T15:35:20.181" v="7055" actId="2711"/>
          <ac:spMkLst>
            <pc:docMk/>
            <pc:sldMk cId="4161825522" sldId="386"/>
            <ac:spMk id="13" creationId="{7D2FA40C-0C2F-267D-609D-256C136DD6D5}"/>
          </ac:spMkLst>
        </pc:spChg>
        <pc:spChg chg="add mod">
          <ac:chgData name="Piacentini, Caterina" userId="f5cc0bf0-ba5e-47a2-9f46-1ab04c78f108" providerId="ADAL" clId="{33458103-1E0D-5382-9B65-34EE54475687}" dt="2026-02-23T15:25:39.148" v="6822"/>
          <ac:spMkLst>
            <pc:docMk/>
            <pc:sldMk cId="4161825522" sldId="386"/>
            <ac:spMk id="14" creationId="{BA5EC4B1-DE0D-7EDD-CDD6-FCE3215EFA43}"/>
          </ac:spMkLst>
        </pc:spChg>
        <pc:spChg chg="add mod">
          <ac:chgData name="Piacentini, Caterina" userId="f5cc0bf0-ba5e-47a2-9f46-1ab04c78f108" providerId="ADAL" clId="{33458103-1E0D-5382-9B65-34EE54475687}" dt="2026-02-23T15:37:44.121" v="7126" actId="1076"/>
          <ac:spMkLst>
            <pc:docMk/>
            <pc:sldMk cId="4161825522" sldId="386"/>
            <ac:spMk id="15" creationId="{C9E38512-7B81-5593-297C-7BABDD0833D7}"/>
          </ac:spMkLst>
        </pc:spChg>
        <pc:spChg chg="add mod ord">
          <ac:chgData name="Piacentini, Caterina" userId="f5cc0bf0-ba5e-47a2-9f46-1ab04c78f108" providerId="ADAL" clId="{33458103-1E0D-5382-9B65-34EE54475687}" dt="2026-02-23T15:37:49.324" v="7127" actId="1076"/>
          <ac:spMkLst>
            <pc:docMk/>
            <pc:sldMk cId="4161825522" sldId="386"/>
            <ac:spMk id="16" creationId="{D70CCCAC-34C1-7E77-9F27-E0C7D6AFF45F}"/>
          </ac:spMkLst>
        </pc:spChg>
        <pc:spChg chg="add mod">
          <ac:chgData name="Piacentini, Caterina" userId="f5cc0bf0-ba5e-47a2-9f46-1ab04c78f108" providerId="ADAL" clId="{33458103-1E0D-5382-9B65-34EE54475687}" dt="2026-02-23T15:36:18.793" v="7070" actId="20577"/>
          <ac:spMkLst>
            <pc:docMk/>
            <pc:sldMk cId="4161825522" sldId="386"/>
            <ac:spMk id="17" creationId="{14496DBD-FFD8-CB9E-6F5D-2CC6A332BAAB}"/>
          </ac:spMkLst>
        </pc:spChg>
        <pc:spChg chg="add mod">
          <ac:chgData name="Piacentini, Caterina" userId="f5cc0bf0-ba5e-47a2-9f46-1ab04c78f108" providerId="ADAL" clId="{33458103-1E0D-5382-9B65-34EE54475687}" dt="2026-02-23T15:35:25.503" v="7057" actId="2711"/>
          <ac:spMkLst>
            <pc:docMk/>
            <pc:sldMk cId="4161825522" sldId="386"/>
            <ac:spMk id="18" creationId="{F6F7BC39-7F47-C918-0F47-9EA862BD6F0B}"/>
          </ac:spMkLst>
        </pc:spChg>
        <pc:spChg chg="add del mod">
          <ac:chgData name="Piacentini, Caterina" userId="f5cc0bf0-ba5e-47a2-9f46-1ab04c78f108" providerId="ADAL" clId="{33458103-1E0D-5382-9B65-34EE54475687}" dt="2026-02-23T15:36:07.848" v="7067" actId="14100"/>
          <ac:spMkLst>
            <pc:docMk/>
            <pc:sldMk cId="4161825522" sldId="386"/>
            <ac:spMk id="19" creationId="{1C4D5FCE-57C2-A450-A866-66616645DAEC}"/>
          </ac:spMkLst>
        </pc:spChg>
        <pc:spChg chg="add mod">
          <ac:chgData name="Piacentini, Caterina" userId="f5cc0bf0-ba5e-47a2-9f46-1ab04c78f108" providerId="ADAL" clId="{33458103-1E0D-5382-9B65-34EE54475687}" dt="2026-02-23T15:29:02.917" v="6861" actId="171"/>
          <ac:spMkLst>
            <pc:docMk/>
            <pc:sldMk cId="4161825522" sldId="386"/>
            <ac:spMk id="20" creationId="{D05C7CD8-FC14-B5A2-1BCB-595826D80143}"/>
          </ac:spMkLst>
        </pc:spChg>
        <pc:spChg chg="add mod">
          <ac:chgData name="Piacentini, Caterina" userId="f5cc0bf0-ba5e-47a2-9f46-1ab04c78f108" providerId="ADAL" clId="{33458103-1E0D-5382-9B65-34EE54475687}" dt="2026-02-23T15:35:41.714" v="7061" actId="2711"/>
          <ac:spMkLst>
            <pc:docMk/>
            <pc:sldMk cId="4161825522" sldId="386"/>
            <ac:spMk id="27" creationId="{168E3BB6-45B4-B5A8-4AE6-226C69892640}"/>
          </ac:spMkLst>
        </pc:spChg>
        <pc:spChg chg="add mod">
          <ac:chgData name="Piacentini, Caterina" userId="f5cc0bf0-ba5e-47a2-9f46-1ab04c78f108" providerId="ADAL" clId="{33458103-1E0D-5382-9B65-34EE54475687}" dt="2026-02-23T15:37:31.477" v="7125" actId="207"/>
          <ac:spMkLst>
            <pc:docMk/>
            <pc:sldMk cId="4161825522" sldId="386"/>
            <ac:spMk id="29" creationId="{E5138E92-6901-646C-C85A-A4B35063E0DE}"/>
          </ac:spMkLst>
        </pc:spChg>
        <pc:spChg chg="add mod">
          <ac:chgData name="Piacentini, Caterina" userId="f5cc0bf0-ba5e-47a2-9f46-1ab04c78f108" providerId="ADAL" clId="{33458103-1E0D-5382-9B65-34EE54475687}" dt="2026-02-23T15:33:18.679" v="6988"/>
          <ac:spMkLst>
            <pc:docMk/>
            <pc:sldMk cId="4161825522" sldId="386"/>
            <ac:spMk id="30" creationId="{262DCA17-7FE0-9D01-A11B-B67DD6884F5A}"/>
          </ac:spMkLst>
        </pc:spChg>
      </pc:sldChg>
      <pc:sldChg chg="addSp delSp modSp add mod">
        <pc:chgData name="Piacentini, Caterina" userId="f5cc0bf0-ba5e-47a2-9f46-1ab04c78f108" providerId="ADAL" clId="{33458103-1E0D-5382-9B65-34EE54475687}" dt="2026-02-24T08:42:44.617" v="8363" actId="20577"/>
        <pc:sldMkLst>
          <pc:docMk/>
          <pc:sldMk cId="2319766726" sldId="387"/>
        </pc:sldMkLst>
        <pc:spChg chg="mod">
          <ac:chgData name="Piacentini, Caterina" userId="f5cc0bf0-ba5e-47a2-9f46-1ab04c78f108" providerId="ADAL" clId="{33458103-1E0D-5382-9B65-34EE54475687}" dt="2026-02-24T08:42:44.617" v="8363" actId="20577"/>
          <ac:spMkLst>
            <pc:docMk/>
            <pc:sldMk cId="2319766726" sldId="387"/>
            <ac:spMk id="2" creationId="{A8A69676-1BE2-202A-001D-DC3B63A64680}"/>
          </ac:spMkLst>
        </pc:spChg>
        <pc:spChg chg="del">
          <ac:chgData name="Piacentini, Caterina" userId="f5cc0bf0-ba5e-47a2-9f46-1ab04c78f108" providerId="ADAL" clId="{33458103-1E0D-5382-9B65-34EE54475687}" dt="2026-02-23T15:42:30.041" v="7138" actId="478"/>
          <ac:spMkLst>
            <pc:docMk/>
            <pc:sldMk cId="2319766726" sldId="387"/>
            <ac:spMk id="3" creationId="{45C14AC6-144D-07D2-27EB-613507665388}"/>
          </ac:spMkLst>
        </pc:spChg>
        <pc:spChg chg="mod">
          <ac:chgData name="Piacentini, Caterina" userId="f5cc0bf0-ba5e-47a2-9f46-1ab04c78f108" providerId="ADAL" clId="{33458103-1E0D-5382-9B65-34EE54475687}" dt="2026-02-24T08:05:55.934" v="8361" actId="1076"/>
          <ac:spMkLst>
            <pc:docMk/>
            <pc:sldMk cId="2319766726" sldId="387"/>
            <ac:spMk id="3" creationId="{CEF14DFA-8643-BBBE-DDCB-0BB3E4B38C61}"/>
          </ac:spMkLst>
        </pc:spChg>
        <pc:spChg chg="add mod">
          <ac:chgData name="Piacentini, Caterina" userId="f5cc0bf0-ba5e-47a2-9f46-1ab04c78f108" providerId="ADAL" clId="{33458103-1E0D-5382-9B65-34EE54475687}" dt="2026-02-23T15:50:19.153" v="7266" actId="20577"/>
          <ac:spMkLst>
            <pc:docMk/>
            <pc:sldMk cId="2319766726" sldId="387"/>
            <ac:spMk id="5" creationId="{C6343C4B-AED3-3C43-5451-E19ED1FAED51}"/>
          </ac:spMkLst>
        </pc:spChg>
        <pc:spChg chg="del">
          <ac:chgData name="Piacentini, Caterina" userId="f5cc0bf0-ba5e-47a2-9f46-1ab04c78f108" providerId="ADAL" clId="{33458103-1E0D-5382-9B65-34EE54475687}" dt="2026-02-23T15:42:39.300" v="7144" actId="478"/>
          <ac:spMkLst>
            <pc:docMk/>
            <pc:sldMk cId="2319766726" sldId="387"/>
            <ac:spMk id="6" creationId="{8031A1CD-BB9B-886B-4FFD-2533CDB7076C}"/>
          </ac:spMkLst>
        </pc:spChg>
        <pc:spChg chg="mod">
          <ac:chgData name="Piacentini, Caterina" userId="f5cc0bf0-ba5e-47a2-9f46-1ab04c78f108" providerId="ADAL" clId="{33458103-1E0D-5382-9B65-34EE54475687}" dt="2026-02-24T08:01:53.264" v="8323" actId="1076"/>
          <ac:spMkLst>
            <pc:docMk/>
            <pc:sldMk cId="2319766726" sldId="387"/>
            <ac:spMk id="7" creationId="{4A7DFA16-2B3B-3040-52A5-B1E5D92CF1E7}"/>
          </ac:spMkLst>
        </pc:spChg>
        <pc:spChg chg="del">
          <ac:chgData name="Piacentini, Caterina" userId="f5cc0bf0-ba5e-47a2-9f46-1ab04c78f108" providerId="ADAL" clId="{33458103-1E0D-5382-9B65-34EE54475687}" dt="2026-02-23T15:42:43.003" v="7145" actId="478"/>
          <ac:spMkLst>
            <pc:docMk/>
            <pc:sldMk cId="2319766726" sldId="387"/>
            <ac:spMk id="7" creationId="{AAE529FC-A9E4-87A5-0332-5F36E8538F64}"/>
          </ac:spMkLst>
        </pc:spChg>
        <pc:spChg chg="del">
          <ac:chgData name="Piacentini, Caterina" userId="f5cc0bf0-ba5e-47a2-9f46-1ab04c78f108" providerId="ADAL" clId="{33458103-1E0D-5382-9B65-34EE54475687}" dt="2026-02-23T15:42:47.650" v="7146" actId="478"/>
          <ac:spMkLst>
            <pc:docMk/>
            <pc:sldMk cId="2319766726" sldId="387"/>
            <ac:spMk id="8" creationId="{C7B0A848-FEE3-5AA6-732D-DAB4CD625D39}"/>
          </ac:spMkLst>
        </pc:spChg>
        <pc:spChg chg="del">
          <ac:chgData name="Piacentini, Caterina" userId="f5cc0bf0-ba5e-47a2-9f46-1ab04c78f108" providerId="ADAL" clId="{33458103-1E0D-5382-9B65-34EE54475687}" dt="2026-02-23T15:42:31.608" v="7140" actId="478"/>
          <ac:spMkLst>
            <pc:docMk/>
            <pc:sldMk cId="2319766726" sldId="387"/>
            <ac:spMk id="9" creationId="{DC1FFEFD-8FC8-AE14-A8B5-8A6341130CBE}"/>
          </ac:spMkLst>
        </pc:spChg>
        <pc:spChg chg="add mod">
          <ac:chgData name="Piacentini, Caterina" userId="f5cc0bf0-ba5e-47a2-9f46-1ab04c78f108" providerId="ADAL" clId="{33458103-1E0D-5382-9B65-34EE54475687}" dt="2026-02-23T15:50:22.953" v="7272" actId="20577"/>
          <ac:spMkLst>
            <pc:docMk/>
            <pc:sldMk cId="2319766726" sldId="387"/>
            <ac:spMk id="10" creationId="{B4F5FF60-0E07-BB3D-2F74-C10DFCE4F85B}"/>
          </ac:spMkLst>
        </pc:spChg>
        <pc:spChg chg="del">
          <ac:chgData name="Piacentini, Caterina" userId="f5cc0bf0-ba5e-47a2-9f46-1ab04c78f108" providerId="ADAL" clId="{33458103-1E0D-5382-9B65-34EE54475687}" dt="2026-02-23T15:42:39.300" v="7144" actId="478"/>
          <ac:spMkLst>
            <pc:docMk/>
            <pc:sldMk cId="2319766726" sldId="387"/>
            <ac:spMk id="11" creationId="{80C0E815-DC56-E507-0DEA-B92C42749440}"/>
          </ac:spMkLst>
        </pc:spChg>
        <pc:spChg chg="del">
          <ac:chgData name="Piacentini, Caterina" userId="f5cc0bf0-ba5e-47a2-9f46-1ab04c78f108" providerId="ADAL" clId="{33458103-1E0D-5382-9B65-34EE54475687}" dt="2026-02-23T15:42:30.888" v="7139" actId="478"/>
          <ac:spMkLst>
            <pc:docMk/>
            <pc:sldMk cId="2319766726" sldId="387"/>
            <ac:spMk id="12" creationId="{C4AEA5BD-A89F-E80F-D55E-B175DF25A587}"/>
          </ac:spMkLst>
        </pc:spChg>
        <pc:spChg chg="del">
          <ac:chgData name="Piacentini, Caterina" userId="f5cc0bf0-ba5e-47a2-9f46-1ab04c78f108" providerId="ADAL" clId="{33458103-1E0D-5382-9B65-34EE54475687}" dt="2026-02-23T15:42:43.003" v="7145" actId="478"/>
          <ac:spMkLst>
            <pc:docMk/>
            <pc:sldMk cId="2319766726" sldId="387"/>
            <ac:spMk id="14" creationId="{B14251C4-DDC2-0441-B91A-C05674121043}"/>
          </ac:spMkLst>
        </pc:spChg>
        <pc:spChg chg="del">
          <ac:chgData name="Piacentini, Caterina" userId="f5cc0bf0-ba5e-47a2-9f46-1ab04c78f108" providerId="ADAL" clId="{33458103-1E0D-5382-9B65-34EE54475687}" dt="2026-02-23T15:42:47.650" v="7146" actId="478"/>
          <ac:spMkLst>
            <pc:docMk/>
            <pc:sldMk cId="2319766726" sldId="387"/>
            <ac:spMk id="16" creationId="{F428F298-E7A2-2F3D-804F-7298E5893F72}"/>
          </ac:spMkLst>
        </pc:spChg>
        <pc:spChg chg="del">
          <ac:chgData name="Piacentini, Caterina" userId="f5cc0bf0-ba5e-47a2-9f46-1ab04c78f108" providerId="ADAL" clId="{33458103-1E0D-5382-9B65-34EE54475687}" dt="2026-02-23T15:42:33.920" v="7141" actId="478"/>
          <ac:spMkLst>
            <pc:docMk/>
            <pc:sldMk cId="2319766726" sldId="387"/>
            <ac:spMk id="17" creationId="{FC6CEA10-5537-1A82-32B4-CA31D2784090}"/>
          </ac:spMkLst>
        </pc:spChg>
        <pc:spChg chg="del">
          <ac:chgData name="Piacentini, Caterina" userId="f5cc0bf0-ba5e-47a2-9f46-1ab04c78f108" providerId="ADAL" clId="{33458103-1E0D-5382-9B65-34EE54475687}" dt="2026-02-23T15:42:39.300" v="7144" actId="478"/>
          <ac:spMkLst>
            <pc:docMk/>
            <pc:sldMk cId="2319766726" sldId="387"/>
            <ac:spMk id="18" creationId="{1E7DAC3E-D475-A323-3787-F53A6561B3D1}"/>
          </ac:spMkLst>
        </pc:spChg>
        <pc:spChg chg="del">
          <ac:chgData name="Piacentini, Caterina" userId="f5cc0bf0-ba5e-47a2-9f46-1ab04c78f108" providerId="ADAL" clId="{33458103-1E0D-5382-9B65-34EE54475687}" dt="2026-02-23T15:42:43.003" v="7145" actId="478"/>
          <ac:spMkLst>
            <pc:docMk/>
            <pc:sldMk cId="2319766726" sldId="387"/>
            <ac:spMk id="19" creationId="{ACC348DA-E811-DE45-DDAA-C93B4B3D47ED}"/>
          </ac:spMkLst>
        </pc:spChg>
        <pc:spChg chg="del">
          <ac:chgData name="Piacentini, Caterina" userId="f5cc0bf0-ba5e-47a2-9f46-1ab04c78f108" providerId="ADAL" clId="{33458103-1E0D-5382-9B65-34EE54475687}" dt="2026-02-23T15:42:43.003" v="7145" actId="478"/>
          <ac:spMkLst>
            <pc:docMk/>
            <pc:sldMk cId="2319766726" sldId="387"/>
            <ac:spMk id="20" creationId="{32111246-5490-0FB8-916D-D70AEA40B871}"/>
          </ac:spMkLst>
        </pc:spChg>
        <pc:spChg chg="del">
          <ac:chgData name="Piacentini, Caterina" userId="f5cc0bf0-ba5e-47a2-9f46-1ab04c78f108" providerId="ADAL" clId="{33458103-1E0D-5382-9B65-34EE54475687}" dt="2026-02-23T15:42:35.883" v="7143" actId="478"/>
          <ac:spMkLst>
            <pc:docMk/>
            <pc:sldMk cId="2319766726" sldId="387"/>
            <ac:spMk id="21" creationId="{0BAC3A13-C156-6C49-EEFE-5492BCDF68D6}"/>
          </ac:spMkLst>
        </pc:spChg>
        <pc:spChg chg="del">
          <ac:chgData name="Piacentini, Caterina" userId="f5cc0bf0-ba5e-47a2-9f46-1ab04c78f108" providerId="ADAL" clId="{33458103-1E0D-5382-9B65-34EE54475687}" dt="2026-02-23T15:42:39.300" v="7144" actId="478"/>
          <ac:spMkLst>
            <pc:docMk/>
            <pc:sldMk cId="2319766726" sldId="387"/>
            <ac:spMk id="23" creationId="{C948D9D2-17F6-8F4A-B079-9E51E2F86017}"/>
          </ac:spMkLst>
        </pc:spChg>
        <pc:spChg chg="del">
          <ac:chgData name="Piacentini, Caterina" userId="f5cc0bf0-ba5e-47a2-9f46-1ab04c78f108" providerId="ADAL" clId="{33458103-1E0D-5382-9B65-34EE54475687}" dt="2026-02-23T15:42:47.650" v="7146" actId="478"/>
          <ac:spMkLst>
            <pc:docMk/>
            <pc:sldMk cId="2319766726" sldId="387"/>
            <ac:spMk id="26" creationId="{56B3C0A1-357F-63F0-4DEC-36A3AA5BC4D8}"/>
          </ac:spMkLst>
        </pc:spChg>
        <pc:spChg chg="del">
          <ac:chgData name="Piacentini, Caterina" userId="f5cc0bf0-ba5e-47a2-9f46-1ab04c78f108" providerId="ADAL" clId="{33458103-1E0D-5382-9B65-34EE54475687}" dt="2026-02-23T15:42:47.650" v="7146" actId="478"/>
          <ac:spMkLst>
            <pc:docMk/>
            <pc:sldMk cId="2319766726" sldId="387"/>
            <ac:spMk id="27" creationId="{57EEA4C6-5FF7-135B-C414-01A4EAC06922}"/>
          </ac:spMkLst>
        </pc:spChg>
        <pc:spChg chg="del">
          <ac:chgData name="Piacentini, Caterina" userId="f5cc0bf0-ba5e-47a2-9f46-1ab04c78f108" providerId="ADAL" clId="{33458103-1E0D-5382-9B65-34EE54475687}" dt="2026-02-23T15:42:48.730" v="7147" actId="478"/>
          <ac:spMkLst>
            <pc:docMk/>
            <pc:sldMk cId="2319766726" sldId="387"/>
            <ac:spMk id="29" creationId="{3768F8D1-7CA7-1306-7135-DA68ADD99E85}"/>
          </ac:spMkLst>
        </pc:spChg>
        <pc:spChg chg="add mod">
          <ac:chgData name="Piacentini, Caterina" userId="f5cc0bf0-ba5e-47a2-9f46-1ab04c78f108" providerId="ADAL" clId="{33458103-1E0D-5382-9B65-34EE54475687}" dt="2026-02-24T08:03:43.725" v="8352" actId="692"/>
          <ac:spMkLst>
            <pc:docMk/>
            <pc:sldMk cId="2319766726" sldId="387"/>
            <ac:spMk id="30" creationId="{C79A77AA-DD29-F19F-3407-8CFCC78B14DB}"/>
          </ac:spMkLst>
        </pc:spChg>
        <pc:spChg chg="add del mod">
          <ac:chgData name="Piacentini, Caterina" userId="f5cc0bf0-ba5e-47a2-9f46-1ab04c78f108" providerId="ADAL" clId="{33458103-1E0D-5382-9B65-34EE54475687}" dt="2026-02-23T15:46:56.724" v="7182" actId="14100"/>
          <ac:spMkLst>
            <pc:docMk/>
            <pc:sldMk cId="2319766726" sldId="387"/>
            <ac:spMk id="31" creationId="{88EC2C0A-BDBE-D2FB-AC50-BDB18821AF7E}"/>
          </ac:spMkLst>
        </pc:spChg>
        <pc:spChg chg="add mod">
          <ac:chgData name="Piacentini, Caterina" userId="f5cc0bf0-ba5e-47a2-9f46-1ab04c78f108" providerId="ADAL" clId="{33458103-1E0D-5382-9B65-34EE54475687}" dt="2026-02-24T08:02:11.994" v="8336" actId="1035"/>
          <ac:spMkLst>
            <pc:docMk/>
            <pc:sldMk cId="2319766726" sldId="387"/>
            <ac:spMk id="32" creationId="{DF0420D0-E8F7-2948-8FC4-D095CB79A931}"/>
          </ac:spMkLst>
        </pc:spChg>
        <pc:spChg chg="mod">
          <ac:chgData name="Piacentini, Caterina" userId="f5cc0bf0-ba5e-47a2-9f46-1ab04c78f108" providerId="ADAL" clId="{33458103-1E0D-5382-9B65-34EE54475687}" dt="2026-02-24T08:03:54.450" v="8359" actId="1035"/>
          <ac:spMkLst>
            <pc:docMk/>
            <pc:sldMk cId="2319766726" sldId="387"/>
            <ac:spMk id="33" creationId="{784142B7-2E7E-118F-11C4-CD0C21CF2A7F}"/>
          </ac:spMkLst>
        </pc:spChg>
        <pc:spChg chg="add mod">
          <ac:chgData name="Piacentini, Caterina" userId="f5cc0bf0-ba5e-47a2-9f46-1ab04c78f108" providerId="ADAL" clId="{33458103-1E0D-5382-9B65-34EE54475687}" dt="2026-02-24T08:02:32.244" v="8346" actId="1035"/>
          <ac:spMkLst>
            <pc:docMk/>
            <pc:sldMk cId="2319766726" sldId="387"/>
            <ac:spMk id="34" creationId="{65DE1753-080B-332F-1A56-FED2FEE120C7}"/>
          </ac:spMkLst>
        </pc:spChg>
        <pc:spChg chg="add mod">
          <ac:chgData name="Piacentini, Caterina" userId="f5cc0bf0-ba5e-47a2-9f46-1ab04c78f108" providerId="ADAL" clId="{33458103-1E0D-5382-9B65-34EE54475687}" dt="2026-02-24T08:02:23.589" v="8343" actId="1035"/>
          <ac:spMkLst>
            <pc:docMk/>
            <pc:sldMk cId="2319766726" sldId="387"/>
            <ac:spMk id="35" creationId="{FDF8D616-3EDA-256F-FCA1-0BF46D5F1D79}"/>
          </ac:spMkLst>
        </pc:spChg>
        <pc:spChg chg="add mod">
          <ac:chgData name="Piacentini, Caterina" userId="f5cc0bf0-ba5e-47a2-9f46-1ab04c78f108" providerId="ADAL" clId="{33458103-1E0D-5382-9B65-34EE54475687}" dt="2026-02-23T15:48:50.327" v="7255" actId="14100"/>
          <ac:spMkLst>
            <pc:docMk/>
            <pc:sldMk cId="2319766726" sldId="387"/>
            <ac:spMk id="40" creationId="{7A2099C1-531B-70E2-D7FC-DD337863C726}"/>
          </ac:spMkLst>
        </pc:spChg>
        <pc:spChg chg="add mod">
          <ac:chgData name="Piacentini, Caterina" userId="f5cc0bf0-ba5e-47a2-9f46-1ab04c78f108" providerId="ADAL" clId="{33458103-1E0D-5382-9B65-34EE54475687}" dt="2026-02-23T15:50:02.739" v="7257" actId="403"/>
          <ac:spMkLst>
            <pc:docMk/>
            <pc:sldMk cId="2319766726" sldId="387"/>
            <ac:spMk id="41" creationId="{8C4CA04B-897F-4840-B35C-43A0E89CC382}"/>
          </ac:spMkLst>
        </pc:spChg>
        <pc:spChg chg="add mod">
          <ac:chgData name="Piacentini, Caterina" userId="f5cc0bf0-ba5e-47a2-9f46-1ab04c78f108" providerId="ADAL" clId="{33458103-1E0D-5382-9B65-34EE54475687}" dt="2026-02-23T15:50:02.739" v="7257" actId="403"/>
          <ac:spMkLst>
            <pc:docMk/>
            <pc:sldMk cId="2319766726" sldId="387"/>
            <ac:spMk id="42" creationId="{02A790E0-FE04-4DF0-BF1D-A6924E593056}"/>
          </ac:spMkLst>
        </pc:spChg>
        <pc:grpChg chg="mod">
          <ac:chgData name="Piacentini, Caterina" userId="f5cc0bf0-ba5e-47a2-9f46-1ab04c78f108" providerId="ADAL" clId="{33458103-1E0D-5382-9B65-34EE54475687}" dt="2026-02-23T15:44:26.746" v="7157" actId="14100"/>
          <ac:grpSpMkLst>
            <pc:docMk/>
            <pc:sldMk cId="2319766726" sldId="387"/>
            <ac:grpSpMk id="44" creationId="{6C9BE7F1-1FEE-CC9A-31C5-8C591F685D90}"/>
          </ac:grpSpMkLst>
        </pc:grpChg>
        <pc:grpChg chg="mod">
          <ac:chgData name="Piacentini, Caterina" userId="f5cc0bf0-ba5e-47a2-9f46-1ab04c78f108" providerId="ADAL" clId="{33458103-1E0D-5382-9B65-34EE54475687}" dt="2026-02-23T15:47:58.122" v="7245" actId="14100"/>
          <ac:grpSpMkLst>
            <pc:docMk/>
            <pc:sldMk cId="2319766726" sldId="387"/>
            <ac:grpSpMk id="45" creationId="{BFCCD7DA-9AAD-5957-6BEB-805EC74F6472}"/>
          </ac:grpSpMkLst>
        </pc:grpChg>
        <pc:picChg chg="del">
          <ac:chgData name="Piacentini, Caterina" userId="f5cc0bf0-ba5e-47a2-9f46-1ab04c78f108" providerId="ADAL" clId="{33458103-1E0D-5382-9B65-34EE54475687}" dt="2026-02-23T15:42:43.003" v="7145" actId="478"/>
          <ac:picMkLst>
            <pc:docMk/>
            <pc:sldMk cId="2319766726" sldId="387"/>
            <ac:picMk id="22" creationId="{1BC00EBC-119D-9AB2-3AC1-9E75CF8B4825}"/>
          </ac:picMkLst>
        </pc:picChg>
        <pc:picChg chg="del">
          <ac:chgData name="Piacentini, Caterina" userId="f5cc0bf0-ba5e-47a2-9f46-1ab04c78f108" providerId="ADAL" clId="{33458103-1E0D-5382-9B65-34EE54475687}" dt="2026-02-23T15:42:35.203" v="7142" actId="478"/>
          <ac:picMkLst>
            <pc:docMk/>
            <pc:sldMk cId="2319766726" sldId="387"/>
            <ac:picMk id="24" creationId="{CA4CC504-9F3F-CA8F-36BB-3B9AE4BD2ECC}"/>
          </ac:picMkLst>
        </pc:picChg>
        <pc:picChg chg="del">
          <ac:chgData name="Piacentini, Caterina" userId="f5cc0bf0-ba5e-47a2-9f46-1ab04c78f108" providerId="ADAL" clId="{33458103-1E0D-5382-9B65-34EE54475687}" dt="2026-02-23T15:42:39.300" v="7144" actId="478"/>
          <ac:picMkLst>
            <pc:docMk/>
            <pc:sldMk cId="2319766726" sldId="387"/>
            <ac:picMk id="25" creationId="{262FC23A-9245-7E4B-25A1-D0085F0F6656}"/>
          </ac:picMkLst>
        </pc:picChg>
        <pc:picChg chg="del">
          <ac:chgData name="Piacentini, Caterina" userId="f5cc0bf0-ba5e-47a2-9f46-1ab04c78f108" providerId="ADAL" clId="{33458103-1E0D-5382-9B65-34EE54475687}" dt="2026-02-23T15:42:47.650" v="7146" actId="478"/>
          <ac:picMkLst>
            <pc:docMk/>
            <pc:sldMk cId="2319766726" sldId="387"/>
            <ac:picMk id="28" creationId="{851CEF32-7A32-04E5-FA03-060A819A8F97}"/>
          </ac:picMkLst>
        </pc:picChg>
        <pc:picChg chg="mod">
          <ac:chgData name="Piacentini, Caterina" userId="f5cc0bf0-ba5e-47a2-9f46-1ab04c78f108" providerId="ADAL" clId="{33458103-1E0D-5382-9B65-34EE54475687}" dt="2026-02-24T08:03:54.450" v="8359" actId="1035"/>
          <ac:picMkLst>
            <pc:docMk/>
            <pc:sldMk cId="2319766726" sldId="387"/>
            <ac:picMk id="36" creationId="{24729705-B82C-89F6-B0B6-1DA9FAFC8366}"/>
          </ac:picMkLst>
        </pc:picChg>
        <pc:picChg chg="mod">
          <ac:chgData name="Piacentini, Caterina" userId="f5cc0bf0-ba5e-47a2-9f46-1ab04c78f108" providerId="ADAL" clId="{33458103-1E0D-5382-9B65-34EE54475687}" dt="2026-02-24T08:02:32.244" v="8346" actId="1035"/>
          <ac:picMkLst>
            <pc:docMk/>
            <pc:sldMk cId="2319766726" sldId="387"/>
            <ac:picMk id="37" creationId="{597942B5-A245-25B8-5BBD-28B5C99B65DB}"/>
          </ac:picMkLst>
        </pc:picChg>
        <pc:picChg chg="mod">
          <ac:chgData name="Piacentini, Caterina" userId="f5cc0bf0-ba5e-47a2-9f46-1ab04c78f108" providerId="ADAL" clId="{33458103-1E0D-5382-9B65-34EE54475687}" dt="2026-02-24T08:02:23.589" v="8343" actId="1035"/>
          <ac:picMkLst>
            <pc:docMk/>
            <pc:sldMk cId="2319766726" sldId="387"/>
            <ac:picMk id="38" creationId="{4E522BE6-060E-FAE0-1929-BDFBFC35F539}"/>
          </ac:picMkLst>
        </pc:picChg>
        <pc:picChg chg="mod">
          <ac:chgData name="Piacentini, Caterina" userId="f5cc0bf0-ba5e-47a2-9f46-1ab04c78f108" providerId="ADAL" clId="{33458103-1E0D-5382-9B65-34EE54475687}" dt="2026-02-24T08:02:11.994" v="8336" actId="1035"/>
          <ac:picMkLst>
            <pc:docMk/>
            <pc:sldMk cId="2319766726" sldId="387"/>
            <ac:picMk id="39" creationId="{A54BD58F-5B8A-7689-5F34-966BB1860175}"/>
          </ac:picMkLst>
        </pc:picChg>
      </pc:sldChg>
      <pc:sldChg chg="addSp delSp modSp mod">
        <pc:chgData name="Piacentini, Caterina" userId="f5cc0bf0-ba5e-47a2-9f46-1ab04c78f108" providerId="ADAL" clId="{33458103-1E0D-5382-9B65-34EE54475687}" dt="2026-02-23T17:10:33.288" v="8231" actId="14100"/>
        <pc:sldMkLst>
          <pc:docMk/>
          <pc:sldMk cId="1014825718" sldId="388"/>
        </pc:sldMkLst>
        <pc:spChg chg="del">
          <ac:chgData name="Piacentini, Caterina" userId="f5cc0bf0-ba5e-47a2-9f46-1ab04c78f108" providerId="ADAL" clId="{33458103-1E0D-5382-9B65-34EE54475687}" dt="2026-02-23T16:37:32.282" v="7321" actId="478"/>
          <ac:spMkLst>
            <pc:docMk/>
            <pc:sldMk cId="1014825718" sldId="388"/>
            <ac:spMk id="6" creationId="{A036C406-9D21-1799-011F-447515AA3D7F}"/>
          </ac:spMkLst>
        </pc:spChg>
        <pc:spChg chg="mod">
          <ac:chgData name="Piacentini, Caterina" userId="f5cc0bf0-ba5e-47a2-9f46-1ab04c78f108" providerId="ADAL" clId="{33458103-1E0D-5382-9B65-34EE54475687}" dt="2026-02-23T16:36:58.445" v="7318" actId="108"/>
          <ac:spMkLst>
            <pc:docMk/>
            <pc:sldMk cId="1014825718" sldId="388"/>
            <ac:spMk id="8" creationId="{7DF11CC8-CBF3-DF3C-75AE-365FDFFD94D9}"/>
          </ac:spMkLst>
        </pc:spChg>
        <pc:spChg chg="del">
          <ac:chgData name="Piacentini, Caterina" userId="f5cc0bf0-ba5e-47a2-9f46-1ab04c78f108" providerId="ADAL" clId="{33458103-1E0D-5382-9B65-34EE54475687}" dt="2026-02-23T16:37:35.878" v="7325" actId="478"/>
          <ac:spMkLst>
            <pc:docMk/>
            <pc:sldMk cId="1014825718" sldId="388"/>
            <ac:spMk id="9" creationId="{729909F4-E824-1C71-C9F6-E1059BF6E94D}"/>
          </ac:spMkLst>
        </pc:spChg>
        <pc:spChg chg="del">
          <ac:chgData name="Piacentini, Caterina" userId="f5cc0bf0-ba5e-47a2-9f46-1ab04c78f108" providerId="ADAL" clId="{33458103-1E0D-5382-9B65-34EE54475687}" dt="2026-02-23T16:37:33.343" v="7322" actId="478"/>
          <ac:spMkLst>
            <pc:docMk/>
            <pc:sldMk cId="1014825718" sldId="388"/>
            <ac:spMk id="10" creationId="{34266F38-5019-303F-C240-1B8944D50508}"/>
          </ac:spMkLst>
        </pc:spChg>
        <pc:spChg chg="del">
          <ac:chgData name="Piacentini, Caterina" userId="f5cc0bf0-ba5e-47a2-9f46-1ab04c78f108" providerId="ADAL" clId="{33458103-1E0D-5382-9B65-34EE54475687}" dt="2026-02-23T16:37:29.717" v="7319" actId="478"/>
          <ac:spMkLst>
            <pc:docMk/>
            <pc:sldMk cId="1014825718" sldId="388"/>
            <ac:spMk id="11" creationId="{4F7EE4DC-E32B-2695-3C1F-195CF7FD176E}"/>
          </ac:spMkLst>
        </pc:spChg>
        <pc:spChg chg="del">
          <ac:chgData name="Piacentini, Caterina" userId="f5cc0bf0-ba5e-47a2-9f46-1ab04c78f108" providerId="ADAL" clId="{33458103-1E0D-5382-9B65-34EE54475687}" dt="2026-02-23T16:37:34.186" v="7323" actId="478"/>
          <ac:spMkLst>
            <pc:docMk/>
            <pc:sldMk cId="1014825718" sldId="388"/>
            <ac:spMk id="20" creationId="{CF48672D-0C17-2934-8876-DFAFC3328C97}"/>
          </ac:spMkLst>
        </pc:spChg>
        <pc:spChg chg="mod">
          <ac:chgData name="Piacentini, Caterina" userId="f5cc0bf0-ba5e-47a2-9f46-1ab04c78f108" providerId="ADAL" clId="{33458103-1E0D-5382-9B65-34EE54475687}" dt="2026-02-23T17:08:27.064" v="8210" actId="113"/>
          <ac:spMkLst>
            <pc:docMk/>
            <pc:sldMk cId="1014825718" sldId="388"/>
            <ac:spMk id="22" creationId="{18FADF77-B4F4-CB48-A5E4-AE0F6C6270D5}"/>
          </ac:spMkLst>
        </pc:spChg>
        <pc:spChg chg="mod">
          <ac:chgData name="Piacentini, Caterina" userId="f5cc0bf0-ba5e-47a2-9f46-1ab04c78f108" providerId="ADAL" clId="{33458103-1E0D-5382-9B65-34EE54475687}" dt="2026-02-23T17:06:35.051" v="8158" actId="20577"/>
          <ac:spMkLst>
            <pc:docMk/>
            <pc:sldMk cId="1014825718" sldId="388"/>
            <ac:spMk id="23" creationId="{77B9CF43-09A6-99CE-A06A-D5A62F6C8B23}"/>
          </ac:spMkLst>
        </pc:spChg>
        <pc:spChg chg="mod">
          <ac:chgData name="Piacentini, Caterina" userId="f5cc0bf0-ba5e-47a2-9f46-1ab04c78f108" providerId="ADAL" clId="{33458103-1E0D-5382-9B65-34EE54475687}" dt="2026-02-23T17:06:40.465" v="8159" actId="403"/>
          <ac:spMkLst>
            <pc:docMk/>
            <pc:sldMk cId="1014825718" sldId="388"/>
            <ac:spMk id="24" creationId="{2EC06AEF-C2C2-54E7-C18F-863679077515}"/>
          </ac:spMkLst>
        </pc:spChg>
        <pc:spChg chg="add del mod">
          <ac:chgData name="Piacentini, Caterina" userId="f5cc0bf0-ba5e-47a2-9f46-1ab04c78f108" providerId="ADAL" clId="{33458103-1E0D-5382-9B65-34EE54475687}" dt="2026-02-23T17:09:41.482" v="8225" actId="14100"/>
          <ac:spMkLst>
            <pc:docMk/>
            <pc:sldMk cId="1014825718" sldId="388"/>
            <ac:spMk id="25" creationId="{1CCB2EEB-76A9-4506-532C-9AFA4FD71B0A}"/>
          </ac:spMkLst>
        </pc:spChg>
        <pc:spChg chg="mod">
          <ac:chgData name="Piacentini, Caterina" userId="f5cc0bf0-ba5e-47a2-9f46-1ab04c78f108" providerId="ADAL" clId="{33458103-1E0D-5382-9B65-34EE54475687}" dt="2026-02-23T16:47:52.801" v="7609" actId="207"/>
          <ac:spMkLst>
            <pc:docMk/>
            <pc:sldMk cId="1014825718" sldId="388"/>
            <ac:spMk id="26" creationId="{ABDB0F87-C51A-46D7-A23A-7502C904C8C3}"/>
          </ac:spMkLst>
        </pc:spChg>
        <pc:spChg chg="mod">
          <ac:chgData name="Piacentini, Caterina" userId="f5cc0bf0-ba5e-47a2-9f46-1ab04c78f108" providerId="ADAL" clId="{33458103-1E0D-5382-9B65-34EE54475687}" dt="2026-02-23T16:48:32.588" v="7615" actId="207"/>
          <ac:spMkLst>
            <pc:docMk/>
            <pc:sldMk cId="1014825718" sldId="388"/>
            <ac:spMk id="27" creationId="{739C8A46-10EE-05E4-B325-5639B32C71AF}"/>
          </ac:spMkLst>
        </pc:spChg>
        <pc:spChg chg="add del mod">
          <ac:chgData name="Piacentini, Caterina" userId="f5cc0bf0-ba5e-47a2-9f46-1ab04c78f108" providerId="ADAL" clId="{33458103-1E0D-5382-9B65-34EE54475687}" dt="2026-02-23T17:09:53.404" v="8226" actId="1076"/>
          <ac:spMkLst>
            <pc:docMk/>
            <pc:sldMk cId="1014825718" sldId="388"/>
            <ac:spMk id="28" creationId="{C902B37A-9713-0C38-C46B-9CC11C5268C7}"/>
          </ac:spMkLst>
        </pc:spChg>
        <pc:spChg chg="mod">
          <ac:chgData name="Piacentini, Caterina" userId="f5cc0bf0-ba5e-47a2-9f46-1ab04c78f108" providerId="ADAL" clId="{33458103-1E0D-5382-9B65-34EE54475687}" dt="2026-02-23T16:42:41.838" v="7399"/>
          <ac:spMkLst>
            <pc:docMk/>
            <pc:sldMk cId="1014825718" sldId="388"/>
            <ac:spMk id="29" creationId="{02D9D2CA-63E4-D8C1-9A93-31170484D087}"/>
          </ac:spMkLst>
        </pc:spChg>
        <pc:spChg chg="mod">
          <ac:chgData name="Piacentini, Caterina" userId="f5cc0bf0-ba5e-47a2-9f46-1ab04c78f108" providerId="ADAL" clId="{33458103-1E0D-5382-9B65-34EE54475687}" dt="2026-02-23T16:48:25.908" v="7613" actId="207"/>
          <ac:spMkLst>
            <pc:docMk/>
            <pc:sldMk cId="1014825718" sldId="388"/>
            <ac:spMk id="30" creationId="{E2CD96D0-0662-2DAC-5367-71E7ABEDF747}"/>
          </ac:spMkLst>
        </pc:spChg>
        <pc:spChg chg="mod">
          <ac:chgData name="Piacentini, Caterina" userId="f5cc0bf0-ba5e-47a2-9f46-1ab04c78f108" providerId="ADAL" clId="{33458103-1E0D-5382-9B65-34EE54475687}" dt="2026-02-23T16:48:50.016" v="7616" actId="207"/>
          <ac:spMkLst>
            <pc:docMk/>
            <pc:sldMk cId="1014825718" sldId="388"/>
            <ac:spMk id="31" creationId="{B3337035-6B84-6757-5588-4CA3336AC6C7}"/>
          </ac:spMkLst>
        </pc:spChg>
        <pc:spChg chg="mod">
          <ac:chgData name="Piacentini, Caterina" userId="f5cc0bf0-ba5e-47a2-9f46-1ab04c78f108" providerId="ADAL" clId="{33458103-1E0D-5382-9B65-34EE54475687}" dt="2026-02-23T17:06:52.653" v="8163" actId="20577"/>
          <ac:spMkLst>
            <pc:docMk/>
            <pc:sldMk cId="1014825718" sldId="388"/>
            <ac:spMk id="32" creationId="{426FE21C-D301-FB6B-A585-A674E688E5D5}"/>
          </ac:spMkLst>
        </pc:spChg>
        <pc:spChg chg="mod">
          <ac:chgData name="Piacentini, Caterina" userId="f5cc0bf0-ba5e-47a2-9f46-1ab04c78f108" providerId="ADAL" clId="{33458103-1E0D-5382-9B65-34EE54475687}" dt="2026-02-23T16:43:49.424" v="7416" actId="20577"/>
          <ac:spMkLst>
            <pc:docMk/>
            <pc:sldMk cId="1014825718" sldId="388"/>
            <ac:spMk id="33" creationId="{F44024F5-7CE5-6802-ECFE-2DD76EA70998}"/>
          </ac:spMkLst>
        </pc:spChg>
        <pc:spChg chg="mod">
          <ac:chgData name="Piacentini, Caterina" userId="f5cc0bf0-ba5e-47a2-9f46-1ab04c78f108" providerId="ADAL" clId="{33458103-1E0D-5382-9B65-34EE54475687}" dt="2026-02-23T16:37:36.608" v="7326"/>
          <ac:spMkLst>
            <pc:docMk/>
            <pc:sldMk cId="1014825718" sldId="388"/>
            <ac:spMk id="34" creationId="{DE5065DD-BE3B-3F33-2B25-00F4A468DEB0}"/>
          </ac:spMkLst>
        </pc:spChg>
        <pc:grpChg chg="del">
          <ac:chgData name="Piacentini, Caterina" userId="f5cc0bf0-ba5e-47a2-9f46-1ab04c78f108" providerId="ADAL" clId="{33458103-1E0D-5382-9B65-34EE54475687}" dt="2026-02-23T16:37:44.752" v="7331" actId="478"/>
          <ac:grpSpMkLst>
            <pc:docMk/>
            <pc:sldMk cId="1014825718" sldId="388"/>
            <ac:grpSpMk id="13" creationId="{A292EB3F-089E-E035-6DE0-47546F1D49C9}"/>
          </ac:grpSpMkLst>
        </pc:grpChg>
        <pc:grpChg chg="mod">
          <ac:chgData name="Piacentini, Caterina" userId="f5cc0bf0-ba5e-47a2-9f46-1ab04c78f108" providerId="ADAL" clId="{33458103-1E0D-5382-9B65-34EE54475687}" dt="2026-02-23T17:10:13.770" v="8228" actId="1076"/>
          <ac:grpSpMkLst>
            <pc:docMk/>
            <pc:sldMk cId="1014825718" sldId="388"/>
            <ac:grpSpMk id="21" creationId="{8F7D3C54-035C-371A-2AA8-AD75C605EA16}"/>
          </ac:grpSpMkLst>
        </pc:grpChg>
        <pc:picChg chg="mod">
          <ac:chgData name="Piacentini, Caterina" userId="f5cc0bf0-ba5e-47a2-9f46-1ab04c78f108" providerId="ADAL" clId="{33458103-1E0D-5382-9B65-34EE54475687}" dt="2026-02-23T17:10:33.288" v="8231" actId="14100"/>
          <ac:picMkLst>
            <pc:docMk/>
            <pc:sldMk cId="1014825718" sldId="388"/>
            <ac:picMk id="3" creationId="{E4B4F90F-ADD6-0860-DB02-89CC077119E1}"/>
          </ac:picMkLst>
        </pc:picChg>
        <pc:picChg chg="del">
          <ac:chgData name="Piacentini, Caterina" userId="f5cc0bf0-ba5e-47a2-9f46-1ab04c78f108" providerId="ADAL" clId="{33458103-1E0D-5382-9B65-34EE54475687}" dt="2026-02-23T16:37:31.524" v="7320" actId="478"/>
          <ac:picMkLst>
            <pc:docMk/>
            <pc:sldMk cId="1014825718" sldId="388"/>
            <ac:picMk id="18" creationId="{35C1DA3D-BBD5-F4E9-11F0-D15F6489C24C}"/>
          </ac:picMkLst>
        </pc:picChg>
        <pc:picChg chg="del">
          <ac:chgData name="Piacentini, Caterina" userId="f5cc0bf0-ba5e-47a2-9f46-1ab04c78f108" providerId="ADAL" clId="{33458103-1E0D-5382-9B65-34EE54475687}" dt="2026-02-23T16:37:35.161" v="7324" actId="478"/>
          <ac:picMkLst>
            <pc:docMk/>
            <pc:sldMk cId="1014825718" sldId="388"/>
            <ac:picMk id="19" creationId="{BD155219-1567-EDC4-D98E-BCD7F1715F31}"/>
          </ac:picMkLst>
        </pc:picChg>
      </pc:sldChg>
      <pc:sldChg chg="addSp delSp modSp mod">
        <pc:chgData name="Piacentini, Caterina" userId="f5cc0bf0-ba5e-47a2-9f46-1ab04c78f108" providerId="ADAL" clId="{33458103-1E0D-5382-9B65-34EE54475687}" dt="2026-02-24T07:55:56.514" v="8264"/>
        <pc:sldMkLst>
          <pc:docMk/>
          <pc:sldMk cId="1886474214" sldId="389"/>
        </pc:sldMkLst>
        <pc:spChg chg="add del mod">
          <ac:chgData name="Piacentini, Caterina" userId="f5cc0bf0-ba5e-47a2-9f46-1ab04c78f108" providerId="ADAL" clId="{33458103-1E0D-5382-9B65-34EE54475687}" dt="2026-02-24T07:55:56.514" v="8264"/>
          <ac:spMkLst>
            <pc:docMk/>
            <pc:sldMk cId="1886474214" sldId="389"/>
            <ac:spMk id="8" creationId="{B681B7A1-5137-BFB0-AA49-BCF9EED1E456}"/>
          </ac:spMkLst>
        </pc:spChg>
        <pc:spChg chg="mod topLvl">
          <ac:chgData name="Piacentini, Caterina" userId="f5cc0bf0-ba5e-47a2-9f46-1ab04c78f108" providerId="ADAL" clId="{33458103-1E0D-5382-9B65-34EE54475687}" dt="2026-02-24T07:55:16.549" v="8258" actId="164"/>
          <ac:spMkLst>
            <pc:docMk/>
            <pc:sldMk cId="1886474214" sldId="389"/>
            <ac:spMk id="16" creationId="{54494284-39F7-AFF5-212A-B4A2D13EBEDE}"/>
          </ac:spMkLst>
        </pc:spChg>
        <pc:spChg chg="mod">
          <ac:chgData name="Piacentini, Caterina" userId="f5cc0bf0-ba5e-47a2-9f46-1ab04c78f108" providerId="ADAL" clId="{33458103-1E0D-5382-9B65-34EE54475687}" dt="2026-02-24T07:54:43.829" v="8249" actId="1076"/>
          <ac:spMkLst>
            <pc:docMk/>
            <pc:sldMk cId="1886474214" sldId="389"/>
            <ac:spMk id="21" creationId="{503914C6-FD6A-4E6A-F2AD-CBED89903D94}"/>
          </ac:spMkLst>
        </pc:spChg>
        <pc:grpChg chg="add del mod">
          <ac:chgData name="Piacentini, Caterina" userId="f5cc0bf0-ba5e-47a2-9f46-1ab04c78f108" providerId="ADAL" clId="{33458103-1E0D-5382-9B65-34EE54475687}" dt="2026-02-24T07:55:03.953" v="8252" actId="165"/>
          <ac:grpSpMkLst>
            <pc:docMk/>
            <pc:sldMk cId="1886474214" sldId="389"/>
            <ac:grpSpMk id="3" creationId="{A753A888-FD6D-6B23-A221-665F1AB816B2}"/>
          </ac:grpSpMkLst>
        </pc:grpChg>
        <pc:grpChg chg="add mod">
          <ac:chgData name="Piacentini, Caterina" userId="f5cc0bf0-ba5e-47a2-9f46-1ab04c78f108" providerId="ADAL" clId="{33458103-1E0D-5382-9B65-34EE54475687}" dt="2026-02-24T07:55:20.706" v="8259" actId="1076"/>
          <ac:grpSpMkLst>
            <pc:docMk/>
            <pc:sldMk cId="1886474214" sldId="389"/>
            <ac:grpSpMk id="7" creationId="{C48BC125-93FF-73BB-8CD9-9A5C4D4D80D5}"/>
          </ac:grpSpMkLst>
        </pc:grpChg>
        <pc:picChg chg="mod">
          <ac:chgData name="Piacentini, Caterina" userId="f5cc0bf0-ba5e-47a2-9f46-1ab04c78f108" providerId="ADAL" clId="{33458103-1E0D-5382-9B65-34EE54475687}" dt="2026-02-24T07:54:34.652" v="8246" actId="1076"/>
          <ac:picMkLst>
            <pc:docMk/>
            <pc:sldMk cId="1886474214" sldId="389"/>
            <ac:picMk id="6" creationId="{9B1D4F3D-02A9-D087-A2A7-53FA2373815F}"/>
          </ac:picMkLst>
        </pc:picChg>
        <pc:picChg chg="mod topLvl">
          <ac:chgData name="Piacentini, Caterina" userId="f5cc0bf0-ba5e-47a2-9f46-1ab04c78f108" providerId="ADAL" clId="{33458103-1E0D-5382-9B65-34EE54475687}" dt="2026-02-24T07:55:16.549" v="8258" actId="164"/>
          <ac:picMkLst>
            <pc:docMk/>
            <pc:sldMk cId="1886474214" sldId="389"/>
            <ac:picMk id="17" creationId="{8BB46212-C311-7DAC-21B9-3F79A307CBAE}"/>
          </ac:picMkLst>
        </pc:picChg>
        <pc:picChg chg="mod">
          <ac:chgData name="Piacentini, Caterina" userId="f5cc0bf0-ba5e-47a2-9f46-1ab04c78f108" providerId="ADAL" clId="{33458103-1E0D-5382-9B65-34EE54475687}" dt="2026-02-24T07:55:51.346" v="8261" actId="207"/>
          <ac:picMkLst>
            <pc:docMk/>
            <pc:sldMk cId="1886474214" sldId="389"/>
            <ac:picMk id="20" creationId="{663D38B1-598D-3832-9316-440C8B07A11D}"/>
          </ac:picMkLst>
        </pc:picChg>
        <pc:cxnChg chg="mod topLvl">
          <ac:chgData name="Piacentini, Caterina" userId="f5cc0bf0-ba5e-47a2-9f46-1ab04c78f108" providerId="ADAL" clId="{33458103-1E0D-5382-9B65-34EE54475687}" dt="2026-02-24T07:55:16.549" v="8258" actId="164"/>
          <ac:cxnSpMkLst>
            <pc:docMk/>
            <pc:sldMk cId="1886474214" sldId="389"/>
            <ac:cxnSpMk id="14" creationId="{9F0C7085-78EA-68A5-8009-5F546F650B6F}"/>
          </ac:cxnSpMkLst>
        </pc:cxnChg>
      </pc:sldChg>
      <pc:sldChg chg="modSp mod">
        <pc:chgData name="Piacentini, Caterina" userId="f5cc0bf0-ba5e-47a2-9f46-1ab04c78f108" providerId="ADAL" clId="{33458103-1E0D-5382-9B65-34EE54475687}" dt="2026-02-24T08:01:18.254" v="8321" actId="1036"/>
        <pc:sldMkLst>
          <pc:docMk/>
          <pc:sldMk cId="3118731813" sldId="392"/>
        </pc:sldMkLst>
        <pc:spChg chg="mod">
          <ac:chgData name="Piacentini, Caterina" userId="f5cc0bf0-ba5e-47a2-9f46-1ab04c78f108" providerId="ADAL" clId="{33458103-1E0D-5382-9B65-34EE54475687}" dt="2026-02-24T08:01:11.002" v="8307" actId="1076"/>
          <ac:spMkLst>
            <pc:docMk/>
            <pc:sldMk cId="3118731813" sldId="392"/>
            <ac:spMk id="6" creationId="{32EFCE36-9D8B-74C9-6955-22E6CD3C4E4B}"/>
          </ac:spMkLst>
        </pc:spChg>
        <pc:spChg chg="mod">
          <ac:chgData name="Piacentini, Caterina" userId="f5cc0bf0-ba5e-47a2-9f46-1ab04c78f108" providerId="ADAL" clId="{33458103-1E0D-5382-9B65-34EE54475687}" dt="2026-02-24T08:01:02.710" v="8306" actId="1076"/>
          <ac:spMkLst>
            <pc:docMk/>
            <pc:sldMk cId="3118731813" sldId="392"/>
            <ac:spMk id="8" creationId="{275CA210-474A-C998-1D4A-4B2268B0B2E2}"/>
          </ac:spMkLst>
        </pc:spChg>
        <pc:picChg chg="mod">
          <ac:chgData name="Piacentini, Caterina" userId="f5cc0bf0-ba5e-47a2-9f46-1ab04c78f108" providerId="ADAL" clId="{33458103-1E0D-5382-9B65-34EE54475687}" dt="2026-02-24T08:01:18.254" v="8321" actId="1036"/>
          <ac:picMkLst>
            <pc:docMk/>
            <pc:sldMk cId="3118731813" sldId="392"/>
            <ac:picMk id="7" creationId="{760AB1D5-33C6-E481-59BE-A08EF0F9C7F6}"/>
          </ac:picMkLst>
        </pc:picChg>
        <pc:picChg chg="mod">
          <ac:chgData name="Piacentini, Caterina" userId="f5cc0bf0-ba5e-47a2-9f46-1ab04c78f108" providerId="ADAL" clId="{33458103-1E0D-5382-9B65-34EE54475687}" dt="2026-02-24T07:59:26.187" v="8275" actId="1076"/>
          <ac:picMkLst>
            <pc:docMk/>
            <pc:sldMk cId="3118731813" sldId="392"/>
            <ac:picMk id="12" creationId="{C60F8761-678F-BE42-C762-770F657577AC}"/>
          </ac:picMkLst>
        </pc:picChg>
      </pc:sldChg>
      <pc:sldChg chg="modSp mod">
        <pc:chgData name="Piacentini, Caterina" userId="f5cc0bf0-ba5e-47a2-9f46-1ab04c78f108" providerId="ADAL" clId="{33458103-1E0D-5382-9B65-34EE54475687}" dt="2026-02-24T08:05:07.416" v="8360" actId="14826"/>
        <pc:sldMkLst>
          <pc:docMk/>
          <pc:sldMk cId="3722253740" sldId="393"/>
        </pc:sldMkLst>
        <pc:spChg chg="mod">
          <ac:chgData name="Piacentini, Caterina" userId="f5cc0bf0-ba5e-47a2-9f46-1ab04c78f108" providerId="ADAL" clId="{33458103-1E0D-5382-9B65-34EE54475687}" dt="2026-02-24T07:56:53.376" v="8270" actId="113"/>
          <ac:spMkLst>
            <pc:docMk/>
            <pc:sldMk cId="3722253740" sldId="393"/>
            <ac:spMk id="8" creationId="{BF2AB71B-7393-64FB-0796-95A6728777C5}"/>
          </ac:spMkLst>
        </pc:spChg>
        <pc:spChg chg="mod">
          <ac:chgData name="Piacentini, Caterina" userId="f5cc0bf0-ba5e-47a2-9f46-1ab04c78f108" providerId="ADAL" clId="{33458103-1E0D-5382-9B65-34EE54475687}" dt="2026-02-24T07:57:11.033" v="8271" actId="113"/>
          <ac:spMkLst>
            <pc:docMk/>
            <pc:sldMk cId="3722253740" sldId="393"/>
            <ac:spMk id="16" creationId="{17A8A851-EA48-5782-7D00-1402873A91C8}"/>
          </ac:spMkLst>
        </pc:spChg>
        <pc:grpChg chg="mod">
          <ac:chgData name="Piacentini, Caterina" userId="f5cc0bf0-ba5e-47a2-9f46-1ab04c78f108" providerId="ADAL" clId="{33458103-1E0D-5382-9B65-34EE54475687}" dt="2026-02-24T07:56:27.859" v="8266" actId="1076"/>
          <ac:grpSpMkLst>
            <pc:docMk/>
            <pc:sldMk cId="3722253740" sldId="393"/>
            <ac:grpSpMk id="22" creationId="{9045EDD5-A894-CEB3-7578-A6A7607CC2AD}"/>
          </ac:grpSpMkLst>
        </pc:grpChg>
        <pc:grpChg chg="mod">
          <ac:chgData name="Piacentini, Caterina" userId="f5cc0bf0-ba5e-47a2-9f46-1ab04c78f108" providerId="ADAL" clId="{33458103-1E0D-5382-9B65-34EE54475687}" dt="2026-02-24T07:56:34.544" v="8267" actId="1076"/>
          <ac:grpSpMkLst>
            <pc:docMk/>
            <pc:sldMk cId="3722253740" sldId="393"/>
            <ac:grpSpMk id="29" creationId="{AD14AC6F-AFDF-EAE8-2DB1-BC5C55B576F0}"/>
          </ac:grpSpMkLst>
        </pc:grpChg>
        <pc:picChg chg="mod">
          <ac:chgData name="Piacentini, Caterina" userId="f5cc0bf0-ba5e-47a2-9f46-1ab04c78f108" providerId="ADAL" clId="{33458103-1E0D-5382-9B65-34EE54475687}" dt="2026-02-24T07:56:10.113" v="8265" actId="14100"/>
          <ac:picMkLst>
            <pc:docMk/>
            <pc:sldMk cId="3722253740" sldId="393"/>
            <ac:picMk id="10" creationId="{18BC47C7-FE14-60B7-D32F-AA799EAF0E6F}"/>
          </ac:picMkLst>
        </pc:picChg>
        <pc:picChg chg="mod">
          <ac:chgData name="Piacentini, Caterina" userId="f5cc0bf0-ba5e-47a2-9f46-1ab04c78f108" providerId="ADAL" clId="{33458103-1E0D-5382-9B65-34EE54475687}" dt="2026-02-24T08:05:07.416" v="8360" actId="14826"/>
          <ac:picMkLst>
            <pc:docMk/>
            <pc:sldMk cId="3722253740" sldId="393"/>
            <ac:picMk id="12" creationId="{DC0AE250-7E12-E2F9-F261-A39884F1F84C}"/>
          </ac:picMkLst>
        </pc:picChg>
        <pc:cxnChg chg="mod">
          <ac:chgData name="Piacentini, Caterina" userId="f5cc0bf0-ba5e-47a2-9f46-1ab04c78f108" providerId="ADAL" clId="{33458103-1E0D-5382-9B65-34EE54475687}" dt="2026-02-24T07:56:27.859" v="8266" actId="1076"/>
          <ac:cxnSpMkLst>
            <pc:docMk/>
            <pc:sldMk cId="3722253740" sldId="393"/>
            <ac:cxnSpMk id="21" creationId="{860190DC-7038-AF6D-D7AA-F45F18BD2FED}"/>
          </ac:cxnSpMkLst>
        </pc:cxnChg>
      </pc:sldChg>
    </pc:docChg>
  </pc:docChgLst>
  <pc:docChgLst>
    <pc:chgData name="Iepure, Giulio-Robert" userId="67277953-3767-40ff-8a1a-02d47f4f8f7f" providerId="ADAL" clId="{059C56E9-D8A9-5C3D-A13C-05BE381C40C2}"/>
    <pc:docChg chg="undo custSel addSld modSld">
      <pc:chgData name="Iepure, Giulio-Robert" userId="67277953-3767-40ff-8a1a-02d47f4f8f7f" providerId="ADAL" clId="{059C56E9-D8A9-5C3D-A13C-05BE381C40C2}" dt="2026-02-23T16:35:22.478" v="1134" actId="20577"/>
      <pc:docMkLst>
        <pc:docMk/>
      </pc:docMkLst>
      <pc:sldChg chg="modSp mod">
        <pc:chgData name="Iepure, Giulio-Robert" userId="67277953-3767-40ff-8a1a-02d47f4f8f7f" providerId="ADAL" clId="{059C56E9-D8A9-5C3D-A13C-05BE381C40C2}" dt="2026-02-20T13:02:34.897" v="12" actId="20577"/>
        <pc:sldMkLst>
          <pc:docMk/>
          <pc:sldMk cId="361736959" sldId="296"/>
        </pc:sldMkLst>
        <pc:spChg chg="mod">
          <ac:chgData name="Iepure, Giulio-Robert" userId="67277953-3767-40ff-8a1a-02d47f4f8f7f" providerId="ADAL" clId="{059C56E9-D8A9-5C3D-A13C-05BE381C40C2}" dt="2026-02-20T13:02:22.548" v="6" actId="20577"/>
          <ac:spMkLst>
            <pc:docMk/>
            <pc:sldMk cId="361736959" sldId="296"/>
            <ac:spMk id="32" creationId="{970E8AE1-C503-1217-5863-3C626BE1B311}"/>
          </ac:spMkLst>
        </pc:spChg>
        <pc:spChg chg="mod">
          <ac:chgData name="Iepure, Giulio-Robert" userId="67277953-3767-40ff-8a1a-02d47f4f8f7f" providerId="ADAL" clId="{059C56E9-D8A9-5C3D-A13C-05BE381C40C2}" dt="2026-02-20T13:02:34.897" v="12" actId="20577"/>
          <ac:spMkLst>
            <pc:docMk/>
            <pc:sldMk cId="361736959" sldId="296"/>
            <ac:spMk id="33" creationId="{5751F698-5533-8459-909C-EE5E9D1D31E0}"/>
          </ac:spMkLst>
        </pc:spChg>
      </pc:sldChg>
      <pc:sldChg chg="addSp delSp modSp mod">
        <pc:chgData name="Iepure, Giulio-Robert" userId="67277953-3767-40ff-8a1a-02d47f4f8f7f" providerId="ADAL" clId="{059C56E9-D8A9-5C3D-A13C-05BE381C40C2}" dt="2026-02-20T13:03:14.094" v="22"/>
        <pc:sldMkLst>
          <pc:docMk/>
          <pc:sldMk cId="2637423123" sldId="301"/>
        </pc:sldMkLst>
        <pc:spChg chg="add del mod">
          <ac:chgData name="Iepure, Giulio-Robert" userId="67277953-3767-40ff-8a1a-02d47f4f8f7f" providerId="ADAL" clId="{059C56E9-D8A9-5C3D-A13C-05BE381C40C2}" dt="2026-02-20T13:03:14.094" v="22"/>
          <ac:spMkLst>
            <pc:docMk/>
            <pc:sldMk cId="2637423123" sldId="301"/>
            <ac:spMk id="7" creationId="{C0F4111C-E2DE-4A1C-3B1C-1FC10AFECF34}"/>
          </ac:spMkLst>
        </pc:spChg>
      </pc:sldChg>
      <pc:sldChg chg="modSp mod">
        <pc:chgData name="Iepure, Giulio-Robert" userId="67277953-3767-40ff-8a1a-02d47f4f8f7f" providerId="ADAL" clId="{059C56E9-D8A9-5C3D-A13C-05BE381C40C2}" dt="2026-02-20T13:02:49.346" v="15" actId="20577"/>
        <pc:sldMkLst>
          <pc:docMk/>
          <pc:sldMk cId="3340008971" sldId="322"/>
        </pc:sldMkLst>
        <pc:spChg chg="mod">
          <ac:chgData name="Iepure, Giulio-Robert" userId="67277953-3767-40ff-8a1a-02d47f4f8f7f" providerId="ADAL" clId="{059C56E9-D8A9-5C3D-A13C-05BE381C40C2}" dt="2026-02-20T13:02:49.346" v="15" actId="20577"/>
          <ac:spMkLst>
            <pc:docMk/>
            <pc:sldMk cId="3340008971" sldId="322"/>
            <ac:spMk id="7" creationId="{E6C3E29E-9749-A424-B4CB-1AC983E483FA}"/>
          </ac:spMkLst>
        </pc:spChg>
      </pc:sldChg>
      <pc:sldChg chg="modSp mod">
        <pc:chgData name="Iepure, Giulio-Robert" userId="67277953-3767-40ff-8a1a-02d47f4f8f7f" providerId="ADAL" clId="{059C56E9-D8A9-5C3D-A13C-05BE381C40C2}" dt="2026-02-22T11:55:03.321" v="1117" actId="20577"/>
        <pc:sldMkLst>
          <pc:docMk/>
          <pc:sldMk cId="3989720971" sldId="335"/>
        </pc:sldMkLst>
        <pc:spChg chg="mod">
          <ac:chgData name="Iepure, Giulio-Robert" userId="67277953-3767-40ff-8a1a-02d47f4f8f7f" providerId="ADAL" clId="{059C56E9-D8A9-5C3D-A13C-05BE381C40C2}" dt="2026-02-20T13:03:38.073" v="26"/>
          <ac:spMkLst>
            <pc:docMk/>
            <pc:sldMk cId="3989720971" sldId="335"/>
            <ac:spMk id="7" creationId="{5EF2BB79-8BE7-0344-D281-EA772CAD3149}"/>
          </ac:spMkLst>
        </pc:spChg>
        <pc:spChg chg="mod">
          <ac:chgData name="Iepure, Giulio-Robert" userId="67277953-3767-40ff-8a1a-02d47f4f8f7f" providerId="ADAL" clId="{059C56E9-D8A9-5C3D-A13C-05BE381C40C2}" dt="2026-02-22T11:55:03.321" v="1117" actId="20577"/>
          <ac:spMkLst>
            <pc:docMk/>
            <pc:sldMk cId="3989720971" sldId="335"/>
            <ac:spMk id="15" creationId="{3526F64D-B21C-DE8E-2FA7-9920DF39BE46}"/>
          </ac:spMkLst>
        </pc:spChg>
      </pc:sldChg>
      <pc:sldChg chg="modSp mod">
        <pc:chgData name="Iepure, Giulio-Robert" userId="67277953-3767-40ff-8a1a-02d47f4f8f7f" providerId="ADAL" clId="{059C56E9-D8A9-5C3D-A13C-05BE381C40C2}" dt="2026-02-22T11:55:14.257" v="1118" actId="20577"/>
        <pc:sldMkLst>
          <pc:docMk/>
          <pc:sldMk cId="1399541042" sldId="340"/>
        </pc:sldMkLst>
        <pc:spChg chg="mod">
          <ac:chgData name="Iepure, Giulio-Robert" userId="67277953-3767-40ff-8a1a-02d47f4f8f7f" providerId="ADAL" clId="{059C56E9-D8A9-5C3D-A13C-05BE381C40C2}" dt="2026-02-20T13:03:48.840" v="28"/>
          <ac:spMkLst>
            <pc:docMk/>
            <pc:sldMk cId="1399541042" sldId="340"/>
            <ac:spMk id="7" creationId="{0F2BDB3D-55A9-E654-3540-619F5CF53F56}"/>
          </ac:spMkLst>
        </pc:spChg>
        <pc:spChg chg="mod">
          <ac:chgData name="Iepure, Giulio-Robert" userId="67277953-3767-40ff-8a1a-02d47f4f8f7f" providerId="ADAL" clId="{059C56E9-D8A9-5C3D-A13C-05BE381C40C2}" dt="2026-02-22T11:55:14.257" v="1118" actId="20577"/>
          <ac:spMkLst>
            <pc:docMk/>
            <pc:sldMk cId="1399541042" sldId="340"/>
            <ac:spMk id="11" creationId="{32DA2BB5-1962-51BB-524A-0D61038D14E2}"/>
          </ac:spMkLst>
        </pc:spChg>
      </pc:sldChg>
      <pc:sldChg chg="modSp mod">
        <pc:chgData name="Iepure, Giulio-Robert" userId="67277953-3767-40ff-8a1a-02d47f4f8f7f" providerId="ADAL" clId="{059C56E9-D8A9-5C3D-A13C-05BE381C40C2}" dt="2026-02-23T16:35:22.478" v="1134" actId="20577"/>
        <pc:sldMkLst>
          <pc:docMk/>
          <pc:sldMk cId="1294990833" sldId="341"/>
        </pc:sldMkLst>
        <pc:spChg chg="mod">
          <ac:chgData name="Iepure, Giulio-Robert" userId="67277953-3767-40ff-8a1a-02d47f4f8f7f" providerId="ADAL" clId="{059C56E9-D8A9-5C3D-A13C-05BE381C40C2}" dt="2026-02-23T16:28:36.756" v="1130" actId="20577"/>
          <ac:spMkLst>
            <pc:docMk/>
            <pc:sldMk cId="1294990833" sldId="341"/>
            <ac:spMk id="3" creationId="{8AB762A3-5A16-F89F-3B79-9A3CF9B8DA2E}"/>
          </ac:spMkLst>
        </pc:spChg>
        <pc:spChg chg="mod">
          <ac:chgData name="Iepure, Giulio-Robert" userId="67277953-3767-40ff-8a1a-02d47f4f8f7f" providerId="ADAL" clId="{059C56E9-D8A9-5C3D-A13C-05BE381C40C2}" dt="2026-02-20T13:04:04.469" v="31" actId="20577"/>
          <ac:spMkLst>
            <pc:docMk/>
            <pc:sldMk cId="1294990833" sldId="341"/>
            <ac:spMk id="7" creationId="{5BBA64EC-D1FF-98CF-4978-7810675E3E3A}"/>
          </ac:spMkLst>
        </pc:spChg>
        <pc:spChg chg="mod">
          <ac:chgData name="Iepure, Giulio-Robert" userId="67277953-3767-40ff-8a1a-02d47f4f8f7f" providerId="ADAL" clId="{059C56E9-D8A9-5C3D-A13C-05BE381C40C2}" dt="2026-02-23T16:35:22.478" v="1134" actId="20577"/>
          <ac:spMkLst>
            <pc:docMk/>
            <pc:sldMk cId="1294990833" sldId="341"/>
            <ac:spMk id="8" creationId="{5F800130-28F2-605E-5840-573C57FDADDD}"/>
          </ac:spMkLst>
        </pc:spChg>
      </pc:sldChg>
      <pc:sldChg chg="modSp">
        <pc:chgData name="Iepure, Giulio-Robert" userId="67277953-3767-40ff-8a1a-02d47f4f8f7f" providerId="ADAL" clId="{059C56E9-D8A9-5C3D-A13C-05BE381C40C2}" dt="2026-02-20T13:03:19.501" v="23"/>
        <pc:sldMkLst>
          <pc:docMk/>
          <pc:sldMk cId="2983563366" sldId="343"/>
        </pc:sldMkLst>
        <pc:spChg chg="mod">
          <ac:chgData name="Iepure, Giulio-Robert" userId="67277953-3767-40ff-8a1a-02d47f4f8f7f" providerId="ADAL" clId="{059C56E9-D8A9-5C3D-A13C-05BE381C40C2}" dt="2026-02-20T13:03:19.501" v="23"/>
          <ac:spMkLst>
            <pc:docMk/>
            <pc:sldMk cId="2983563366" sldId="343"/>
            <ac:spMk id="7" creationId="{BDE8ED60-1ED0-A890-E6A8-79E0DD6B1A3A}"/>
          </ac:spMkLst>
        </pc:spChg>
      </pc:sldChg>
      <pc:sldChg chg="modSp">
        <pc:chgData name="Iepure, Giulio-Robert" userId="67277953-3767-40ff-8a1a-02d47f4f8f7f" providerId="ADAL" clId="{059C56E9-D8A9-5C3D-A13C-05BE381C40C2}" dt="2026-02-21T20:32:29.059" v="107"/>
        <pc:sldMkLst>
          <pc:docMk/>
          <pc:sldMk cId="2874537272" sldId="363"/>
        </pc:sldMkLst>
        <pc:spChg chg="mod">
          <ac:chgData name="Iepure, Giulio-Robert" userId="67277953-3767-40ff-8a1a-02d47f4f8f7f" providerId="ADAL" clId="{059C56E9-D8A9-5C3D-A13C-05BE381C40C2}" dt="2026-02-21T20:32:29.059" v="107"/>
          <ac:spMkLst>
            <pc:docMk/>
            <pc:sldMk cId="2874537272" sldId="363"/>
            <ac:spMk id="2" creationId="{FCE72664-9849-7417-E44E-9DC364E86B16}"/>
          </ac:spMkLst>
        </pc:spChg>
      </pc:sldChg>
      <pc:sldChg chg="modSp">
        <pc:chgData name="Iepure, Giulio-Robert" userId="67277953-3767-40ff-8a1a-02d47f4f8f7f" providerId="ADAL" clId="{059C56E9-D8A9-5C3D-A13C-05BE381C40C2}" dt="2026-02-21T20:32:15.533" v="105"/>
        <pc:sldMkLst>
          <pc:docMk/>
          <pc:sldMk cId="3549143986" sldId="367"/>
        </pc:sldMkLst>
        <pc:spChg chg="mod">
          <ac:chgData name="Iepure, Giulio-Robert" userId="67277953-3767-40ff-8a1a-02d47f4f8f7f" providerId="ADAL" clId="{059C56E9-D8A9-5C3D-A13C-05BE381C40C2}" dt="2026-02-21T20:32:15.533" v="105"/>
          <ac:spMkLst>
            <pc:docMk/>
            <pc:sldMk cId="3549143986" sldId="367"/>
            <ac:spMk id="2" creationId="{D335D13A-D6C3-E706-68A9-CA25D3643F0D}"/>
          </ac:spMkLst>
        </pc:spChg>
      </pc:sldChg>
      <pc:sldChg chg="modSp">
        <pc:chgData name="Iepure, Giulio-Robert" userId="67277953-3767-40ff-8a1a-02d47f4f8f7f" providerId="ADAL" clId="{059C56E9-D8A9-5C3D-A13C-05BE381C40C2}" dt="2026-02-21T20:32:23.558" v="106"/>
        <pc:sldMkLst>
          <pc:docMk/>
          <pc:sldMk cId="814738749" sldId="368"/>
        </pc:sldMkLst>
        <pc:spChg chg="mod">
          <ac:chgData name="Iepure, Giulio-Robert" userId="67277953-3767-40ff-8a1a-02d47f4f8f7f" providerId="ADAL" clId="{059C56E9-D8A9-5C3D-A13C-05BE381C40C2}" dt="2026-02-21T20:32:23.558" v="106"/>
          <ac:spMkLst>
            <pc:docMk/>
            <pc:sldMk cId="814738749" sldId="368"/>
            <ac:spMk id="2" creationId="{07D85CD5-DF62-932B-8CFF-0FCD1AB61BE6}"/>
          </ac:spMkLst>
        </pc:spChg>
      </pc:sldChg>
      <pc:sldChg chg="modSp">
        <pc:chgData name="Iepure, Giulio-Robert" userId="67277953-3767-40ff-8a1a-02d47f4f8f7f" providerId="ADAL" clId="{059C56E9-D8A9-5C3D-A13C-05BE381C40C2}" dt="2026-02-21T20:32:33.919" v="108"/>
        <pc:sldMkLst>
          <pc:docMk/>
          <pc:sldMk cId="3751314712" sldId="370"/>
        </pc:sldMkLst>
        <pc:spChg chg="mod">
          <ac:chgData name="Iepure, Giulio-Robert" userId="67277953-3767-40ff-8a1a-02d47f4f8f7f" providerId="ADAL" clId="{059C56E9-D8A9-5C3D-A13C-05BE381C40C2}" dt="2026-02-21T20:32:33.919" v="108"/>
          <ac:spMkLst>
            <pc:docMk/>
            <pc:sldMk cId="3751314712" sldId="370"/>
            <ac:spMk id="2" creationId="{0B6363D6-DE9B-9126-23B1-F50A3C7CD4CA}"/>
          </ac:spMkLst>
        </pc:spChg>
      </pc:sldChg>
      <pc:sldChg chg="modSp">
        <pc:chgData name="Iepure, Giulio-Robert" userId="67277953-3767-40ff-8a1a-02d47f4f8f7f" providerId="ADAL" clId="{059C56E9-D8A9-5C3D-A13C-05BE381C40C2}" dt="2026-02-21T20:31:50.001" v="103"/>
        <pc:sldMkLst>
          <pc:docMk/>
          <pc:sldMk cId="3018003584" sldId="371"/>
        </pc:sldMkLst>
        <pc:spChg chg="mod">
          <ac:chgData name="Iepure, Giulio-Robert" userId="67277953-3767-40ff-8a1a-02d47f4f8f7f" providerId="ADAL" clId="{059C56E9-D8A9-5C3D-A13C-05BE381C40C2}" dt="2026-02-21T20:31:50.001" v="103"/>
          <ac:spMkLst>
            <pc:docMk/>
            <pc:sldMk cId="3018003584" sldId="371"/>
            <ac:spMk id="2" creationId="{2E749174-E2CD-6134-1ECB-35A22D5E102E}"/>
          </ac:spMkLst>
        </pc:spChg>
      </pc:sldChg>
      <pc:sldChg chg="modSp">
        <pc:chgData name="Iepure, Giulio-Robert" userId="67277953-3767-40ff-8a1a-02d47f4f8f7f" providerId="ADAL" clId="{059C56E9-D8A9-5C3D-A13C-05BE381C40C2}" dt="2026-02-21T20:32:02.134" v="104"/>
        <pc:sldMkLst>
          <pc:docMk/>
          <pc:sldMk cId="3006711989" sldId="374"/>
        </pc:sldMkLst>
        <pc:spChg chg="mod">
          <ac:chgData name="Iepure, Giulio-Robert" userId="67277953-3767-40ff-8a1a-02d47f4f8f7f" providerId="ADAL" clId="{059C56E9-D8A9-5C3D-A13C-05BE381C40C2}" dt="2026-02-21T20:32:02.134" v="104"/>
          <ac:spMkLst>
            <pc:docMk/>
            <pc:sldMk cId="3006711989" sldId="374"/>
            <ac:spMk id="7" creationId="{A7E8F437-9B46-1C69-3884-5B2328CFFD75}"/>
          </ac:spMkLst>
        </pc:spChg>
      </pc:sldChg>
      <pc:sldChg chg="modSp">
        <pc:chgData name="Iepure, Giulio-Robert" userId="67277953-3767-40ff-8a1a-02d47f4f8f7f" providerId="ADAL" clId="{059C56E9-D8A9-5C3D-A13C-05BE381C40C2}" dt="2026-02-20T13:03:25.498" v="24"/>
        <pc:sldMkLst>
          <pc:docMk/>
          <pc:sldMk cId="175775670" sldId="375"/>
        </pc:sldMkLst>
        <pc:spChg chg="mod">
          <ac:chgData name="Iepure, Giulio-Robert" userId="67277953-3767-40ff-8a1a-02d47f4f8f7f" providerId="ADAL" clId="{059C56E9-D8A9-5C3D-A13C-05BE381C40C2}" dt="2026-02-20T13:03:25.498" v="24"/>
          <ac:spMkLst>
            <pc:docMk/>
            <pc:sldMk cId="175775670" sldId="375"/>
            <ac:spMk id="7" creationId="{F91C6AA8-B424-514B-2355-5356D9428F49}"/>
          </ac:spMkLst>
        </pc:spChg>
      </pc:sldChg>
      <pc:sldChg chg="delSp modSp mod">
        <pc:chgData name="Iepure, Giulio-Robert" userId="67277953-3767-40ff-8a1a-02d47f4f8f7f" providerId="ADAL" clId="{059C56E9-D8A9-5C3D-A13C-05BE381C40C2}" dt="2026-02-20T13:03:30.776" v="25"/>
        <pc:sldMkLst>
          <pc:docMk/>
          <pc:sldMk cId="1649069768" sldId="376"/>
        </pc:sldMkLst>
        <pc:spChg chg="mod">
          <ac:chgData name="Iepure, Giulio-Robert" userId="67277953-3767-40ff-8a1a-02d47f4f8f7f" providerId="ADAL" clId="{059C56E9-D8A9-5C3D-A13C-05BE381C40C2}" dt="2026-02-20T13:03:30.776" v="25"/>
          <ac:spMkLst>
            <pc:docMk/>
            <pc:sldMk cId="1649069768" sldId="376"/>
            <ac:spMk id="7" creationId="{4E474119-918C-74A7-49C3-C1845F19DC28}"/>
          </ac:spMkLst>
        </pc:spChg>
      </pc:sldChg>
      <pc:sldChg chg="modSp mod">
        <pc:chgData name="Iepure, Giulio-Robert" userId="67277953-3767-40ff-8a1a-02d47f4f8f7f" providerId="ADAL" clId="{059C56E9-D8A9-5C3D-A13C-05BE381C40C2}" dt="2026-02-22T11:54:52.089" v="1116" actId="20577"/>
        <pc:sldMkLst>
          <pc:docMk/>
          <pc:sldMk cId="1714822551" sldId="377"/>
        </pc:sldMkLst>
        <pc:spChg chg="mod">
          <ac:chgData name="Iepure, Giulio-Robert" userId="67277953-3767-40ff-8a1a-02d47f4f8f7f" providerId="ADAL" clId="{059C56E9-D8A9-5C3D-A13C-05BE381C40C2}" dt="2026-02-20T13:03:45.167" v="27"/>
          <ac:spMkLst>
            <pc:docMk/>
            <pc:sldMk cId="1714822551" sldId="377"/>
            <ac:spMk id="7" creationId="{539C5443-6A7A-6291-5177-0BED0B2781FC}"/>
          </ac:spMkLst>
        </pc:spChg>
        <pc:spChg chg="mod">
          <ac:chgData name="Iepure, Giulio-Robert" userId="67277953-3767-40ff-8a1a-02d47f4f8f7f" providerId="ADAL" clId="{059C56E9-D8A9-5C3D-A13C-05BE381C40C2}" dt="2026-02-22T11:54:52.089" v="1116" actId="20577"/>
          <ac:spMkLst>
            <pc:docMk/>
            <pc:sldMk cId="1714822551" sldId="377"/>
            <ac:spMk id="15" creationId="{AA833DE3-2727-BBE9-F479-48D9EEA46A65}"/>
          </ac:spMkLst>
        </pc:spChg>
      </pc:sldChg>
      <pc:sldChg chg="modSp">
        <pc:chgData name="Iepure, Giulio-Robert" userId="67277953-3767-40ff-8a1a-02d47f4f8f7f" providerId="ADAL" clId="{059C56E9-D8A9-5C3D-A13C-05BE381C40C2}" dt="2026-02-21T20:32:38.583" v="109"/>
        <pc:sldMkLst>
          <pc:docMk/>
          <pc:sldMk cId="1221863023" sldId="378"/>
        </pc:sldMkLst>
        <pc:spChg chg="mod">
          <ac:chgData name="Iepure, Giulio-Robert" userId="67277953-3767-40ff-8a1a-02d47f4f8f7f" providerId="ADAL" clId="{059C56E9-D8A9-5C3D-A13C-05BE381C40C2}" dt="2026-02-21T20:32:38.583" v="109"/>
          <ac:spMkLst>
            <pc:docMk/>
            <pc:sldMk cId="1221863023" sldId="378"/>
            <ac:spMk id="2" creationId="{6139DFE4-9A3C-2A2D-D5B6-FAEA3F08E51B}"/>
          </ac:spMkLst>
        </pc:spChg>
      </pc:sldChg>
      <pc:sldChg chg="modSp add mod">
        <pc:chgData name="Iepure, Giulio-Robert" userId="67277953-3767-40ff-8a1a-02d47f4f8f7f" providerId="ADAL" clId="{059C56E9-D8A9-5C3D-A13C-05BE381C40C2}" dt="2026-02-23T16:21:40.313" v="1120" actId="313"/>
        <pc:sldMkLst>
          <pc:docMk/>
          <pc:sldMk cId="1148956819" sldId="380"/>
        </pc:sldMkLst>
        <pc:spChg chg="mod">
          <ac:chgData name="Iepure, Giulio-Robert" userId="67277953-3767-40ff-8a1a-02d47f4f8f7f" providerId="ADAL" clId="{059C56E9-D8A9-5C3D-A13C-05BE381C40C2}" dt="2026-02-23T16:21:40.313" v="1120" actId="313"/>
          <ac:spMkLst>
            <pc:docMk/>
            <pc:sldMk cId="1148956819" sldId="380"/>
            <ac:spMk id="5" creationId="{D3DD0B53-6E5A-19D1-2298-D8C05E3FDE56}"/>
          </ac:spMkLst>
        </pc:spChg>
      </pc:sldChg>
      <pc:sldChg chg="addSp delSp modSp add mod">
        <pc:chgData name="Iepure, Giulio-Robert" userId="67277953-3767-40ff-8a1a-02d47f4f8f7f" providerId="ADAL" clId="{059C56E9-D8A9-5C3D-A13C-05BE381C40C2}" dt="2026-02-22T11:52:28.346" v="1114" actId="20577"/>
        <pc:sldMkLst>
          <pc:docMk/>
          <pc:sldMk cId="1669249002" sldId="381"/>
        </pc:sldMkLst>
        <pc:spChg chg="mod">
          <ac:chgData name="Iepure, Giulio-Robert" userId="67277953-3767-40ff-8a1a-02d47f4f8f7f" providerId="ADAL" clId="{059C56E9-D8A9-5C3D-A13C-05BE381C40C2}" dt="2026-02-22T11:52:23.019" v="1113" actId="20577"/>
          <ac:spMkLst>
            <pc:docMk/>
            <pc:sldMk cId="1669249002" sldId="381"/>
            <ac:spMk id="2" creationId="{5DC95359-41FD-CE63-AFD0-29BA0C8C635D}"/>
          </ac:spMkLst>
        </pc:spChg>
        <pc:spChg chg="mod">
          <ac:chgData name="Iepure, Giulio-Robert" userId="67277953-3767-40ff-8a1a-02d47f4f8f7f" providerId="ADAL" clId="{059C56E9-D8A9-5C3D-A13C-05BE381C40C2}" dt="2026-02-22T11:39:22.689" v="722" actId="20577"/>
          <ac:spMkLst>
            <pc:docMk/>
            <pc:sldMk cId="1669249002" sldId="381"/>
            <ac:spMk id="3" creationId="{E345DFE6-6596-8E25-6578-42FFC3194F56}"/>
          </ac:spMkLst>
        </pc:spChg>
        <pc:spChg chg="mod">
          <ac:chgData name="Iepure, Giulio-Robert" userId="67277953-3767-40ff-8a1a-02d47f4f8f7f" providerId="ADAL" clId="{059C56E9-D8A9-5C3D-A13C-05BE381C40C2}" dt="2026-02-22T11:41:44.312" v="736"/>
          <ac:spMkLst>
            <pc:docMk/>
            <pc:sldMk cId="1669249002" sldId="381"/>
            <ac:spMk id="4" creationId="{02A47812-CC98-7FAD-BC01-26F32756E4B0}"/>
          </ac:spMkLst>
        </pc:spChg>
        <pc:spChg chg="mod">
          <ac:chgData name="Iepure, Giulio-Robert" userId="67277953-3767-40ff-8a1a-02d47f4f8f7f" providerId="ADAL" clId="{059C56E9-D8A9-5C3D-A13C-05BE381C40C2}" dt="2026-02-20T16:08:29.069" v="97" actId="20577"/>
          <ac:spMkLst>
            <pc:docMk/>
            <pc:sldMk cId="1669249002" sldId="381"/>
            <ac:spMk id="8" creationId="{1F2C7B0D-96E5-B6DF-80E2-E25D72835A32}"/>
          </ac:spMkLst>
        </pc:spChg>
        <pc:spChg chg="mod">
          <ac:chgData name="Iepure, Giulio-Robert" userId="67277953-3767-40ff-8a1a-02d47f4f8f7f" providerId="ADAL" clId="{059C56E9-D8A9-5C3D-A13C-05BE381C40C2}" dt="2026-02-22T11:32:31.119" v="450" actId="120"/>
          <ac:spMkLst>
            <pc:docMk/>
            <pc:sldMk cId="1669249002" sldId="381"/>
            <ac:spMk id="9" creationId="{D074F160-2061-9FB1-F47D-0BA833275061}"/>
          </ac:spMkLst>
        </pc:spChg>
        <pc:spChg chg="mod">
          <ac:chgData name="Iepure, Giulio-Robert" userId="67277953-3767-40ff-8a1a-02d47f4f8f7f" providerId="ADAL" clId="{059C56E9-D8A9-5C3D-A13C-05BE381C40C2}" dt="2026-02-22T11:32:00.688" v="449" actId="20577"/>
          <ac:spMkLst>
            <pc:docMk/>
            <pc:sldMk cId="1669249002" sldId="381"/>
            <ac:spMk id="11" creationId="{B6ECD752-8E6F-4556-BEAD-F4548E420032}"/>
          </ac:spMkLst>
        </pc:spChg>
        <pc:spChg chg="add del mod">
          <ac:chgData name="Iepure, Giulio-Robert" userId="67277953-3767-40ff-8a1a-02d47f4f8f7f" providerId="ADAL" clId="{059C56E9-D8A9-5C3D-A13C-05BE381C40C2}" dt="2026-02-22T11:36:05.294" v="710" actId="478"/>
          <ac:spMkLst>
            <pc:docMk/>
            <pc:sldMk cId="1669249002" sldId="381"/>
            <ac:spMk id="12" creationId="{856E9C91-5A94-5C88-6295-5ED50C9D4DBE}"/>
          </ac:spMkLst>
        </pc:spChg>
        <pc:spChg chg="mod">
          <ac:chgData name="Iepure, Giulio-Robert" userId="67277953-3767-40ff-8a1a-02d47f4f8f7f" providerId="ADAL" clId="{059C56E9-D8A9-5C3D-A13C-05BE381C40C2}" dt="2026-02-22T11:20:53.606" v="170" actId="20577"/>
          <ac:spMkLst>
            <pc:docMk/>
            <pc:sldMk cId="1669249002" sldId="381"/>
            <ac:spMk id="13" creationId="{11D83844-585B-787A-D580-BFB06A59EFB0}"/>
          </ac:spMkLst>
        </pc:spChg>
        <pc:spChg chg="add mod">
          <ac:chgData name="Iepure, Giulio-Robert" userId="67277953-3767-40ff-8a1a-02d47f4f8f7f" providerId="ADAL" clId="{059C56E9-D8A9-5C3D-A13C-05BE381C40C2}" dt="2026-02-22T11:52:28.346" v="1114" actId="20577"/>
          <ac:spMkLst>
            <pc:docMk/>
            <pc:sldMk cId="1669249002" sldId="381"/>
            <ac:spMk id="14" creationId="{0CB22C75-8ACE-EB4F-FAA0-57B9F4514DD4}"/>
          </ac:spMkLst>
        </pc:spChg>
        <pc:spChg chg="mod">
          <ac:chgData name="Iepure, Giulio-Robert" userId="67277953-3767-40ff-8a1a-02d47f4f8f7f" providerId="ADAL" clId="{059C56E9-D8A9-5C3D-A13C-05BE381C40C2}" dt="2026-02-22T11:20:37.671" v="139"/>
          <ac:spMkLst>
            <pc:docMk/>
            <pc:sldMk cId="1669249002" sldId="381"/>
            <ac:spMk id="15" creationId="{2ECD656F-4605-D4AC-5936-1650077B8349}"/>
          </ac:spMkLst>
        </pc:spChg>
        <pc:spChg chg="mod">
          <ac:chgData name="Iepure, Giulio-Robert" userId="67277953-3767-40ff-8a1a-02d47f4f8f7f" providerId="ADAL" clId="{059C56E9-D8A9-5C3D-A13C-05BE381C40C2}" dt="2026-02-22T11:21:03.250" v="195" actId="20577"/>
          <ac:spMkLst>
            <pc:docMk/>
            <pc:sldMk cId="1669249002" sldId="381"/>
            <ac:spMk id="16" creationId="{40E16E82-2498-F0DC-72A2-7B27085DFE0A}"/>
          </ac:spMkLst>
        </pc:spChg>
        <pc:spChg chg="mod">
          <ac:chgData name="Iepure, Giulio-Robert" userId="67277953-3767-40ff-8a1a-02d47f4f8f7f" providerId="ADAL" clId="{059C56E9-D8A9-5C3D-A13C-05BE381C40C2}" dt="2026-02-22T11:21:28.358" v="239" actId="20577"/>
          <ac:spMkLst>
            <pc:docMk/>
            <pc:sldMk cId="1669249002" sldId="381"/>
            <ac:spMk id="17" creationId="{FACC44C0-20BE-A615-4466-708CFBB6C966}"/>
          </ac:spMkLst>
        </pc:spChg>
      </pc:sldChg>
      <pc:sldChg chg="modSp">
        <pc:chgData name="Iepure, Giulio-Robert" userId="67277953-3767-40ff-8a1a-02d47f4f8f7f" providerId="ADAL" clId="{059C56E9-D8A9-5C3D-A13C-05BE381C40C2}" dt="2026-02-21T20:31:25.674" v="102"/>
        <pc:sldMkLst>
          <pc:docMk/>
          <pc:sldMk cId="3501864848" sldId="382"/>
        </pc:sldMkLst>
        <pc:spChg chg="mod">
          <ac:chgData name="Iepure, Giulio-Robert" userId="67277953-3767-40ff-8a1a-02d47f4f8f7f" providerId="ADAL" clId="{059C56E9-D8A9-5C3D-A13C-05BE381C40C2}" dt="2026-02-21T20:31:25.674" v="102"/>
          <ac:spMkLst>
            <pc:docMk/>
            <pc:sldMk cId="3501864848" sldId="382"/>
            <ac:spMk id="2" creationId="{0C9C332B-5A94-727F-7C4D-9147D91ED686}"/>
          </ac:spMkLst>
        </pc:spChg>
      </pc:sldChg>
      <pc:sldChg chg="modSp mod">
        <pc:chgData name="Iepure, Giulio-Robert" userId="67277953-3767-40ff-8a1a-02d47f4f8f7f" providerId="ADAL" clId="{059C56E9-D8A9-5C3D-A13C-05BE381C40C2}" dt="2026-02-21T20:31:20.118" v="101" actId="20577"/>
        <pc:sldMkLst>
          <pc:docMk/>
          <pc:sldMk cId="3140400597" sldId="383"/>
        </pc:sldMkLst>
        <pc:spChg chg="mod">
          <ac:chgData name="Iepure, Giulio-Robert" userId="67277953-3767-40ff-8a1a-02d47f4f8f7f" providerId="ADAL" clId="{059C56E9-D8A9-5C3D-A13C-05BE381C40C2}" dt="2026-02-21T20:31:20.118" v="101" actId="20577"/>
          <ac:spMkLst>
            <pc:docMk/>
            <pc:sldMk cId="3140400597" sldId="383"/>
            <ac:spMk id="2" creationId="{C79CC13F-69AB-0101-8057-719C31975082}"/>
          </ac:spMkLst>
        </pc:spChg>
      </pc:sldChg>
      <pc:sldChg chg="modSp mod">
        <pc:chgData name="Iepure, Giulio-Robert" userId="67277953-3767-40ff-8a1a-02d47f4f8f7f" providerId="ADAL" clId="{059C56E9-D8A9-5C3D-A13C-05BE381C40C2}" dt="2026-02-23T15:28:43.906" v="1119" actId="1076"/>
        <pc:sldMkLst>
          <pc:docMk/>
          <pc:sldMk cId="4161825522" sldId="386"/>
        </pc:sldMkLst>
        <pc:spChg chg="mod">
          <ac:chgData name="Iepure, Giulio-Robert" userId="67277953-3767-40ff-8a1a-02d47f4f8f7f" providerId="ADAL" clId="{059C56E9-D8A9-5C3D-A13C-05BE381C40C2}" dt="2026-02-23T15:28:43.906" v="1119" actId="1076"/>
          <ac:spMkLst>
            <pc:docMk/>
            <pc:sldMk cId="4161825522" sldId="386"/>
            <ac:spMk id="19" creationId="{1C4D5FCE-57C2-A450-A866-66616645DAEC}"/>
          </ac:spMkLst>
        </pc:spChg>
      </pc:sldChg>
    </pc:docChg>
  </pc:docChgLst>
</pc:chgInfo>
</file>

<file path=ppt/comments/modernComment_17E_D0BA3790.xml><?xml version="1.0" encoding="utf-8"?>
<p188:cmLst xmlns:a="http://schemas.openxmlformats.org/drawingml/2006/main" xmlns:r="http://schemas.openxmlformats.org/officeDocument/2006/relationships" xmlns:p188="http://schemas.microsoft.com/office/powerpoint/2018/8/main">
  <p188:cm id="{BAB31234-8CBB-46CF-BF76-C2336D8B7F4D}" authorId="{7E41E35E-B939-B538-5B95-B616FAF884EA}" status="resolved" created="2026-02-22T11:30:18.661" complete="100000">
    <pc:sldMkLst xmlns:pc="http://schemas.microsoft.com/office/powerpoint/2013/main/command">
      <pc:docMk/>
      <pc:sldMk cId="3501864848" sldId="382"/>
    </pc:sldMkLst>
    <p188:txBody>
      <a:bodyPr/>
      <a:lstStyle/>
      <a:p>
        <a:r>
          <a:rPr lang="en-US"/>
          <a:t>Pls add plot showing the number of stocks in the strategy in each month (plus avg. Number of stocks + some turnover numbers?)</a:t>
        </a:r>
      </a:p>
    </p188:txBody>
  </p188:cm>
</p188:cmLst>
</file>

<file path=ppt/comments/modernComment_141_D36180FE.xml><?xml version="1.0" encoding="utf-8"?>
<p188:cmLst xmlns:a="http://schemas.openxmlformats.org/drawingml/2006/main" xmlns:r="http://schemas.openxmlformats.org/officeDocument/2006/relationships" xmlns:p188="http://schemas.microsoft.com/office/powerpoint/2018/8/main">
  <p188:cm id="{449DFF5F-D511-4544-8CEA-D97D2E153A5F}" authorId="{33D105FB-9210-65C3-136C-B280BF33C415}" status="resolved" created="2026-02-21T10:07:25.584" complete="100000">
    <ac:deMkLst xmlns:ac="http://schemas.microsoft.com/office/drawing/2013/main/command">
      <pc:docMk xmlns:pc="http://schemas.microsoft.com/office/powerpoint/2013/main/command"/>
      <pc:sldMk xmlns:pc="http://schemas.microsoft.com/office/powerpoint/2013/main/command" cId="3546382590" sldId="321"/>
      <ac:grpSpMk id="6" creationId="{949812A0-C15F-6E79-F061-0802306127B9}"/>
    </ac:deMkLst>
    <p188:replyLst>
      <p188:reply id="{F1D15E27-96F2-8F4A-9EA2-7D27CA662FE6}" authorId="{33D105FB-9210-65C3-136C-B280BF33C415}" created="2026-02-21T10:46:06.020">
        <p188:txBody>
          <a:bodyPr/>
          <a:lstStyle/>
          <a:p>
            <a:r>
              <a:rPr lang="it-IT"/>
              <a:t>done</a:t>
            </a:r>
          </a:p>
        </p188:txBody>
      </p188:reply>
    </p188:replyLst>
    <p188:txBody>
      <a:bodyPr/>
      <a:lstStyle/>
      <a:p>
        <a:r>
          <a:rPr lang="it-IT"/>
          <a:t>change text for new plot</a:t>
        </a:r>
      </a:p>
    </p188:txBody>
  </p188:cm>
  <p188:cm id="{7037319C-E298-0C45-B3CC-7B77A954EB61}" authorId="{33D105FB-9210-65C3-136C-B280BF33C415}" created="2026-02-21T10:07:47.059">
    <ac:deMkLst xmlns:ac="http://schemas.microsoft.com/office/drawing/2013/main/command">
      <pc:docMk xmlns:pc="http://schemas.microsoft.com/office/powerpoint/2013/main/command"/>
      <pc:sldMk xmlns:pc="http://schemas.microsoft.com/office/powerpoint/2013/main/command" cId="3546382590" sldId="321"/>
      <ac:spMk id="2" creationId="{BB9792BC-591B-B715-11F0-B8D9520D5F27}"/>
    </ac:deMkLst>
    <p188:txBody>
      <a:bodyPr/>
      <a:lstStyle/>
      <a:p>
        <a:r>
          <a:rPr lang="it-IT"/>
          <a:t>performance metrics directly from app</a:t>
        </a:r>
      </a:p>
    </p188:txBody>
  </p188:cm>
  <p188:cm id="{19F0D2CF-B934-D64D-8652-1042BCAA697A}" authorId="{33D105FB-9210-65C3-136C-B280BF33C415}" status="resolved" created="2026-02-21T10:08:17.901" complete="100000">
    <ac:deMkLst xmlns:ac="http://schemas.microsoft.com/office/drawing/2013/main/command">
      <pc:docMk xmlns:pc="http://schemas.microsoft.com/office/powerpoint/2013/main/command"/>
      <pc:sldMk xmlns:pc="http://schemas.microsoft.com/office/powerpoint/2013/main/command" cId="3546382590" sldId="321"/>
      <ac:picMk id="4" creationId="{3A0DC15D-32C6-D308-D585-5655A4A2AABF}"/>
    </ac:deMkLst>
    <p188:txBody>
      <a:bodyPr/>
      <a:lstStyle/>
      <a:p>
        <a:r>
          <a:rPr lang="it-IT"/>
          <a:t>different performance from previous slide, why?</a:t>
        </a:r>
      </a:p>
    </p188:txBody>
  </p188:cm>
</p188:cmLst>
</file>

<file path=ppt/comments/modernComment_170_308FED3D.xml><?xml version="1.0" encoding="utf-8"?>
<p188:cmLst xmlns:a="http://schemas.openxmlformats.org/drawingml/2006/main" xmlns:r="http://schemas.openxmlformats.org/officeDocument/2006/relationships" xmlns:p188="http://schemas.microsoft.com/office/powerpoint/2018/8/main">
  <p188:cm id="{F2D07D88-1683-2243-B087-048D87DDCCA6}" authorId="{0E8F5581-6555-152A-E909-000EEE10B4BA}" created="2026-02-22T11:54:12.833">
    <ac:deMkLst xmlns:ac="http://schemas.microsoft.com/office/drawing/2013/main/command">
      <pc:docMk xmlns:pc="http://schemas.microsoft.com/office/powerpoint/2013/main/command"/>
      <pc:sldMk xmlns:pc="http://schemas.microsoft.com/office/powerpoint/2013/main/command" cId="814738749" sldId="368"/>
      <ac:spMk id="5" creationId="{A204ED56-765D-9DE7-51B8-533150B2BD60}"/>
    </ac:deMkLst>
    <p188:txBody>
      <a:bodyPr/>
      <a:lstStyle/>
      <a:p>
        <a:r>
          <a:rPr lang="en-US"/>
          <a:t>Mention 1 small bp on the paper and just mention similar market cap function to transaction costs </a:t>
        </a:r>
      </a:p>
    </p188:txBody>
  </p188:cm>
</p188:cmLst>
</file>

<file path=ppt/comments/modernComment_181_941E0A0B.xml><?xml version="1.0" encoding="utf-8"?>
<p188:cmLst xmlns:a="http://schemas.openxmlformats.org/drawingml/2006/main" xmlns:r="http://schemas.openxmlformats.org/officeDocument/2006/relationships" xmlns:p188="http://schemas.microsoft.com/office/powerpoint/2018/8/main">
  <p188:cm id="{FC25EA7D-F4B1-0F4C-84C9-8E65BBE8EBDC}" authorId="{33D105FB-9210-65C3-136C-B280BF33C415}" status="resolved" created="2026-02-22T10:00:54.504" complete="100000">
    <ac:deMkLst xmlns:ac="http://schemas.microsoft.com/office/drawing/2013/main/command">
      <pc:docMk xmlns:pc="http://schemas.microsoft.com/office/powerpoint/2013/main/command"/>
      <pc:sldMk xmlns:pc="http://schemas.microsoft.com/office/powerpoint/2013/main/command" cId="2484996619" sldId="385"/>
      <ac:picMk id="3" creationId="{99EE0FC6-C392-943C-3B89-6F351151D9A6}"/>
    </ac:deMkLst>
    <p188:replyLst>
      <p188:reply id="{B0083219-AEFA-704D-B5E1-FE218506C54D}" authorId="{33D105FB-9210-65C3-136C-B280BF33C415}" created="2026-02-22T13:41:52.501">
        <p188:txBody>
          <a:bodyPr/>
          <a:lstStyle/>
          <a:p>
            <a:r>
              <a:rPr lang="it-IT"/>
              <a:t>done</a:t>
            </a:r>
          </a:p>
        </p188:txBody>
      </p188:reply>
    </p188:replyLst>
    <p188:txBody>
      <a:bodyPr/>
      <a:lstStyle/>
      <a:p>
        <a:r>
          <a:rPr lang="it-IT"/>
          <a:t>probably makes more sense to have same plot but for sharpe ratio
</a:t>
        </a:r>
      </a:p>
    </p188:txBody>
  </p188:cm>
</p188:cmLst>
</file>

<file path=ppt/comments/modernComment_183_8A44D4C6.xml><?xml version="1.0" encoding="utf-8"?>
<p188:cmLst xmlns:a="http://schemas.openxmlformats.org/drawingml/2006/main" xmlns:r="http://schemas.openxmlformats.org/officeDocument/2006/relationships" xmlns:p188="http://schemas.microsoft.com/office/powerpoint/2018/8/main">
  <p188:cm id="{09EA15B8-3934-914A-A4F7-970F76C0E05D}" authorId="{33D105FB-9210-65C3-136C-B280BF33C415}" status="resolved" created="2026-02-23T15:49:35.867" complete="100000">
    <pc:sldMkLst xmlns:pc="http://schemas.microsoft.com/office/powerpoint/2013/main/command">
      <pc:docMk/>
      <pc:sldMk cId="2319766726" sldId="387"/>
    </pc:sldMkLst>
    <p188:txBody>
      <a:bodyPr/>
      <a:lstStyle/>
      <a:p>
        <a:r>
          <a:rPr lang="it-IT"/>
          <a:t>different possible versions of conclusions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A96DC88-90A2-4C9C-9402-4663D4C025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ate Placeholder 2">
            <a:extLst>
              <a:ext uri="{FF2B5EF4-FFF2-40B4-BE49-F238E27FC236}">
                <a16:creationId xmlns:a16="http://schemas.microsoft.com/office/drawing/2014/main" id="{01F9EC8A-50EC-45A3-B810-5AE96CB729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828AA3E-9629-40AD-8C92-953C091CF8B3}" type="datetimeFigureOut">
              <a:rPr lang="hu-HU" smtClean="0"/>
              <a:t>2026. 02. 25.</a:t>
            </a:fld>
            <a:endParaRPr lang="hu-HU"/>
          </a:p>
        </p:txBody>
      </p:sp>
      <p:sp>
        <p:nvSpPr>
          <p:cNvPr id="4" name="Footer Placeholder 3">
            <a:extLst>
              <a:ext uri="{FF2B5EF4-FFF2-40B4-BE49-F238E27FC236}">
                <a16:creationId xmlns:a16="http://schemas.microsoft.com/office/drawing/2014/main" id="{B2F226B3-7CD0-4D50-9EDC-E5E05803FB9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5" name="Slide Number Placeholder 4">
            <a:extLst>
              <a:ext uri="{FF2B5EF4-FFF2-40B4-BE49-F238E27FC236}">
                <a16:creationId xmlns:a16="http://schemas.microsoft.com/office/drawing/2014/main" id="{32698AEF-1BC2-4BE3-80F7-CABE69E8AB3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248504-D590-417E-951D-5AF89501B3D6}" type="slidenum">
              <a:rPr lang="hu-HU" smtClean="0"/>
              <a:t>‹#›</a:t>
            </a:fld>
            <a:endParaRPr lang="hu-HU"/>
          </a:p>
        </p:txBody>
      </p:sp>
    </p:spTree>
    <p:extLst>
      <p:ext uri="{BB962C8B-B14F-4D97-AF65-F5344CB8AC3E}">
        <p14:creationId xmlns:p14="http://schemas.microsoft.com/office/powerpoint/2010/main" val="10907524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8D1F3C-C481-4FCB-8E73-2F7BF5DD3209}" type="datetimeFigureOut">
              <a:rPr lang="hu-HU" smtClean="0"/>
              <a:t>2026. 02. 25.</a:t>
            </a:fld>
            <a:endParaRPr lang="hu-H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u-H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A3B1D7-79F0-40D6-A314-F8CC7725E1AF}" type="slidenum">
              <a:rPr lang="hu-HU" smtClean="0"/>
              <a:t>‹#›</a:t>
            </a:fld>
            <a:endParaRPr lang="hu-HU"/>
          </a:p>
        </p:txBody>
      </p:sp>
    </p:spTree>
    <p:extLst>
      <p:ext uri="{BB962C8B-B14F-4D97-AF65-F5344CB8AC3E}">
        <p14:creationId xmlns:p14="http://schemas.microsoft.com/office/powerpoint/2010/main" val="4064165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aseline="0"/>
              <a:t>Tags: divider, simple, no image, left aligned header</a:t>
            </a:r>
            <a:endParaRPr lang="en-US"/>
          </a:p>
        </p:txBody>
      </p:sp>
      <p:sp>
        <p:nvSpPr>
          <p:cNvPr id="4" name="Slide Number Placeholder 3"/>
          <p:cNvSpPr>
            <a:spLocks noGrp="1"/>
          </p:cNvSpPr>
          <p:nvPr>
            <p:ph type="sldNum" sz="quarter" idx="10"/>
          </p:nvPr>
        </p:nvSpPr>
        <p:spPr/>
        <p:txBody>
          <a:bodyPr/>
          <a:lstStyle/>
          <a:p>
            <a:fld id="{D759AF6D-BA0E-4594-94DB-478664329D2A}" type="slidenum">
              <a:rPr lang="en-US" smtClean="0"/>
              <a:t>2</a:t>
            </a:fld>
            <a:endParaRPr lang="en-US"/>
          </a:p>
        </p:txBody>
      </p:sp>
    </p:spTree>
    <p:extLst>
      <p:ext uri="{BB962C8B-B14F-4D97-AF65-F5344CB8AC3E}">
        <p14:creationId xmlns:p14="http://schemas.microsoft.com/office/powerpoint/2010/main" val="3233510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A607FD67-848C-A6C6-F2B3-6826C7E922D4}"/>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A4B6D142-49BE-D41E-8926-268B002A580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C8F89C83-08C5-D7F9-E00A-B5259CD6AC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116800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163FA5C1-FCF2-FBBD-6C79-F339C97460DC}"/>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5D52156C-DAF0-40C3-1D87-F4A2063D1682}"/>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F30A540D-8290-FCBA-0985-CBB5FC9F2E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207194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DF6DFBAD-6A9B-48F4-3DEE-F4248767115E}"/>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405A8B51-8C62-A8F6-55E5-8843618B6407}"/>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BE15F18A-AC91-EF40-A8EB-1DD170EB6A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775963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8FD58C63-1042-7CAA-3DA3-6BBA257ADBD4}"/>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ADEADF62-6E63-68D9-A04E-6EFC1AB09952}"/>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8AD57943-75EF-D0DF-2429-B1D232BA592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701180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F7442D44-96EF-5851-AE38-6A762566B2ED}"/>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A3002580-0147-6FDF-F132-96BA39DA5AF2}"/>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0D2B7D14-E585-EC5A-E4A4-DEC8DB024B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745549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81DDAD5C-A36A-A662-DBF6-EEC9A77E5004}"/>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DA6C4D38-889E-68BB-3F07-9967F21AA9CB}"/>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3696CC04-F049-4D73-448D-881B0D3ECE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292349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5D922ECA-506F-9449-345D-A3DBAD75AA82}"/>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602024EA-0138-2B62-6E9F-4B611DB4D1FA}"/>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FEE5943D-1578-607E-8A6B-06C699E877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7714110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C3851DE9-6A50-7273-12E0-BF8439016183}"/>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70F01330-CB3B-728F-E97B-679BD27227E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043F72E0-7098-433D-BE8A-AD2A2D54F06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77751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DF6DFBAD-6A9B-48F4-3DEE-F4248767115E}"/>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405A8B51-8C62-A8F6-55E5-8843618B6407}"/>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BE15F18A-AC91-EF40-A8EB-1DD170EB6A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7759635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BCBC49EC-0C9B-97AD-E0B1-4016F9C08091}"/>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C4351F47-D877-1483-B692-EC722E5E7DED}"/>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E8AB15A8-D428-C6C6-1229-98E3110935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511342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163FA5C1-FCF2-FBBD-6C79-F339C97460DC}"/>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5D52156C-DAF0-40C3-1D87-F4A2063D1682}"/>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F30A540D-8290-FCBA-0985-CBB5FC9F2E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2071949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6BAE1AF4-84B9-6436-A5D1-33953B05C83A}"/>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9307B667-51F3-06BB-A911-E7D07A65E34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086A39B2-476D-F0CC-AD91-6A6F29B4C39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8335187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E4694CC8-AE4A-573A-547E-0FB2290F25ED}"/>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BA53C432-ED55-A90E-4065-5F7D5CF15ED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ACC8A872-CA66-3401-E8E9-9D36116C8E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314883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EC661CC7-73CA-A530-C72F-02940AF8DF51}"/>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56931DBF-4C3B-30C5-AADA-2092AC4B797E}"/>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264378C1-32F0-53DF-6876-A66E6A4F55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6507772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D028EB70-4EE6-FF70-95B1-0B7846E76546}"/>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35AC3029-5168-6487-70E1-5B67EFEF174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2A552FAE-F663-DDB3-1827-EC27C3E1FF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071500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A63EEF80-0C03-8F28-9AB7-2012EF78A07D}"/>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DC260A37-9AEC-6106-FE11-8475BC650D84}"/>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53ABF3B9-0103-9072-1B1A-B2CEFD3314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6620669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B4A71519-7D75-B2EC-02C3-3F4B52FCD884}"/>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ADEE14F9-FCB5-2327-50A8-C0E49611345E}"/>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577C39D4-C8E2-872E-EAF1-968D46E7309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7189468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BFC61E22-3DBA-CF89-A5B4-3C957C3A36B2}"/>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F63784B5-FE64-852E-23F1-F95C985BAE6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40E26368-D273-4AB6-608C-9DA8B6F7E0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5689846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DA3B1D7-79F0-40D6-A314-F8CC7725E1AF}" type="slidenum">
              <a:rPr lang="hu-HU" smtClean="0"/>
              <a:t>26</a:t>
            </a:fld>
            <a:endParaRPr lang="hu-HU"/>
          </a:p>
        </p:txBody>
      </p:sp>
    </p:spTree>
    <p:extLst>
      <p:ext uri="{BB962C8B-B14F-4D97-AF65-F5344CB8AC3E}">
        <p14:creationId xmlns:p14="http://schemas.microsoft.com/office/powerpoint/2010/main" val="11100066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DA3B1D7-79F0-40D6-A314-F8CC7725E1AF}" type="slidenum">
              <a:rPr lang="hu-HU" smtClean="0"/>
              <a:t>27</a:t>
            </a:fld>
            <a:endParaRPr lang="hu-HU"/>
          </a:p>
        </p:txBody>
      </p:sp>
    </p:spTree>
    <p:extLst>
      <p:ext uri="{BB962C8B-B14F-4D97-AF65-F5344CB8AC3E}">
        <p14:creationId xmlns:p14="http://schemas.microsoft.com/office/powerpoint/2010/main" val="17554188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6DA3B1D7-79F0-40D6-A314-F8CC7725E1AF}" type="slidenum">
              <a:rPr lang="hu-HU" smtClean="0"/>
              <a:t>31</a:t>
            </a:fld>
            <a:endParaRPr lang="hu-HU"/>
          </a:p>
        </p:txBody>
      </p:sp>
    </p:spTree>
    <p:extLst>
      <p:ext uri="{BB962C8B-B14F-4D97-AF65-F5344CB8AC3E}">
        <p14:creationId xmlns:p14="http://schemas.microsoft.com/office/powerpoint/2010/main" val="31479092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1AB63D80-28B8-C2BA-B4D3-743C9017944E}"/>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7BC31162-19B4-3ABA-CF25-83BA21B82B7B}"/>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526E6392-06C8-27A0-F569-6E2B4F2DA4E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4956831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A59EE178-712C-4318-F436-C5AAC01C632B}"/>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DA070C91-7852-C611-A46C-C240A952AA6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82C774BC-C73C-8858-B3B3-B44FFA020A1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7114058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5DC53EE6-6A6E-3286-A223-C0E3D54E65FF}"/>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0FA7ECFA-BCED-CF43-DB57-CFF45C4488E6}"/>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17AC4A1B-6142-499D-C2C6-6BBEDAAAD4B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7487251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EA76BC85-8456-A99C-C577-A24ED5F77FA2}"/>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BB390CE8-2488-EC40-1BC1-E69AD57AC4B6}"/>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345926A4-220F-B0A7-B73E-C696FDB4AC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0370019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2cb944fc367_0_4: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8" name="Google Shape;348;g2cb944fc367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C95D44CA-1A18-A4E9-5FD3-E9F1E8B266FA}"/>
            </a:ext>
          </a:extLst>
        </p:cNvPr>
        <p:cNvGrpSpPr/>
        <p:nvPr/>
      </p:nvGrpSpPr>
      <p:grpSpPr>
        <a:xfrm>
          <a:off x="0" y="0"/>
          <a:ext cx="0" cy="0"/>
          <a:chOff x="0" y="0"/>
          <a:chExt cx="0" cy="0"/>
        </a:xfrm>
      </p:grpSpPr>
      <p:sp>
        <p:nvSpPr>
          <p:cNvPr id="109" name="Google Shape;109;g2a1c642cfc8_0_10:notes">
            <a:extLst>
              <a:ext uri="{FF2B5EF4-FFF2-40B4-BE49-F238E27FC236}">
                <a16:creationId xmlns:a16="http://schemas.microsoft.com/office/drawing/2014/main" id="{5DF8843D-B167-BA7F-2314-AFC33054CE2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2a1c642cfc8_0_10:notes">
            <a:extLst>
              <a:ext uri="{FF2B5EF4-FFF2-40B4-BE49-F238E27FC236}">
                <a16:creationId xmlns:a16="http://schemas.microsoft.com/office/drawing/2014/main" id="{3BB3EC8D-C80A-8D12-3EC7-1DD240F77A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0534312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itle">
    <p:spTree>
      <p:nvGrpSpPr>
        <p:cNvPr id="1" name=""/>
        <p:cNvGrpSpPr/>
        <p:nvPr/>
      </p:nvGrpSpPr>
      <p:grpSpPr>
        <a:xfrm>
          <a:off x="0" y="0"/>
          <a:ext cx="0" cy="0"/>
          <a:chOff x="0" y="0"/>
          <a:chExt cx="0" cy="0"/>
        </a:xfrm>
      </p:grpSpPr>
      <p:sp>
        <p:nvSpPr>
          <p:cNvPr id="2" name="Google Shape;124;p28">
            <a:extLst>
              <a:ext uri="{FF2B5EF4-FFF2-40B4-BE49-F238E27FC236}">
                <a16:creationId xmlns:a16="http://schemas.microsoft.com/office/drawing/2014/main" id="{51D23840-E17D-FD8C-3E5E-D0FC70B42E21}"/>
              </a:ext>
            </a:extLst>
          </p:cNvPr>
          <p:cNvSpPr txBox="1"/>
          <p:nvPr userDrawn="1"/>
        </p:nvSpPr>
        <p:spPr>
          <a:xfrm>
            <a:off x="10858050" y="0"/>
            <a:ext cx="1653900" cy="6081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de" sz="1400" b="0" i="0" u="none" strike="noStrike" cap="none">
                <a:solidFill>
                  <a:schemeClr val="dk1"/>
                </a:solidFill>
                <a:latin typeface="Arial"/>
                <a:ea typeface="Arial"/>
                <a:cs typeface="Arial"/>
                <a:sym typeface="Arial"/>
              </a:rPr>
              <a:t>   </a:t>
            </a:r>
            <a:r>
              <a:rPr lang="de" sz="1700" b="0" i="0" u="none" strike="noStrike" cap="none">
                <a:solidFill>
                  <a:schemeClr val="dk2"/>
                </a:solidFill>
                <a:latin typeface="Arial"/>
                <a:ea typeface="Arial"/>
                <a:cs typeface="Arial"/>
                <a:sym typeface="Arial"/>
              </a:rPr>
              <a:t>ISK </a:t>
            </a:r>
            <a:r>
              <a:rPr lang="de" sz="1700" b="0" i="0" u="none" strike="noStrike" cap="none">
                <a:solidFill>
                  <a:schemeClr val="dk1"/>
                </a:solidFill>
                <a:latin typeface="Arial"/>
                <a:ea typeface="Arial"/>
                <a:cs typeface="Arial"/>
                <a:sym typeface="Arial"/>
              </a:rPr>
              <a:t>Wien</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de" sz="900" b="0" i="0" u="none" strike="noStrike" cap="none">
                <a:solidFill>
                  <a:schemeClr val="dk1"/>
                </a:solidFill>
                <a:latin typeface="Arial"/>
                <a:ea typeface="Arial"/>
                <a:cs typeface="Arial"/>
                <a:sym typeface="Arial"/>
              </a:rPr>
              <a:t>Institut für strategische</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de" sz="900" b="0" i="0" u="none" strike="noStrike" cap="none">
                <a:solidFill>
                  <a:schemeClr val="dk1"/>
                </a:solidFill>
                <a:latin typeface="Arial"/>
                <a:ea typeface="Arial"/>
                <a:cs typeface="Arial"/>
                <a:sym typeface="Arial"/>
              </a:rPr>
              <a:t>Kapitalmarktforschung</a:t>
            </a:r>
            <a:endParaRPr sz="1100" b="0" i="0" u="none" strike="noStrike" cap="none">
              <a:solidFill>
                <a:srgbClr val="000000"/>
              </a:solidFill>
              <a:latin typeface="Arial"/>
              <a:ea typeface="Arial"/>
              <a:cs typeface="Arial"/>
              <a:sym typeface="Arial"/>
            </a:endParaRPr>
          </a:p>
        </p:txBody>
      </p:sp>
      <p:pic>
        <p:nvPicPr>
          <p:cNvPr id="4" name="Google Shape;125;p28" descr="A picture containing background pattern&#10;&#10;Description automatically generated">
            <a:extLst>
              <a:ext uri="{FF2B5EF4-FFF2-40B4-BE49-F238E27FC236}">
                <a16:creationId xmlns:a16="http://schemas.microsoft.com/office/drawing/2014/main" id="{873469E9-8D72-95C8-1FDD-1EDB72DC98F6}"/>
              </a:ext>
            </a:extLst>
          </p:cNvPr>
          <p:cNvPicPr preferRelativeResize="0"/>
          <p:nvPr userDrawn="1"/>
        </p:nvPicPr>
        <p:blipFill rotWithShape="1">
          <a:blip r:embed="rId2">
            <a:alphaModFix/>
          </a:blip>
          <a:srcRect/>
          <a:stretch/>
        </p:blipFill>
        <p:spPr>
          <a:xfrm>
            <a:off x="10322702" y="96277"/>
            <a:ext cx="540000" cy="415562"/>
          </a:xfrm>
          <a:prstGeom prst="rect">
            <a:avLst/>
          </a:prstGeom>
          <a:noFill/>
          <a:ln>
            <a:noFill/>
          </a:ln>
        </p:spPr>
      </p:pic>
    </p:spTree>
    <p:extLst>
      <p:ext uri="{BB962C8B-B14F-4D97-AF65-F5344CB8AC3E}">
        <p14:creationId xmlns:p14="http://schemas.microsoft.com/office/powerpoint/2010/main" val="1078127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14" name="Szövegdoboz 8">
            <a:extLst>
              <a:ext uri="{FF2B5EF4-FFF2-40B4-BE49-F238E27FC236}">
                <a16:creationId xmlns:a16="http://schemas.microsoft.com/office/drawing/2014/main" id="{460B4F66-13A1-4B13-BA18-A9C50AD9585F}"/>
              </a:ext>
            </a:extLst>
          </p:cNvPr>
          <p:cNvSpPr txBox="1"/>
          <p:nvPr userDrawn="1"/>
        </p:nvSpPr>
        <p:spPr>
          <a:xfrm>
            <a:off x="11422380" y="6517910"/>
            <a:ext cx="617221" cy="276999"/>
          </a:xfrm>
          <a:prstGeom prst="rect">
            <a:avLst/>
          </a:prstGeom>
          <a:noFill/>
        </p:spPr>
        <p:txBody>
          <a:bodyPr wrap="square" rtlCol="0">
            <a:spAutoFit/>
          </a:bodyPr>
          <a:lstStyle/>
          <a:p>
            <a:pPr algn="r"/>
            <a:fld id="{3C193CD2-EB5E-4946-8C5C-F7B26690B716}" type="slidenum">
              <a:rPr lang="hu-HU" sz="1200" b="1" smtClean="0">
                <a:solidFill>
                  <a:schemeClr val="bg1">
                    <a:lumMod val="65000"/>
                  </a:schemeClr>
                </a:solidFill>
                <a:latin typeface="+mj-lt"/>
              </a:rPr>
              <a:pPr algn="r"/>
              <a:t>‹#›</a:t>
            </a:fld>
            <a:endParaRPr lang="hu-HU" sz="1200" b="1">
              <a:solidFill>
                <a:schemeClr val="bg1">
                  <a:lumMod val="65000"/>
                </a:schemeClr>
              </a:solidFill>
              <a:latin typeface="+mj-lt"/>
            </a:endParaRPr>
          </a:p>
        </p:txBody>
      </p:sp>
      <p:sp>
        <p:nvSpPr>
          <p:cNvPr id="18" name="Szöveg helye 2">
            <a:extLst>
              <a:ext uri="{FF2B5EF4-FFF2-40B4-BE49-F238E27FC236}">
                <a16:creationId xmlns:a16="http://schemas.microsoft.com/office/drawing/2014/main" id="{7A2B6DAA-3D2E-4851-803C-B1FAE19AE4B0}"/>
              </a:ext>
            </a:extLst>
          </p:cNvPr>
          <p:cNvSpPr>
            <a:spLocks noGrp="1"/>
          </p:cNvSpPr>
          <p:nvPr userDrawn="1">
            <p:ph type="body" sz="quarter" idx="13" hasCustomPrompt="1"/>
          </p:nvPr>
        </p:nvSpPr>
        <p:spPr>
          <a:xfrm>
            <a:off x="126814" y="96277"/>
            <a:ext cx="11295566" cy="441417"/>
          </a:xfrm>
          <a:prstGeom prst="rect">
            <a:avLst/>
          </a:prstGeom>
          <a:solidFill>
            <a:schemeClr val="accent4"/>
          </a:solidFill>
        </p:spPr>
        <p:txBody>
          <a:bodyPr anchor="ctr"/>
          <a:lstStyle>
            <a:lvl1pPr marL="0" indent="0" algn="ctr">
              <a:buNone/>
              <a:defRPr lang="en-GB" sz="1800"/>
            </a:lvl1pPr>
          </a:lstStyle>
          <a:p>
            <a:pPr marL="228600" lvl="0" indent="-228600">
              <a:lnSpc>
                <a:spcPct val="100000"/>
              </a:lnSpc>
              <a:spcBef>
                <a:spcPts val="0"/>
              </a:spcBef>
            </a:pPr>
            <a:r>
              <a:rPr lang="en-GB"/>
              <a:t>Action title</a:t>
            </a:r>
          </a:p>
        </p:txBody>
      </p:sp>
      <p:pic>
        <p:nvPicPr>
          <p:cNvPr id="3" name="Google Shape;125;p28" descr="A picture containing background pattern&#10;&#10;Description automatically generated">
            <a:extLst>
              <a:ext uri="{FF2B5EF4-FFF2-40B4-BE49-F238E27FC236}">
                <a16:creationId xmlns:a16="http://schemas.microsoft.com/office/drawing/2014/main" id="{910648F3-FB8E-D9F3-3FE7-7042347B3A9C}"/>
              </a:ext>
            </a:extLst>
          </p:cNvPr>
          <p:cNvPicPr preferRelativeResize="0"/>
          <p:nvPr userDrawn="1"/>
        </p:nvPicPr>
        <p:blipFill rotWithShape="1">
          <a:blip r:embed="rId2">
            <a:alphaModFix/>
          </a:blip>
          <a:srcRect/>
          <a:stretch/>
        </p:blipFill>
        <p:spPr>
          <a:xfrm>
            <a:off x="11575968" y="109204"/>
            <a:ext cx="540000" cy="415562"/>
          </a:xfrm>
          <a:prstGeom prst="rect">
            <a:avLst/>
          </a:prstGeom>
          <a:noFill/>
          <a:ln>
            <a:noFill/>
          </a:ln>
        </p:spPr>
      </p:pic>
    </p:spTree>
    <p:extLst>
      <p:ext uri="{BB962C8B-B14F-4D97-AF65-F5344CB8AC3E}">
        <p14:creationId xmlns:p14="http://schemas.microsoft.com/office/powerpoint/2010/main" val="27152445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1"/>
            </a:lvl1pPr>
            <a:lvl2pPr marL="0" lvl="1" indent="0" algn="r">
              <a:spcBef>
                <a:spcPts val="0"/>
              </a:spcBef>
              <a:buNone/>
              <a:defRPr sz="1400" b="1"/>
            </a:lvl2pPr>
            <a:lvl3pPr marL="0" lvl="2" indent="0" algn="r">
              <a:spcBef>
                <a:spcPts val="0"/>
              </a:spcBef>
              <a:buNone/>
              <a:defRPr sz="1400" b="1"/>
            </a:lvl3pPr>
            <a:lvl4pPr marL="0" lvl="3" indent="0" algn="r">
              <a:spcBef>
                <a:spcPts val="0"/>
              </a:spcBef>
              <a:buNone/>
              <a:defRPr sz="1400" b="1"/>
            </a:lvl4pPr>
            <a:lvl5pPr marL="0" lvl="4" indent="0" algn="r">
              <a:spcBef>
                <a:spcPts val="0"/>
              </a:spcBef>
              <a:buNone/>
              <a:defRPr sz="1400" b="1"/>
            </a:lvl5pPr>
            <a:lvl6pPr marL="0" lvl="5" indent="0" algn="r">
              <a:spcBef>
                <a:spcPts val="0"/>
              </a:spcBef>
              <a:buNone/>
              <a:defRPr sz="1400" b="1"/>
            </a:lvl6pPr>
            <a:lvl7pPr marL="0" lvl="6" indent="0" algn="r">
              <a:spcBef>
                <a:spcPts val="0"/>
              </a:spcBef>
              <a:buNone/>
              <a:defRPr sz="1400" b="1"/>
            </a:lvl7pPr>
            <a:lvl8pPr marL="0" lvl="7" indent="0" algn="r">
              <a:spcBef>
                <a:spcPts val="0"/>
              </a:spcBef>
              <a:buNone/>
              <a:defRPr sz="1400" b="1"/>
            </a:lvl8pPr>
            <a:lvl9pPr marL="0" lvl="8" indent="0" algn="r">
              <a:spcBef>
                <a:spcPts val="0"/>
              </a:spcBef>
              <a:buNone/>
              <a:defRPr sz="1400" b="1"/>
            </a:lvl9pPr>
          </a:lstStyle>
          <a:p>
            <a:pPr marL="0" lvl="0" indent="0" algn="r" rtl="0">
              <a:spcBef>
                <a:spcPts val="0"/>
              </a:spcBef>
              <a:spcAft>
                <a:spcPts val="0"/>
              </a:spcAft>
              <a:buNone/>
            </a:pPr>
            <a:fld id="{00000000-1234-1234-1234-123412341234}" type="slidenum">
              <a:rPr lang="de-AT"/>
              <a:t>‹#›</a:t>
            </a:fld>
            <a:endParaRPr/>
          </a:p>
        </p:txBody>
      </p:sp>
    </p:spTree>
    <p:extLst>
      <p:ext uri="{BB962C8B-B14F-4D97-AF65-F5344CB8AC3E}">
        <p14:creationId xmlns:p14="http://schemas.microsoft.com/office/powerpoint/2010/main" val="1254000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Breadcrumbs">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b="0" spc="-75" dirty="0">
                <a:latin typeface="+mj-lt"/>
              </a:defRPr>
            </a:lvl1pPr>
          </a:lstStyle>
          <a:p>
            <a:pPr lvl="0" defTabSz="685800">
              <a:lnSpc>
                <a:spcPct val="85000"/>
              </a:lnSpc>
            </a:pPr>
            <a:r>
              <a:rPr lang="en-US"/>
              <a:t>Click to edit Master title style</a:t>
            </a:r>
          </a:p>
        </p:txBody>
      </p:sp>
      <p:sp>
        <p:nvSpPr>
          <p:cNvPr id="3" name="Text Placeholder 5">
            <a:extLst>
              <a:ext uri="{FF2B5EF4-FFF2-40B4-BE49-F238E27FC236}">
                <a16:creationId xmlns:a16="http://schemas.microsoft.com/office/drawing/2014/main" id="{FD545910-EC58-4E59-AC9B-9F096DAB3584}"/>
              </a:ext>
            </a:extLst>
          </p:cNvPr>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a:t>BREADCRUMBS</a:t>
            </a:r>
          </a:p>
        </p:txBody>
      </p:sp>
    </p:spTree>
    <p:extLst>
      <p:ext uri="{BB962C8B-B14F-4D97-AF65-F5344CB8AC3E}">
        <p14:creationId xmlns:p14="http://schemas.microsoft.com/office/powerpoint/2010/main" val="6522087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062927"/>
      </p:ext>
    </p:extLst>
  </p:cSld>
  <p:clrMap bg1="lt1" tx1="dk1" bg2="lt2" tx2="dk2" accent1="accent1" accent2="accent2" accent3="accent3" accent4="accent4" accent5="accent5" accent6="accent6" hlink="hlink" folHlink="folHlink"/>
  <p:sldLayoutIdLst>
    <p:sldLayoutId id="2147483655" r:id="rId1"/>
    <p:sldLayoutId id="2147483664" r:id="rId2"/>
    <p:sldLayoutId id="2147483665" r:id="rId3"/>
    <p:sldLayoutId id="2147483666"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 Id="rId5" Type="http://schemas.openxmlformats.org/officeDocument/2006/relationships/image" Target="../media/image3.e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41_D36180FE.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sv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3" Type="http://schemas.microsoft.com/office/2018/10/relationships/comments" Target="../comments/modernComment_181_941E0A0B.xml"/><Relationship Id="rId7" Type="http://schemas.openxmlformats.org/officeDocument/2006/relationships/image" Target="../media/image26.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sv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svg"/></Relationships>
</file>

<file path=ppt/slides/_rels/slide1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 Id="rId9" Type="http://schemas.openxmlformats.org/officeDocument/2006/relationships/image" Target="../media/image36.sv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sv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svg"/></Relationships>
</file>

<file path=ppt/slides/_rels/slide1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microsoft.com/office/2018/10/relationships/comments" Target="../comments/modernComment_17E_D0BA379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slides/_rels/slide25.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53.png"/><Relationship Id="rId7" Type="http://schemas.openxmlformats.org/officeDocument/2006/relationships/image" Target="../media/image63.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2.svg"/><Relationship Id="rId5" Type="http://schemas.openxmlformats.org/officeDocument/2006/relationships/image" Target="../media/image61.png"/><Relationship Id="rId10" Type="http://schemas.openxmlformats.org/officeDocument/2006/relationships/image" Target="../media/image66.svg"/><Relationship Id="rId4" Type="http://schemas.openxmlformats.org/officeDocument/2006/relationships/image" Target="../media/image60.svg"/><Relationship Id="rId9" Type="http://schemas.openxmlformats.org/officeDocument/2006/relationships/image" Target="../media/image65.png"/></Relationships>
</file>

<file path=ppt/slides/_rels/slide2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170_308FED3D.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70.svg"/><Relationship Id="rId7" Type="http://schemas.openxmlformats.org/officeDocument/2006/relationships/image" Target="../media/image58.sv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60.svg"/><Relationship Id="rId4" Type="http://schemas.openxmlformats.org/officeDocument/2006/relationships/image" Target="../media/image71.png"/><Relationship Id="rId9" Type="http://schemas.openxmlformats.org/officeDocument/2006/relationships/image" Target="../media/image73.svg"/></Relationships>
</file>

<file path=ppt/slides/_rels/slide30.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image" Target="../media/image53.png"/><Relationship Id="rId7" Type="http://schemas.openxmlformats.org/officeDocument/2006/relationships/image" Target="../media/image77.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76.svg"/><Relationship Id="rId5" Type="http://schemas.openxmlformats.org/officeDocument/2006/relationships/image" Target="../media/image75.png"/><Relationship Id="rId4" Type="http://schemas.openxmlformats.org/officeDocument/2006/relationships/image" Target="../media/image60.svg"/></Relationships>
</file>

<file path=ppt/slides/_rels/slide31.xml.rels><?xml version="1.0" encoding="UTF-8" standalone="yes"?>
<Relationships xmlns="http://schemas.openxmlformats.org/package/2006/relationships"><Relationship Id="rId8" Type="http://schemas.openxmlformats.org/officeDocument/2006/relationships/image" Target="../media/image83.png"/><Relationship Id="rId3" Type="http://schemas.microsoft.com/office/2018/10/relationships/comments" Target="../comments/modernComment_183_8A44D4C6.xml"/><Relationship Id="rId7" Type="http://schemas.openxmlformats.org/officeDocument/2006/relationships/image" Target="../media/image82.sv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81.png"/><Relationship Id="rId11" Type="http://schemas.openxmlformats.org/officeDocument/2006/relationships/image" Target="../media/image85.svg"/><Relationship Id="rId5" Type="http://schemas.openxmlformats.org/officeDocument/2006/relationships/image" Target="../media/image80.svg"/><Relationship Id="rId10" Type="http://schemas.openxmlformats.org/officeDocument/2006/relationships/image" Target="../media/image35.png"/><Relationship Id="rId4" Type="http://schemas.openxmlformats.org/officeDocument/2006/relationships/image" Target="../media/image79.png"/><Relationship Id="rId9" Type="http://schemas.openxmlformats.org/officeDocument/2006/relationships/image" Target="../media/image84.svg"/></Relationships>
</file>

<file path=ppt/slides/_rels/slide32.xml.rels><?xml version="1.0" encoding="UTF-8" standalone="yes"?>
<Relationships xmlns="http://schemas.openxmlformats.org/package/2006/relationships"><Relationship Id="rId3" Type="http://schemas.openxmlformats.org/officeDocument/2006/relationships/hyperlink" Target="https://huggingface.co/spaces/farkastallos/Ilab_Factor_Momentum"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88.svg"/><Relationship Id="rId5" Type="http://schemas.openxmlformats.org/officeDocument/2006/relationships/image" Target="../media/image87.png"/><Relationship Id="rId4" Type="http://schemas.openxmlformats.org/officeDocument/2006/relationships/image" Target="../media/image86.png"/></Relationships>
</file>

<file path=ppt/slides/_rels/slide3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hyperlink" Target="https://github.com/bkelly-lab/jkp-data"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96.svg"/><Relationship Id="rId3" Type="http://schemas.openxmlformats.org/officeDocument/2006/relationships/image" Target="../media/image53.png"/><Relationship Id="rId7" Type="http://schemas.openxmlformats.org/officeDocument/2006/relationships/image" Target="../media/image95.png"/><Relationship Id="rId2"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94.svg"/><Relationship Id="rId5" Type="http://schemas.openxmlformats.org/officeDocument/2006/relationships/image" Target="../media/image93.png"/><Relationship Id="rId4" Type="http://schemas.openxmlformats.org/officeDocument/2006/relationships/image" Target="../media/image6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uilding with a triangular shape&#10;&#10;AI-generated content may be incorrect.">
            <a:extLst>
              <a:ext uri="{FF2B5EF4-FFF2-40B4-BE49-F238E27FC236}">
                <a16:creationId xmlns:a16="http://schemas.microsoft.com/office/drawing/2014/main" id="{DBD9CD5C-D8DF-5A5F-6665-5D3EB1AB0FC8}"/>
              </a:ext>
            </a:extLst>
          </p:cNvPr>
          <p:cNvPicPr>
            <a:picLocks noChangeAspect="1"/>
          </p:cNvPicPr>
          <p:nvPr/>
        </p:nvPicPr>
        <p:blipFill>
          <a:blip r:embed="rId2" cstate="print">
            <a:extLst>
              <a:ext uri="{28A0092B-C50C-407E-A947-70E740481C1C}">
                <a14:useLocalDpi xmlns:a14="http://schemas.microsoft.com/office/drawing/2010/main" val="0"/>
              </a:ext>
            </a:extLst>
          </a:blip>
          <a:srcRect t="7802" b="7802"/>
          <a:stretch>
            <a:fillRect/>
          </a:stretch>
        </p:blipFill>
        <p:spPr>
          <a:xfrm>
            <a:off x="0" y="0"/>
            <a:ext cx="12192000" cy="6858000"/>
          </a:xfrm>
          <a:prstGeom prst="rect">
            <a:avLst/>
          </a:prstGeom>
        </p:spPr>
      </p:pic>
      <p:sp>
        <p:nvSpPr>
          <p:cNvPr id="6" name="Flowchart: Manual Operation 4">
            <a:extLst>
              <a:ext uri="{FF2B5EF4-FFF2-40B4-BE49-F238E27FC236}">
                <a16:creationId xmlns:a16="http://schemas.microsoft.com/office/drawing/2014/main" id="{AD92602E-37E8-2B87-7318-C55F83EC64B3}"/>
              </a:ext>
            </a:extLst>
          </p:cNvPr>
          <p:cNvSpPr/>
          <p:nvPr/>
        </p:nvSpPr>
        <p:spPr>
          <a:xfrm rot="11297026">
            <a:off x="-2137957" y="-537424"/>
            <a:ext cx="8776041" cy="4300617"/>
          </a:xfrm>
          <a:prstGeom prst="flowChartManualOperation">
            <a:avLst/>
          </a:prstGeom>
          <a:solidFill>
            <a:srgbClr val="0A2B65">
              <a:alpha val="51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noProof="0"/>
          </a:p>
        </p:txBody>
      </p:sp>
      <p:sp>
        <p:nvSpPr>
          <p:cNvPr id="7" name="Flowchart: Manual Operation 5">
            <a:extLst>
              <a:ext uri="{FF2B5EF4-FFF2-40B4-BE49-F238E27FC236}">
                <a16:creationId xmlns:a16="http://schemas.microsoft.com/office/drawing/2014/main" id="{491F0452-A849-34DC-C8AF-08FDA1459794}"/>
              </a:ext>
            </a:extLst>
          </p:cNvPr>
          <p:cNvSpPr/>
          <p:nvPr/>
        </p:nvSpPr>
        <p:spPr>
          <a:xfrm rot="9995555">
            <a:off x="-1675859" y="-581934"/>
            <a:ext cx="8349401" cy="4300617"/>
          </a:xfrm>
          <a:prstGeom prst="flowChartManualOperation">
            <a:avLst/>
          </a:prstGeom>
          <a:solidFill>
            <a:srgbClr val="0A2B65">
              <a:alpha val="51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noProof="0"/>
          </a:p>
        </p:txBody>
      </p:sp>
      <p:sp>
        <p:nvSpPr>
          <p:cNvPr id="8" name="TextBox 7">
            <a:extLst>
              <a:ext uri="{FF2B5EF4-FFF2-40B4-BE49-F238E27FC236}">
                <a16:creationId xmlns:a16="http://schemas.microsoft.com/office/drawing/2014/main" id="{D2A83BC8-33B0-80E3-64CC-B5C4B4902DAF}"/>
              </a:ext>
            </a:extLst>
          </p:cNvPr>
          <p:cNvSpPr txBox="1"/>
          <p:nvPr/>
        </p:nvSpPr>
        <p:spPr>
          <a:xfrm>
            <a:off x="268201" y="639599"/>
            <a:ext cx="5194642" cy="1077218"/>
          </a:xfrm>
          <a:prstGeom prst="rect">
            <a:avLst/>
          </a:prstGeom>
          <a:noFill/>
        </p:spPr>
        <p:txBody>
          <a:bodyPr wrap="square" rtlCol="0">
            <a:spAutoFit/>
          </a:bodyPr>
          <a:lstStyle/>
          <a:p>
            <a:pPr algn="ctr"/>
            <a:r>
              <a:rPr lang="en-US" sz="3200" b="1" noProof="0">
                <a:solidFill>
                  <a:schemeClr val="bg1">
                    <a:lumMod val="95000"/>
                  </a:schemeClr>
                </a:solidFill>
              </a:rPr>
              <a:t>ZZ ILab Final Presentation:</a:t>
            </a:r>
          </a:p>
          <a:p>
            <a:pPr algn="ctr"/>
            <a:r>
              <a:rPr lang="en-US" sz="3200" b="1" noProof="0">
                <a:solidFill>
                  <a:schemeClr val="bg1">
                    <a:lumMod val="95000"/>
                  </a:schemeClr>
                </a:solidFill>
              </a:rPr>
              <a:t>Factor Momentum </a:t>
            </a:r>
          </a:p>
        </p:txBody>
      </p:sp>
      <p:sp>
        <p:nvSpPr>
          <p:cNvPr id="9" name="Rectangle 8">
            <a:extLst>
              <a:ext uri="{FF2B5EF4-FFF2-40B4-BE49-F238E27FC236}">
                <a16:creationId xmlns:a16="http://schemas.microsoft.com/office/drawing/2014/main" id="{7F397B07-A739-A37D-09CD-A8561FBB4B96}"/>
              </a:ext>
            </a:extLst>
          </p:cNvPr>
          <p:cNvSpPr/>
          <p:nvPr/>
        </p:nvSpPr>
        <p:spPr>
          <a:xfrm>
            <a:off x="1263141" y="2255044"/>
            <a:ext cx="3204761" cy="5767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rtl="0">
              <a:lnSpc>
                <a:spcPct val="100000"/>
              </a:lnSpc>
              <a:spcBef>
                <a:spcPts val="0"/>
              </a:spcBef>
              <a:spcAft>
                <a:spcPts val="0"/>
              </a:spcAft>
              <a:buClr>
                <a:schemeClr val="lt1"/>
              </a:buClr>
              <a:buSzPts val="1800"/>
              <a:buFont typeface="Calibri"/>
              <a:buNone/>
            </a:pPr>
            <a:r>
              <a:rPr lang="en-US" sz="1600" b="0" i="1" u="none" strike="noStrike" cap="none" noProof="0">
                <a:solidFill>
                  <a:schemeClr val="lt1"/>
                </a:solidFill>
                <a:latin typeface="Calibri"/>
                <a:ea typeface="Calibri"/>
                <a:cs typeface="Calibri"/>
                <a:sym typeface="Calibri"/>
              </a:rPr>
              <a:t>Giulio </a:t>
            </a:r>
            <a:r>
              <a:rPr lang="en-US" sz="1600" b="0" i="1" u="none" strike="noStrike" cap="none" noProof="0" err="1">
                <a:solidFill>
                  <a:schemeClr val="lt1"/>
                </a:solidFill>
                <a:latin typeface="Calibri"/>
                <a:ea typeface="Calibri"/>
                <a:cs typeface="Calibri"/>
                <a:sym typeface="Calibri"/>
              </a:rPr>
              <a:t>Iepure</a:t>
            </a:r>
            <a:r>
              <a:rPr lang="en-US" sz="1600" b="0" i="1" u="none" strike="noStrike" cap="none" noProof="0">
                <a:solidFill>
                  <a:schemeClr val="lt1"/>
                </a:solidFill>
                <a:latin typeface="Calibri"/>
                <a:ea typeface="Calibri"/>
                <a:cs typeface="Calibri"/>
                <a:sym typeface="Calibri"/>
              </a:rPr>
              <a:t>, Caterina Piacentini, Farkas Tallos, Tomas Samaj</a:t>
            </a:r>
          </a:p>
        </p:txBody>
      </p:sp>
      <p:sp>
        <p:nvSpPr>
          <p:cNvPr id="10" name="Rectangle 9">
            <a:extLst>
              <a:ext uri="{FF2B5EF4-FFF2-40B4-BE49-F238E27FC236}">
                <a16:creationId xmlns:a16="http://schemas.microsoft.com/office/drawing/2014/main" id="{F8B0A37E-7A11-EECA-1CD9-E4DD56413B52}"/>
              </a:ext>
            </a:extLst>
          </p:cNvPr>
          <p:cNvSpPr/>
          <p:nvPr/>
        </p:nvSpPr>
        <p:spPr>
          <a:xfrm>
            <a:off x="268201" y="1714817"/>
            <a:ext cx="5194642" cy="5767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a:lnSpc>
                <a:spcPct val="100000"/>
              </a:lnSpc>
              <a:spcBef>
                <a:spcPts val="0"/>
              </a:spcBef>
              <a:spcAft>
                <a:spcPts val="0"/>
              </a:spcAft>
              <a:buClr>
                <a:schemeClr val="lt1"/>
              </a:buClr>
              <a:buSzPts val="1800"/>
              <a:buFont typeface="Calibri"/>
              <a:buNone/>
            </a:pPr>
            <a:r>
              <a:rPr lang="en-US" sz="3200" noProof="0">
                <a:solidFill>
                  <a:schemeClr val="bg1">
                    <a:lumMod val="95000"/>
                  </a:schemeClr>
                </a:solidFill>
                <a:sym typeface="Calibri"/>
              </a:rPr>
              <a:t>24.02.2026</a:t>
            </a:r>
          </a:p>
        </p:txBody>
      </p:sp>
    </p:spTree>
    <p:extLst>
      <p:ext uri="{BB962C8B-B14F-4D97-AF65-F5344CB8AC3E}">
        <p14:creationId xmlns:p14="http://schemas.microsoft.com/office/powerpoint/2010/main" val="3443664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84785FDF-B953-4139-AB2D-2973F144F91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6" name="Object 5" hidden="1">
                        <a:extLst>
                          <a:ext uri="{FF2B5EF4-FFF2-40B4-BE49-F238E27FC236}">
                            <a16:creationId xmlns:a16="http://schemas.microsoft.com/office/drawing/2014/main" id="{84785FDF-B953-4139-AB2D-2973F144F91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BF8651E3-1C12-42EF-900E-7FD32E26282C}"/>
              </a:ext>
            </a:extLst>
          </p:cNvPr>
          <p:cNvSpPr/>
          <p:nvPr/>
        </p:nvSpPr>
        <p:spPr>
          <a:xfrm>
            <a:off x="169682" y="197962"/>
            <a:ext cx="4551174" cy="6523349"/>
          </a:xfrm>
          <a:prstGeom prst="rect">
            <a:avLst/>
          </a:prstGeom>
          <a:pattFill prst="dkDnDiag">
            <a:fgClr>
              <a:schemeClr val="accent4"/>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5" name="Title 2">
            <a:extLst>
              <a:ext uri="{FF2B5EF4-FFF2-40B4-BE49-F238E27FC236}">
                <a16:creationId xmlns:a16="http://schemas.microsoft.com/office/drawing/2014/main" id="{13E941A6-7602-4A3E-A028-A0A8E6585B12}"/>
              </a:ext>
            </a:extLst>
          </p:cNvPr>
          <p:cNvSpPr txBox="1">
            <a:spLocks/>
          </p:cNvSpPr>
          <p:nvPr/>
        </p:nvSpPr>
        <p:spPr>
          <a:xfrm>
            <a:off x="495593" y="2069466"/>
            <a:ext cx="2598481" cy="623396"/>
          </a:xfrm>
          <a:prstGeom prst="rect">
            <a:avLst/>
          </a:prstGeom>
        </p:spPr>
        <p:txBody>
          <a:bodyPr lIns="0" tIns="0" rIns="0" bIns="0" anchor="t"/>
          <a:lstStyle>
            <a:lvl1pPr algn="l" defTabSz="1219170" rtl="0" eaLnBrk="1" latinLnBrk="0" hangingPunct="1">
              <a:spcBef>
                <a:spcPct val="0"/>
              </a:spcBef>
              <a:buNone/>
              <a:defRPr sz="4800" b="1" kern="1200">
                <a:solidFill>
                  <a:schemeClr val="tx1"/>
                </a:solidFill>
                <a:latin typeface="+mj-lt"/>
                <a:ea typeface="+mj-ea"/>
                <a:cs typeface="+mj-cs"/>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4800" b="1" i="0" u="none" strike="noStrike" kern="1200" cap="none" spc="0" normalizeH="0" baseline="0" noProof="0">
                <a:ln>
                  <a:noFill/>
                </a:ln>
                <a:solidFill>
                  <a:sysClr val="windowText" lastClr="000000"/>
                </a:solidFill>
                <a:effectLst/>
                <a:uLnTx/>
                <a:uFillTx/>
                <a:ea typeface="+mj-ea"/>
                <a:cs typeface="+mj-cs"/>
              </a:rPr>
              <a:t>Agenda</a:t>
            </a:r>
          </a:p>
        </p:txBody>
      </p:sp>
      <p:sp>
        <p:nvSpPr>
          <p:cNvPr id="8" name="Rectangle 7">
            <a:extLst>
              <a:ext uri="{FF2B5EF4-FFF2-40B4-BE49-F238E27FC236}">
                <a16:creationId xmlns:a16="http://schemas.microsoft.com/office/drawing/2014/main" id="{64C169E0-D508-479B-A3AF-2B717F90543D}"/>
              </a:ext>
            </a:extLst>
          </p:cNvPr>
          <p:cNvSpPr/>
          <p:nvPr/>
        </p:nvSpPr>
        <p:spPr>
          <a:xfrm>
            <a:off x="612740" y="1880365"/>
            <a:ext cx="763573" cy="7098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a:latin typeface="+mj-lt"/>
            </a:endParaRPr>
          </a:p>
        </p:txBody>
      </p:sp>
      <p:sp>
        <p:nvSpPr>
          <p:cNvPr id="29" name="Oval 28">
            <a:extLst>
              <a:ext uri="{FF2B5EF4-FFF2-40B4-BE49-F238E27FC236}">
                <a16:creationId xmlns:a16="http://schemas.microsoft.com/office/drawing/2014/main" id="{0C6BDF50-7426-183A-1915-694FAF6C2B0A}"/>
              </a:ext>
            </a:extLst>
          </p:cNvPr>
          <p:cNvSpPr/>
          <p:nvPr/>
        </p:nvSpPr>
        <p:spPr>
          <a:xfrm>
            <a:off x="5163914" y="960733"/>
            <a:ext cx="557784" cy="548640"/>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0" name="Oval 29">
            <a:extLst>
              <a:ext uri="{FF2B5EF4-FFF2-40B4-BE49-F238E27FC236}">
                <a16:creationId xmlns:a16="http://schemas.microsoft.com/office/drawing/2014/main" id="{A1155EB4-0991-16FF-630B-8600093CB589}"/>
              </a:ext>
            </a:extLst>
          </p:cNvPr>
          <p:cNvSpPr/>
          <p:nvPr/>
        </p:nvSpPr>
        <p:spPr>
          <a:xfrm>
            <a:off x="5163914" y="1816110"/>
            <a:ext cx="557784" cy="548640"/>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1" name="Rectangle 30">
            <a:extLst>
              <a:ext uri="{FF2B5EF4-FFF2-40B4-BE49-F238E27FC236}">
                <a16:creationId xmlns:a16="http://schemas.microsoft.com/office/drawing/2014/main" id="{9F07FB2F-E780-7DC7-9AA2-DD190F8DE8CF}"/>
              </a:ext>
            </a:extLst>
          </p:cNvPr>
          <p:cNvSpPr/>
          <p:nvPr/>
        </p:nvSpPr>
        <p:spPr>
          <a:xfrm>
            <a:off x="6276434" y="1014345"/>
            <a:ext cx="5302826" cy="4414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noProof="0">
                <a:solidFill>
                  <a:schemeClr val="tx1"/>
                </a:solidFill>
              </a:rPr>
              <a:t>Introduction – Factor Momentum</a:t>
            </a:r>
          </a:p>
        </p:txBody>
      </p:sp>
      <p:sp>
        <p:nvSpPr>
          <p:cNvPr id="32" name="Rectangle 31">
            <a:extLst>
              <a:ext uri="{FF2B5EF4-FFF2-40B4-BE49-F238E27FC236}">
                <a16:creationId xmlns:a16="http://schemas.microsoft.com/office/drawing/2014/main" id="{970E8AE1-C503-1217-5863-3C626BE1B311}"/>
              </a:ext>
            </a:extLst>
          </p:cNvPr>
          <p:cNvSpPr/>
          <p:nvPr/>
        </p:nvSpPr>
        <p:spPr>
          <a:xfrm>
            <a:off x="6276434" y="1869722"/>
            <a:ext cx="5302826" cy="4414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noProof="0">
                <a:solidFill>
                  <a:schemeClr val="tx1"/>
                </a:solidFill>
              </a:rPr>
              <a:t>Part 1 (Factor level) – Performance &amp; Robustness Checks</a:t>
            </a:r>
          </a:p>
        </p:txBody>
      </p:sp>
      <p:sp>
        <p:nvSpPr>
          <p:cNvPr id="33" name="Rectangle 32">
            <a:extLst>
              <a:ext uri="{FF2B5EF4-FFF2-40B4-BE49-F238E27FC236}">
                <a16:creationId xmlns:a16="http://schemas.microsoft.com/office/drawing/2014/main" id="{5751F698-5533-8459-909C-EE5E9D1D31E0}"/>
              </a:ext>
            </a:extLst>
          </p:cNvPr>
          <p:cNvSpPr/>
          <p:nvPr/>
        </p:nvSpPr>
        <p:spPr>
          <a:xfrm>
            <a:off x="6276434" y="2725098"/>
            <a:ext cx="5302826" cy="4414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noProof="0">
                <a:solidFill>
                  <a:schemeClr val="tx1"/>
                </a:solidFill>
              </a:rPr>
              <a:t>Part 2 (Single-stock level) – Replication, Net Positions, Frictions	</a:t>
            </a:r>
          </a:p>
        </p:txBody>
      </p:sp>
      <p:sp>
        <p:nvSpPr>
          <p:cNvPr id="34" name="Rectangle 33">
            <a:extLst>
              <a:ext uri="{FF2B5EF4-FFF2-40B4-BE49-F238E27FC236}">
                <a16:creationId xmlns:a16="http://schemas.microsoft.com/office/drawing/2014/main" id="{9FF43879-9D51-BC85-DBBC-2EF22D8ECA66}"/>
              </a:ext>
            </a:extLst>
          </p:cNvPr>
          <p:cNvSpPr/>
          <p:nvPr/>
        </p:nvSpPr>
        <p:spPr>
          <a:xfrm>
            <a:off x="6276434" y="3580476"/>
            <a:ext cx="5302826" cy="4414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noProof="0">
              <a:solidFill>
                <a:schemeClr val="tx1"/>
              </a:solidFill>
            </a:endParaRPr>
          </a:p>
        </p:txBody>
      </p:sp>
      <p:sp>
        <p:nvSpPr>
          <p:cNvPr id="35" name="Rectangle 34">
            <a:extLst>
              <a:ext uri="{FF2B5EF4-FFF2-40B4-BE49-F238E27FC236}">
                <a16:creationId xmlns:a16="http://schemas.microsoft.com/office/drawing/2014/main" id="{C23734EC-DFB3-5F1C-72C7-22DBC63EC47F}"/>
              </a:ext>
            </a:extLst>
          </p:cNvPr>
          <p:cNvSpPr/>
          <p:nvPr/>
        </p:nvSpPr>
        <p:spPr>
          <a:xfrm>
            <a:off x="6276434" y="4435853"/>
            <a:ext cx="5302826" cy="4414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noProof="0">
                <a:solidFill>
                  <a:schemeClr val="tx1"/>
                </a:solidFill>
              </a:rPr>
              <a:t>R Shiny App Usage Demonstration </a:t>
            </a:r>
          </a:p>
        </p:txBody>
      </p:sp>
      <p:sp>
        <p:nvSpPr>
          <p:cNvPr id="37" name="Oval 36">
            <a:extLst>
              <a:ext uri="{FF2B5EF4-FFF2-40B4-BE49-F238E27FC236}">
                <a16:creationId xmlns:a16="http://schemas.microsoft.com/office/drawing/2014/main" id="{7BBE7119-2E1F-2BFA-8618-FECBA1A79DC2}"/>
              </a:ext>
            </a:extLst>
          </p:cNvPr>
          <p:cNvSpPr/>
          <p:nvPr/>
        </p:nvSpPr>
        <p:spPr>
          <a:xfrm>
            <a:off x="5163914" y="2671487"/>
            <a:ext cx="557784" cy="548640"/>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9" name="Oval 38">
            <a:extLst>
              <a:ext uri="{FF2B5EF4-FFF2-40B4-BE49-F238E27FC236}">
                <a16:creationId xmlns:a16="http://schemas.microsoft.com/office/drawing/2014/main" id="{659A9A9C-C523-7E3A-1D06-79F69686BFF1}"/>
              </a:ext>
            </a:extLst>
          </p:cNvPr>
          <p:cNvSpPr/>
          <p:nvPr/>
        </p:nvSpPr>
        <p:spPr>
          <a:xfrm>
            <a:off x="5163914" y="3526864"/>
            <a:ext cx="557784" cy="548640"/>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0" name="Oval 39">
            <a:extLst>
              <a:ext uri="{FF2B5EF4-FFF2-40B4-BE49-F238E27FC236}">
                <a16:creationId xmlns:a16="http://schemas.microsoft.com/office/drawing/2014/main" id="{0B951665-5E67-07FC-E235-9CC09AB7BA17}"/>
              </a:ext>
            </a:extLst>
          </p:cNvPr>
          <p:cNvSpPr/>
          <p:nvPr/>
        </p:nvSpPr>
        <p:spPr>
          <a:xfrm>
            <a:off x="5163914" y="4382241"/>
            <a:ext cx="557784" cy="548640"/>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1" name="Rectangle 40">
            <a:extLst>
              <a:ext uri="{FF2B5EF4-FFF2-40B4-BE49-F238E27FC236}">
                <a16:creationId xmlns:a16="http://schemas.microsoft.com/office/drawing/2014/main" id="{42A12E38-066B-265B-A0AC-EB5B9B493A3E}"/>
              </a:ext>
            </a:extLst>
          </p:cNvPr>
          <p:cNvSpPr/>
          <p:nvPr/>
        </p:nvSpPr>
        <p:spPr>
          <a:xfrm>
            <a:off x="5214206" y="1014345"/>
            <a:ext cx="457200" cy="4414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solidFill>
                  <a:schemeClr val="tx1"/>
                </a:solidFill>
              </a:rPr>
              <a:t>1</a:t>
            </a:r>
          </a:p>
        </p:txBody>
      </p:sp>
      <p:sp>
        <p:nvSpPr>
          <p:cNvPr id="42" name="Rectangle 41">
            <a:extLst>
              <a:ext uri="{FF2B5EF4-FFF2-40B4-BE49-F238E27FC236}">
                <a16:creationId xmlns:a16="http://schemas.microsoft.com/office/drawing/2014/main" id="{CAA3A024-B3C7-5DCB-F4B0-D3884AC4FE76}"/>
              </a:ext>
            </a:extLst>
          </p:cNvPr>
          <p:cNvSpPr/>
          <p:nvPr/>
        </p:nvSpPr>
        <p:spPr>
          <a:xfrm>
            <a:off x="5214206" y="1869722"/>
            <a:ext cx="457200" cy="4414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solidFill>
                  <a:schemeClr val="tx1"/>
                </a:solidFill>
              </a:rPr>
              <a:t>2</a:t>
            </a:r>
          </a:p>
        </p:txBody>
      </p:sp>
      <p:sp>
        <p:nvSpPr>
          <p:cNvPr id="43" name="Rectangle 42">
            <a:extLst>
              <a:ext uri="{FF2B5EF4-FFF2-40B4-BE49-F238E27FC236}">
                <a16:creationId xmlns:a16="http://schemas.microsoft.com/office/drawing/2014/main" id="{A47C5C5B-EA00-88D9-7FF6-D82E3C246E5C}"/>
              </a:ext>
            </a:extLst>
          </p:cNvPr>
          <p:cNvSpPr/>
          <p:nvPr/>
        </p:nvSpPr>
        <p:spPr>
          <a:xfrm>
            <a:off x="5214206" y="2725099"/>
            <a:ext cx="457200" cy="4414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solidFill>
                  <a:schemeClr val="tx1"/>
                </a:solidFill>
              </a:rPr>
              <a:t>3</a:t>
            </a:r>
          </a:p>
        </p:txBody>
      </p:sp>
      <p:sp>
        <p:nvSpPr>
          <p:cNvPr id="44" name="Rectangle 43">
            <a:extLst>
              <a:ext uri="{FF2B5EF4-FFF2-40B4-BE49-F238E27FC236}">
                <a16:creationId xmlns:a16="http://schemas.microsoft.com/office/drawing/2014/main" id="{7824D5B7-28B6-333A-1603-CDA04BAFA926}"/>
              </a:ext>
            </a:extLst>
          </p:cNvPr>
          <p:cNvSpPr/>
          <p:nvPr/>
        </p:nvSpPr>
        <p:spPr>
          <a:xfrm>
            <a:off x="5214206" y="3572784"/>
            <a:ext cx="457200" cy="4414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solidFill>
                  <a:schemeClr val="tx1"/>
                </a:solidFill>
              </a:rPr>
              <a:t>4</a:t>
            </a:r>
          </a:p>
        </p:txBody>
      </p:sp>
      <p:sp>
        <p:nvSpPr>
          <p:cNvPr id="45" name="Rectangle 44">
            <a:extLst>
              <a:ext uri="{FF2B5EF4-FFF2-40B4-BE49-F238E27FC236}">
                <a16:creationId xmlns:a16="http://schemas.microsoft.com/office/drawing/2014/main" id="{5E239547-9A86-AD84-8993-54EEAFFB69BF}"/>
              </a:ext>
            </a:extLst>
          </p:cNvPr>
          <p:cNvSpPr/>
          <p:nvPr/>
        </p:nvSpPr>
        <p:spPr>
          <a:xfrm>
            <a:off x="5214206" y="4435853"/>
            <a:ext cx="457200" cy="4414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solidFill>
                  <a:schemeClr val="tx1"/>
                </a:solidFill>
              </a:rPr>
              <a:t>5</a:t>
            </a:r>
          </a:p>
        </p:txBody>
      </p:sp>
      <p:cxnSp>
        <p:nvCxnSpPr>
          <p:cNvPr id="47" name="Straight Connector 46">
            <a:extLst>
              <a:ext uri="{FF2B5EF4-FFF2-40B4-BE49-F238E27FC236}">
                <a16:creationId xmlns:a16="http://schemas.microsoft.com/office/drawing/2014/main" id="{8AEA6DA5-C3E1-46C3-E5C9-933F49EB51CC}"/>
              </a:ext>
            </a:extLst>
          </p:cNvPr>
          <p:cNvCxnSpPr>
            <a:stCxn id="29" idx="4"/>
            <a:endCxn id="30" idx="0"/>
          </p:cNvCxnSpPr>
          <p:nvPr/>
        </p:nvCxnSpPr>
        <p:spPr>
          <a:xfrm>
            <a:off x="5442806" y="1509373"/>
            <a:ext cx="0" cy="30673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D29329B-C61F-6534-7E1A-FA9C2FCD534D}"/>
              </a:ext>
            </a:extLst>
          </p:cNvPr>
          <p:cNvCxnSpPr>
            <a:cxnSpLocks/>
            <a:stCxn id="30" idx="4"/>
            <a:endCxn id="37" idx="0"/>
          </p:cNvCxnSpPr>
          <p:nvPr/>
        </p:nvCxnSpPr>
        <p:spPr>
          <a:xfrm>
            <a:off x="5442806" y="2364750"/>
            <a:ext cx="0" cy="30673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0FB6B7E-DADD-F820-B4E7-ED7C1C84A529}"/>
              </a:ext>
            </a:extLst>
          </p:cNvPr>
          <p:cNvCxnSpPr>
            <a:cxnSpLocks/>
            <a:stCxn id="37" idx="4"/>
            <a:endCxn id="39" idx="0"/>
          </p:cNvCxnSpPr>
          <p:nvPr/>
        </p:nvCxnSpPr>
        <p:spPr>
          <a:xfrm>
            <a:off x="5442806" y="3220127"/>
            <a:ext cx="0" cy="30673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C1F5090-862C-90A8-03A0-A681FAC7B8BC}"/>
              </a:ext>
            </a:extLst>
          </p:cNvPr>
          <p:cNvCxnSpPr>
            <a:cxnSpLocks/>
            <a:stCxn id="39" idx="4"/>
            <a:endCxn id="40" idx="0"/>
          </p:cNvCxnSpPr>
          <p:nvPr/>
        </p:nvCxnSpPr>
        <p:spPr>
          <a:xfrm>
            <a:off x="5442806" y="4075504"/>
            <a:ext cx="0" cy="30673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A86FFE2-C5A4-D33E-5242-FF5FB6C1E19E}"/>
              </a:ext>
            </a:extLst>
          </p:cNvPr>
          <p:cNvSpPr txBox="1"/>
          <p:nvPr/>
        </p:nvSpPr>
        <p:spPr>
          <a:xfrm>
            <a:off x="6276434" y="3478018"/>
            <a:ext cx="5302826" cy="646331"/>
          </a:xfrm>
          <a:prstGeom prst="rect">
            <a:avLst/>
          </a:prstGeom>
          <a:noFill/>
        </p:spPr>
        <p:txBody>
          <a:bodyPr wrap="square" rtlCol="0">
            <a:spAutoFit/>
          </a:bodyPr>
          <a:lstStyle/>
          <a:p>
            <a:r>
              <a:rPr lang="en-US" noProof="0"/>
              <a:t>Strategy Conclusion, Portfolio Implications &amp; Implementation Constraints</a:t>
            </a:r>
          </a:p>
        </p:txBody>
      </p:sp>
      <p:sp>
        <p:nvSpPr>
          <p:cNvPr id="2" name="Rectangle 1">
            <a:extLst>
              <a:ext uri="{FF2B5EF4-FFF2-40B4-BE49-F238E27FC236}">
                <a16:creationId xmlns:a16="http://schemas.microsoft.com/office/drawing/2014/main" id="{CCAEEFAC-1EC3-D090-ED33-FE7D63E2E118}"/>
              </a:ext>
            </a:extLst>
          </p:cNvPr>
          <p:cNvSpPr/>
          <p:nvPr/>
        </p:nvSpPr>
        <p:spPr>
          <a:xfrm>
            <a:off x="6276434" y="5291230"/>
            <a:ext cx="5302826" cy="4414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noProof="0" err="1">
                <a:solidFill>
                  <a:schemeClr val="tx1"/>
                </a:solidFill>
              </a:rPr>
              <a:t>Ilab</a:t>
            </a:r>
            <a:r>
              <a:rPr lang="en-US" noProof="0">
                <a:solidFill>
                  <a:schemeClr val="tx1"/>
                </a:solidFill>
              </a:rPr>
              <a:t> Conclusions: Lessons Learned &amp; Empirical Challenges</a:t>
            </a:r>
          </a:p>
        </p:txBody>
      </p:sp>
      <p:sp>
        <p:nvSpPr>
          <p:cNvPr id="3" name="Oval 2">
            <a:extLst>
              <a:ext uri="{FF2B5EF4-FFF2-40B4-BE49-F238E27FC236}">
                <a16:creationId xmlns:a16="http://schemas.microsoft.com/office/drawing/2014/main" id="{4FAD5849-CFD1-F784-F1BE-177C8CA651EA}"/>
              </a:ext>
            </a:extLst>
          </p:cNvPr>
          <p:cNvSpPr/>
          <p:nvPr/>
        </p:nvSpPr>
        <p:spPr>
          <a:xfrm>
            <a:off x="5163914" y="5237618"/>
            <a:ext cx="557784" cy="548640"/>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 name="Rectangle 3">
            <a:extLst>
              <a:ext uri="{FF2B5EF4-FFF2-40B4-BE49-F238E27FC236}">
                <a16:creationId xmlns:a16="http://schemas.microsoft.com/office/drawing/2014/main" id="{47AE7DEB-D27D-D202-A40C-386A25527B27}"/>
              </a:ext>
            </a:extLst>
          </p:cNvPr>
          <p:cNvSpPr/>
          <p:nvPr/>
        </p:nvSpPr>
        <p:spPr>
          <a:xfrm>
            <a:off x="5214206" y="5291230"/>
            <a:ext cx="457200" cy="4414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solidFill>
                  <a:schemeClr val="tx1"/>
                </a:solidFill>
              </a:rPr>
              <a:t>6</a:t>
            </a:r>
          </a:p>
        </p:txBody>
      </p:sp>
      <p:cxnSp>
        <p:nvCxnSpPr>
          <p:cNvPr id="10" name="Straight Connector 9">
            <a:extLst>
              <a:ext uri="{FF2B5EF4-FFF2-40B4-BE49-F238E27FC236}">
                <a16:creationId xmlns:a16="http://schemas.microsoft.com/office/drawing/2014/main" id="{C73E4DCF-E2CE-F380-CE8E-D9AC82B41A7E}"/>
              </a:ext>
            </a:extLst>
          </p:cNvPr>
          <p:cNvCxnSpPr>
            <a:cxnSpLocks/>
            <a:endCxn id="3" idx="0"/>
          </p:cNvCxnSpPr>
          <p:nvPr/>
        </p:nvCxnSpPr>
        <p:spPr>
          <a:xfrm>
            <a:off x="5442806" y="4930881"/>
            <a:ext cx="0" cy="306737"/>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736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121CF0CD-689C-B524-DD3F-0151DDFF9BB2}"/>
            </a:ext>
          </a:extLst>
        </p:cNvPr>
        <p:cNvGrpSpPr/>
        <p:nvPr/>
      </p:nvGrpSpPr>
      <p:grpSpPr>
        <a:xfrm>
          <a:off x="0" y="0"/>
          <a:ext cx="0" cy="0"/>
          <a:chOff x="0" y="0"/>
          <a:chExt cx="0" cy="0"/>
        </a:xfrm>
      </p:grpSpPr>
      <p:sp>
        <p:nvSpPr>
          <p:cNvPr id="10" name="Rettangolo 9">
            <a:extLst>
              <a:ext uri="{FF2B5EF4-FFF2-40B4-BE49-F238E27FC236}">
                <a16:creationId xmlns:a16="http://schemas.microsoft.com/office/drawing/2014/main" id="{F371BCA4-2944-8E0F-9DC9-8659F272845D}"/>
              </a:ext>
            </a:extLst>
          </p:cNvPr>
          <p:cNvSpPr/>
          <p:nvPr/>
        </p:nvSpPr>
        <p:spPr>
          <a:xfrm>
            <a:off x="6133495" y="4291524"/>
            <a:ext cx="5629123" cy="2285543"/>
          </a:xfrm>
          <a:prstGeom prst="rect">
            <a:avLst/>
          </a:prstGeom>
          <a:pattFill prst="dkDnDiag">
            <a:fgClr>
              <a:schemeClr val="bg2"/>
            </a:fgClr>
            <a:bgClr>
              <a:schemeClr val="bg1"/>
            </a:bgClr>
          </a:patt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 name="Rettangolo 8">
            <a:extLst>
              <a:ext uri="{FF2B5EF4-FFF2-40B4-BE49-F238E27FC236}">
                <a16:creationId xmlns:a16="http://schemas.microsoft.com/office/drawing/2014/main" id="{48A8DA30-BB07-4227-4674-22D2F5135C65}"/>
              </a:ext>
            </a:extLst>
          </p:cNvPr>
          <p:cNvSpPr/>
          <p:nvPr/>
        </p:nvSpPr>
        <p:spPr>
          <a:xfrm>
            <a:off x="391885" y="3926587"/>
            <a:ext cx="5629123" cy="2650481"/>
          </a:xfrm>
          <a:prstGeom prst="rect">
            <a:avLst/>
          </a:prstGeom>
          <a:pattFill prst="dkDnDiag">
            <a:fgClr>
              <a:schemeClr val="bg2"/>
            </a:fgClr>
            <a:bgClr>
              <a:schemeClr val="bg1"/>
            </a:bgClr>
          </a:patt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Rettangolo 4">
            <a:extLst>
              <a:ext uri="{FF2B5EF4-FFF2-40B4-BE49-F238E27FC236}">
                <a16:creationId xmlns:a16="http://schemas.microsoft.com/office/drawing/2014/main" id="{D269C8B3-D24A-A607-DB05-2B8C5752984D}"/>
              </a:ext>
            </a:extLst>
          </p:cNvPr>
          <p:cNvSpPr/>
          <p:nvPr/>
        </p:nvSpPr>
        <p:spPr>
          <a:xfrm>
            <a:off x="391886" y="2019086"/>
            <a:ext cx="5629123" cy="1748682"/>
          </a:xfrm>
          <a:prstGeom prst="rect">
            <a:avLst/>
          </a:prstGeom>
          <a:pattFill prst="dkDnDiag">
            <a:fgClr>
              <a:schemeClr val="bg2"/>
            </a:fgClr>
            <a:bgClr>
              <a:schemeClr val="bg1"/>
            </a:bgClr>
          </a:patt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Rettangolo 5">
            <a:extLst>
              <a:ext uri="{FF2B5EF4-FFF2-40B4-BE49-F238E27FC236}">
                <a16:creationId xmlns:a16="http://schemas.microsoft.com/office/drawing/2014/main" id="{03B95D00-2CA0-4287-EA0D-0574FDBB6B69}"/>
              </a:ext>
            </a:extLst>
          </p:cNvPr>
          <p:cNvSpPr/>
          <p:nvPr/>
        </p:nvSpPr>
        <p:spPr>
          <a:xfrm>
            <a:off x="6133495" y="2002898"/>
            <a:ext cx="5629123" cy="1764869"/>
          </a:xfrm>
          <a:prstGeom prst="rect">
            <a:avLst/>
          </a:prstGeom>
          <a:pattFill prst="dkDnDiag">
            <a:fgClr>
              <a:schemeClr val="bg2"/>
            </a:fgClr>
            <a:bgClr>
              <a:schemeClr val="bg1"/>
            </a:bgClr>
          </a:patt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7" name="Text Placeholder 6">
            <a:extLst>
              <a:ext uri="{FF2B5EF4-FFF2-40B4-BE49-F238E27FC236}">
                <a16:creationId xmlns:a16="http://schemas.microsoft.com/office/drawing/2014/main" id="{44635FD9-F625-24D1-0057-4FDA4A4A4699}"/>
              </a:ext>
            </a:extLst>
          </p:cNvPr>
          <p:cNvSpPr>
            <a:spLocks noGrp="1"/>
          </p:cNvSpPr>
          <p:nvPr>
            <p:ph type="body" sz="quarter" idx="13"/>
          </p:nvPr>
        </p:nvSpPr>
        <p:spPr/>
        <p:txBody>
          <a:bodyPr/>
          <a:lstStyle/>
          <a:p>
            <a:r>
              <a:rPr lang="en-US" noProof="0"/>
              <a:t>Introduction – Factor Momentum</a:t>
            </a:r>
          </a:p>
        </p:txBody>
      </p:sp>
      <p:sp>
        <p:nvSpPr>
          <p:cNvPr id="8" name="Rectangle 7">
            <a:extLst>
              <a:ext uri="{FF2B5EF4-FFF2-40B4-BE49-F238E27FC236}">
                <a16:creationId xmlns:a16="http://schemas.microsoft.com/office/drawing/2014/main" id="{DA90A538-4FA2-B5AF-DBE3-5C710B300E3C}"/>
              </a:ext>
            </a:extLst>
          </p:cNvPr>
          <p:cNvSpPr/>
          <p:nvPr/>
        </p:nvSpPr>
        <p:spPr>
          <a:xfrm>
            <a:off x="391886" y="881744"/>
            <a:ext cx="11370732"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Literature Review &amp; Methodology </a:t>
            </a:r>
            <a:endParaRPr lang="en-US" sz="1800" b="1" i="1" noProof="0">
              <a:solidFill>
                <a:schemeClr val="bg1"/>
              </a:solidFill>
            </a:endParaRPr>
          </a:p>
        </p:txBody>
      </p:sp>
      <p:sp>
        <p:nvSpPr>
          <p:cNvPr id="11" name="Rectangle 10">
            <a:extLst>
              <a:ext uri="{FF2B5EF4-FFF2-40B4-BE49-F238E27FC236}">
                <a16:creationId xmlns:a16="http://schemas.microsoft.com/office/drawing/2014/main" id="{2993670B-D792-6554-99A2-403E29990DD4}"/>
              </a:ext>
            </a:extLst>
          </p:cNvPr>
          <p:cNvSpPr/>
          <p:nvPr/>
        </p:nvSpPr>
        <p:spPr>
          <a:xfrm>
            <a:off x="391885" y="2168027"/>
            <a:ext cx="5704114" cy="14028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r>
              <a:rPr lang="en-US" sz="1200" noProof="0">
                <a:solidFill>
                  <a:schemeClr val="tx1"/>
                </a:solidFill>
              </a:rPr>
              <a:t>Extends momentum research to factor portfolios – showing that factor returns themselves exhibit momentum.</a:t>
            </a:r>
          </a:p>
          <a:p>
            <a:pPr marL="285750" indent="-285750">
              <a:lnSpc>
                <a:spcPct val="150000"/>
              </a:lnSpc>
              <a:buFont typeface="Arial" panose="020B0604020202020204" pitchFamily="34" charset="0"/>
              <a:buChar char="•"/>
            </a:pPr>
            <a:r>
              <a:rPr lang="en-US" sz="1200" noProof="0">
                <a:solidFill>
                  <a:schemeClr val="tx1"/>
                </a:solidFill>
              </a:rPr>
              <a:t>Finds that factor momentum subsumes industry momentum.</a:t>
            </a:r>
          </a:p>
          <a:p>
            <a:pPr marL="285750" indent="-285750">
              <a:lnSpc>
                <a:spcPct val="150000"/>
              </a:lnSpc>
              <a:buFont typeface="Arial" panose="020B0604020202020204" pitchFamily="34" charset="0"/>
              <a:buChar char="•"/>
            </a:pPr>
            <a:r>
              <a:rPr lang="en-US" sz="1200" noProof="0">
                <a:solidFill>
                  <a:schemeClr val="tx1"/>
                </a:solidFill>
              </a:rPr>
              <a:t>Uses principal component analysis to identify systematic sources of momentum.</a:t>
            </a:r>
            <a:endParaRPr lang="en-US" sz="1400" noProof="0">
              <a:solidFill>
                <a:schemeClr val="tx1"/>
              </a:solidFill>
            </a:endParaRPr>
          </a:p>
        </p:txBody>
      </p:sp>
      <p:sp>
        <p:nvSpPr>
          <p:cNvPr id="2" name="Rectangle 10">
            <a:extLst>
              <a:ext uri="{FF2B5EF4-FFF2-40B4-BE49-F238E27FC236}">
                <a16:creationId xmlns:a16="http://schemas.microsoft.com/office/drawing/2014/main" id="{1786D7E1-4A30-7E5F-45BB-D6EC3026A5F1}"/>
              </a:ext>
            </a:extLst>
          </p:cNvPr>
          <p:cNvSpPr/>
          <p:nvPr/>
        </p:nvSpPr>
        <p:spPr>
          <a:xfrm>
            <a:off x="391885" y="4365315"/>
            <a:ext cx="5704114" cy="19198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r>
              <a:rPr lang="en-US" sz="1200" b="1" noProof="0">
                <a:solidFill>
                  <a:schemeClr val="tx1"/>
                </a:solidFill>
              </a:rPr>
              <a:t>Fama-French 17 Industry Portfolios: </a:t>
            </a:r>
            <a:r>
              <a:rPr lang="en-US" sz="1200" noProof="0">
                <a:solidFill>
                  <a:schemeClr val="tx1"/>
                </a:solidFill>
              </a:rPr>
              <a:t>Monthly excess returns (July 1963 - Dec 2024).</a:t>
            </a:r>
          </a:p>
          <a:p>
            <a:pPr marL="285750" indent="-285750">
              <a:lnSpc>
                <a:spcPct val="150000"/>
              </a:lnSpc>
              <a:buFont typeface="Arial" panose="020B0604020202020204" pitchFamily="34" charset="0"/>
              <a:buChar char="•"/>
            </a:pPr>
            <a:r>
              <a:rPr lang="en-US" sz="1200" b="1" noProof="0">
                <a:solidFill>
                  <a:schemeClr val="tx1"/>
                </a:solidFill>
              </a:rPr>
              <a:t>JKP Factors: </a:t>
            </a:r>
            <a:r>
              <a:rPr lang="en-US" sz="1200" noProof="0">
                <a:solidFill>
                  <a:schemeClr val="tx1"/>
                </a:solidFill>
              </a:rPr>
              <a:t>Cross-sectional factor returns (value, profitability, investment, quality, risk).</a:t>
            </a:r>
          </a:p>
          <a:p>
            <a:pPr marL="285750" indent="-285750">
              <a:lnSpc>
                <a:spcPct val="150000"/>
              </a:lnSpc>
              <a:buFont typeface="Arial" panose="020B0604020202020204" pitchFamily="34" charset="0"/>
              <a:buChar char="•"/>
            </a:pPr>
            <a:r>
              <a:rPr lang="en-US" sz="1200" b="1" noProof="0">
                <a:solidFill>
                  <a:schemeClr val="tx1"/>
                </a:solidFill>
              </a:rPr>
              <a:t>Thematic Factors: </a:t>
            </a:r>
            <a:r>
              <a:rPr lang="en-US" sz="1200" noProof="0">
                <a:solidFill>
                  <a:schemeClr val="tx1"/>
                </a:solidFill>
              </a:rPr>
              <a:t>Growth, leverage, volatility, and other economic themes.</a:t>
            </a:r>
          </a:p>
          <a:p>
            <a:pPr marL="285750" indent="-285750">
              <a:lnSpc>
                <a:spcPct val="150000"/>
              </a:lnSpc>
              <a:buFont typeface="Arial" panose="020B0604020202020204" pitchFamily="34" charset="0"/>
              <a:buChar char="•"/>
            </a:pPr>
            <a:r>
              <a:rPr lang="en-US" sz="1200" b="1" noProof="0">
                <a:solidFill>
                  <a:schemeClr val="tx1"/>
                </a:solidFill>
              </a:rPr>
              <a:t>Final Sample</a:t>
            </a:r>
            <a:r>
              <a:rPr lang="en-US" sz="1200" noProof="0">
                <a:solidFill>
                  <a:schemeClr val="tx1"/>
                </a:solidFill>
              </a:rPr>
              <a:t>: July 1963 - December 2024</a:t>
            </a:r>
            <a:r>
              <a:rPr lang="en-US" sz="1200" b="1" noProof="0">
                <a:solidFill>
                  <a:schemeClr val="tx1"/>
                </a:solidFill>
              </a:rPr>
              <a:t> </a:t>
            </a:r>
            <a:r>
              <a:rPr lang="en-US" sz="1200" noProof="0">
                <a:solidFill>
                  <a:schemeClr val="tx1"/>
                </a:solidFill>
              </a:rPr>
              <a:t>(U.S. market).</a:t>
            </a:r>
          </a:p>
          <a:p>
            <a:pPr marL="285750" indent="-285750">
              <a:buFont typeface="Arial" panose="020B0604020202020204" pitchFamily="34" charset="0"/>
              <a:buChar char="•"/>
            </a:pPr>
            <a:endParaRPr lang="en-US" sz="1400" noProof="0">
              <a:solidFill>
                <a:schemeClr val="tx1"/>
              </a:solidFill>
            </a:endParaRPr>
          </a:p>
          <a:p>
            <a:pPr marL="285750" indent="-285750">
              <a:buFont typeface="Arial" panose="020B0604020202020204" pitchFamily="34" charset="0"/>
              <a:buChar char="•"/>
            </a:pPr>
            <a:endParaRPr lang="en-US" sz="1400" noProof="0">
              <a:solidFill>
                <a:schemeClr val="tx1"/>
              </a:solidFill>
            </a:endParaRPr>
          </a:p>
          <a:p>
            <a:pPr marL="285750" indent="-285750">
              <a:buFont typeface="Arial" panose="020B0604020202020204" pitchFamily="34" charset="0"/>
              <a:buChar char="•"/>
            </a:pPr>
            <a:endParaRPr lang="en-US" sz="1400" noProof="0">
              <a:solidFill>
                <a:schemeClr val="tx1"/>
              </a:solidFill>
            </a:endParaRPr>
          </a:p>
          <a:p>
            <a:pPr>
              <a:lnSpc>
                <a:spcPct val="150000"/>
              </a:lnSpc>
            </a:pPr>
            <a:endParaRPr lang="en-US" sz="1400" noProof="0">
              <a:solidFill>
                <a:schemeClr val="tx1"/>
              </a:solidFill>
            </a:endParaRPr>
          </a:p>
        </p:txBody>
      </p:sp>
      <p:sp>
        <p:nvSpPr>
          <p:cNvPr id="3" name="Rectangle 10">
            <a:extLst>
              <a:ext uri="{FF2B5EF4-FFF2-40B4-BE49-F238E27FC236}">
                <a16:creationId xmlns:a16="http://schemas.microsoft.com/office/drawing/2014/main" id="{A4832966-EA4F-6436-6125-728312B67C24}"/>
              </a:ext>
            </a:extLst>
          </p:cNvPr>
          <p:cNvSpPr/>
          <p:nvPr/>
        </p:nvSpPr>
        <p:spPr>
          <a:xfrm>
            <a:off x="6170992" y="4291524"/>
            <a:ext cx="5704114" cy="23799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r>
              <a:rPr lang="en-US" sz="1200" noProof="0">
                <a:solidFill>
                  <a:schemeClr val="tx1"/>
                </a:solidFill>
              </a:rPr>
              <a:t>Replicate Arnott et al. (2023) Appendix figure comparing </a:t>
            </a:r>
            <a:r>
              <a:rPr lang="en-US" sz="1200" b="1" noProof="0">
                <a:solidFill>
                  <a:schemeClr val="tx1"/>
                </a:solidFill>
              </a:rPr>
              <a:t>Factor vs. Industry Momentum.</a:t>
            </a:r>
          </a:p>
          <a:p>
            <a:pPr marL="342900" indent="-342900">
              <a:lnSpc>
                <a:spcPct val="150000"/>
              </a:lnSpc>
              <a:buFont typeface="+mj-lt"/>
              <a:buAutoNum type="arabicPeriod"/>
            </a:pPr>
            <a:r>
              <a:rPr lang="en-US" sz="1200" noProof="0">
                <a:solidFill>
                  <a:schemeClr val="tx1"/>
                </a:solidFill>
              </a:rPr>
              <a:t>For each month:</a:t>
            </a:r>
          </a:p>
          <a:p>
            <a:pPr marL="800100" lvl="1" indent="-342900">
              <a:lnSpc>
                <a:spcPct val="150000"/>
              </a:lnSpc>
              <a:buFont typeface="Arial" panose="020B0604020202020204" pitchFamily="34" charset="0"/>
              <a:buChar char="•"/>
            </a:pPr>
            <a:r>
              <a:rPr lang="en-US" sz="1200" noProof="0">
                <a:solidFill>
                  <a:schemeClr val="tx1"/>
                </a:solidFill>
              </a:rPr>
              <a:t>Rank all assets by previous month's return.</a:t>
            </a:r>
          </a:p>
          <a:p>
            <a:pPr marL="800100" lvl="1" indent="-342900">
              <a:lnSpc>
                <a:spcPct val="150000"/>
              </a:lnSpc>
              <a:buFont typeface="Arial" panose="020B0604020202020204" pitchFamily="34" charset="0"/>
              <a:buChar char="•"/>
            </a:pPr>
            <a:r>
              <a:rPr lang="en-US" sz="1200" noProof="0">
                <a:solidFill>
                  <a:schemeClr val="tx1"/>
                </a:solidFill>
              </a:rPr>
              <a:t>Go </a:t>
            </a:r>
            <a:r>
              <a:rPr lang="en-US" sz="1200" b="1" noProof="0">
                <a:solidFill>
                  <a:schemeClr val="tx1"/>
                </a:solidFill>
              </a:rPr>
              <a:t>long</a:t>
            </a:r>
            <a:r>
              <a:rPr lang="en-US" sz="1200" noProof="0">
                <a:solidFill>
                  <a:schemeClr val="tx1"/>
                </a:solidFill>
              </a:rPr>
              <a:t> the top half (winners), </a:t>
            </a:r>
            <a:r>
              <a:rPr lang="en-US" sz="1200" b="1" noProof="0">
                <a:solidFill>
                  <a:schemeClr val="tx1"/>
                </a:solidFill>
              </a:rPr>
              <a:t>short</a:t>
            </a:r>
            <a:r>
              <a:rPr lang="en-US" sz="1200" noProof="0">
                <a:solidFill>
                  <a:schemeClr val="tx1"/>
                </a:solidFill>
              </a:rPr>
              <a:t> the bottom half (losers).</a:t>
            </a:r>
          </a:p>
          <a:p>
            <a:pPr marL="342900" lvl="0" indent="-342900">
              <a:lnSpc>
                <a:spcPct val="150000"/>
              </a:lnSpc>
              <a:buFont typeface="+mj-lt"/>
              <a:buAutoNum type="arabicPeriod"/>
              <a:defRPr/>
            </a:pPr>
            <a:r>
              <a:rPr lang="en-US" sz="1200" noProof="0">
                <a:solidFill>
                  <a:prstClr val="black"/>
                </a:solidFill>
              </a:rPr>
              <a:t>Apply to Fama-French 17 industries and selected JKP factors.</a:t>
            </a:r>
          </a:p>
          <a:p>
            <a:pPr marL="342900" lvl="0" indent="-342900">
              <a:lnSpc>
                <a:spcPct val="150000"/>
              </a:lnSpc>
              <a:buFont typeface="+mj-lt"/>
              <a:buAutoNum type="arabicPeriod"/>
              <a:defRPr/>
            </a:pPr>
            <a:r>
              <a:rPr lang="en-US" sz="1200" noProof="0">
                <a:solidFill>
                  <a:prstClr val="black"/>
                </a:solidFill>
              </a:rPr>
              <a:t>Equal-weight portfolios; rebalance monthly.</a:t>
            </a:r>
          </a:p>
          <a:p>
            <a:pPr marL="342900" lvl="0" indent="-342900">
              <a:lnSpc>
                <a:spcPct val="150000"/>
              </a:lnSpc>
              <a:buFont typeface="+mj-lt"/>
              <a:buAutoNum type="arabicPeriod"/>
              <a:defRPr/>
            </a:pPr>
            <a:r>
              <a:rPr lang="en-US" sz="1200" noProof="0">
                <a:solidFill>
                  <a:prstClr val="black"/>
                </a:solidFill>
              </a:rPr>
              <a:t>Compute 1-month long-short return.</a:t>
            </a:r>
            <a:endParaRPr lang="en-US" sz="1200" noProof="0">
              <a:solidFill>
                <a:schemeClr val="tx1"/>
              </a:solidFill>
            </a:endParaRPr>
          </a:p>
          <a:p>
            <a:pPr>
              <a:lnSpc>
                <a:spcPct val="150000"/>
              </a:lnSpc>
            </a:pPr>
            <a:endParaRPr lang="en-US" sz="1400" noProof="0">
              <a:solidFill>
                <a:schemeClr val="tx1"/>
              </a:solidFill>
            </a:endParaRPr>
          </a:p>
        </p:txBody>
      </p:sp>
      <p:sp>
        <p:nvSpPr>
          <p:cNvPr id="4" name="Rectangle 10">
            <a:extLst>
              <a:ext uri="{FF2B5EF4-FFF2-40B4-BE49-F238E27FC236}">
                <a16:creationId xmlns:a16="http://schemas.microsoft.com/office/drawing/2014/main" id="{95CA65BD-3A08-26CF-12A7-C1E3CC7D9729}"/>
              </a:ext>
            </a:extLst>
          </p:cNvPr>
          <p:cNvSpPr/>
          <p:nvPr/>
        </p:nvSpPr>
        <p:spPr>
          <a:xfrm>
            <a:off x="6170992" y="2079605"/>
            <a:ext cx="5704112" cy="15796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r>
              <a:rPr lang="en-US" sz="1200" noProof="0">
                <a:solidFill>
                  <a:schemeClr val="tx1"/>
                </a:solidFill>
              </a:rPr>
              <a:t>Shows that momentum in stock returns stems from momentum in factor returns </a:t>
            </a:r>
          </a:p>
          <a:p>
            <a:pPr marL="285750" indent="-285750">
              <a:lnSpc>
                <a:spcPct val="150000"/>
              </a:lnSpc>
              <a:buFont typeface="Arial" panose="020B0604020202020204" pitchFamily="34" charset="0"/>
              <a:buChar char="•"/>
            </a:pPr>
            <a:r>
              <a:rPr lang="en-US" sz="1200" noProof="0">
                <a:solidFill>
                  <a:schemeClr val="tx1"/>
                </a:solidFill>
              </a:rPr>
              <a:t>Factors show strong autocorrelation: winners stay winners, losers stay losers.</a:t>
            </a:r>
          </a:p>
          <a:p>
            <a:pPr marL="285750" indent="-285750">
              <a:lnSpc>
                <a:spcPct val="150000"/>
              </a:lnSpc>
              <a:buFont typeface="Arial" panose="020B0604020202020204" pitchFamily="34" charset="0"/>
              <a:buChar char="•"/>
            </a:pPr>
            <a:r>
              <a:rPr lang="en-US" sz="1200" noProof="0">
                <a:solidFill>
                  <a:schemeClr val="tx1"/>
                </a:solidFill>
              </a:rPr>
              <a:t>Momentum reflects timing of factor exposures, not a separate risk factor.</a:t>
            </a:r>
          </a:p>
          <a:p>
            <a:pPr>
              <a:lnSpc>
                <a:spcPct val="150000"/>
              </a:lnSpc>
            </a:pPr>
            <a:endParaRPr lang="en-US" sz="1400" noProof="0">
              <a:solidFill>
                <a:schemeClr val="tx1"/>
              </a:solidFill>
            </a:endParaRPr>
          </a:p>
        </p:txBody>
      </p:sp>
      <p:sp>
        <p:nvSpPr>
          <p:cNvPr id="13" name="Freeform: Shape 122">
            <a:extLst>
              <a:ext uri="{FF2B5EF4-FFF2-40B4-BE49-F238E27FC236}">
                <a16:creationId xmlns:a16="http://schemas.microsoft.com/office/drawing/2014/main" id="{0CB35FED-B526-9C1C-4564-B6F89FD511EB}"/>
              </a:ext>
            </a:extLst>
          </p:cNvPr>
          <p:cNvSpPr/>
          <p:nvPr/>
        </p:nvSpPr>
        <p:spPr bwMode="auto">
          <a:xfrm rot="5400000">
            <a:off x="3148740" y="-1103804"/>
            <a:ext cx="361093" cy="5874808"/>
          </a:xfrm>
          <a:custGeom>
            <a:avLst/>
            <a:gdLst>
              <a:gd name="connsiteX0" fmla="*/ 375 w 361093"/>
              <a:gd name="connsiteY0" fmla="*/ 3656409 h 3656409"/>
              <a:gd name="connsiteX1" fmla="*/ 375 w 361093"/>
              <a:gd name="connsiteY1" fmla="*/ 151212 h 3656409"/>
              <a:gd name="connsiteX2" fmla="*/ 360375 w 361093"/>
              <a:gd name="connsiteY2" fmla="*/ 151212 h 3656409"/>
              <a:gd name="connsiteX3" fmla="*/ 360375 w 361093"/>
              <a:gd name="connsiteY3" fmla="*/ 3656409 h 3656409"/>
              <a:gd name="connsiteX4" fmla="*/ 0 w 361093"/>
              <a:gd name="connsiteY4" fmla="*/ 151211 h 3656409"/>
              <a:gd name="connsiteX5" fmla="*/ 0 w 361093"/>
              <a:gd name="connsiteY5" fmla="*/ 146343 h 3656409"/>
              <a:gd name="connsiteX6" fmla="*/ 180375 w 361093"/>
              <a:gd name="connsiteY6" fmla="*/ 0 h 3656409"/>
              <a:gd name="connsiteX7" fmla="*/ 361093 w 361093"/>
              <a:gd name="connsiteY7" fmla="*/ 146622 h 3656409"/>
              <a:gd name="connsiteX8" fmla="*/ 361093 w 361093"/>
              <a:gd name="connsiteY8" fmla="*/ 151211 h 365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093" h="3656409">
                <a:moveTo>
                  <a:pt x="375" y="3656409"/>
                </a:moveTo>
                <a:lnTo>
                  <a:pt x="375" y="151212"/>
                </a:lnTo>
                <a:lnTo>
                  <a:pt x="360375" y="151212"/>
                </a:lnTo>
                <a:lnTo>
                  <a:pt x="360375" y="3656409"/>
                </a:lnTo>
                <a:close/>
                <a:moveTo>
                  <a:pt x="0" y="151211"/>
                </a:moveTo>
                <a:lnTo>
                  <a:pt x="0" y="146343"/>
                </a:lnTo>
                <a:lnTo>
                  <a:pt x="180375" y="0"/>
                </a:lnTo>
                <a:lnTo>
                  <a:pt x="361093" y="146622"/>
                </a:lnTo>
                <a:lnTo>
                  <a:pt x="361093" y="151211"/>
                </a:lnTo>
                <a:close/>
              </a:path>
            </a:pathLst>
          </a:custGeom>
          <a:gradFill flip="none" rotWithShape="1">
            <a:gsLst>
              <a:gs pos="0">
                <a:srgbClr val="113981"/>
              </a:gs>
              <a:gs pos="0">
                <a:srgbClr val="1848A0"/>
              </a:gs>
              <a:gs pos="0">
                <a:schemeClr val="accent1">
                  <a:lumMod val="60000"/>
                  <a:lumOff val="40000"/>
                </a:schemeClr>
              </a:gs>
              <a:gs pos="46000">
                <a:schemeClr val="accent1"/>
              </a:gs>
              <a:gs pos="82000">
                <a:schemeClr val="accent1"/>
              </a:gs>
              <a:gs pos="100000">
                <a:schemeClr val="accent1">
                  <a:lumMod val="75000"/>
                </a:schemeClr>
              </a:gs>
            </a:gsLst>
            <a:lin ang="5400000" scaled="1"/>
            <a:tileRect/>
          </a:gradFill>
          <a:ln w="9525" cap="flat" cmpd="sng" algn="ctr">
            <a:noFill/>
            <a:prstDash val="solid"/>
            <a:round/>
            <a:headEnd type="none" w="med" len="med"/>
            <a:tailEnd type="none" w="med" len="med"/>
          </a:ln>
          <a:effectLst/>
        </p:spPr>
        <p:txBody>
          <a:bodyPr vert="vert270" wrap="square" lIns="0" tIns="0" rIns="18288" bIns="18288" numCol="1" rtlCol="0" anchor="ctr" anchorCtr="0" compatLnSpc="1">
            <a:prstTxWarp prst="textNoShape">
              <a:avLst/>
            </a:prstTxWarp>
            <a:noAutofit/>
          </a:bodyPr>
          <a:lstStyle/>
          <a:p>
            <a:pPr algn="ctr" fontAlgn="base">
              <a:spcBef>
                <a:spcPct val="0"/>
              </a:spcBef>
              <a:spcAft>
                <a:spcPct val="0"/>
              </a:spcAft>
            </a:pPr>
            <a:r>
              <a:rPr lang="en-US" sz="1200" b="1" noProof="0">
                <a:solidFill>
                  <a:schemeClr val="bg1"/>
                </a:solidFill>
              </a:rPr>
              <a:t>Arnott, </a:t>
            </a:r>
            <a:r>
              <a:rPr lang="en-US" sz="1200" b="1" noProof="0" err="1">
                <a:solidFill>
                  <a:schemeClr val="bg1"/>
                </a:solidFill>
              </a:rPr>
              <a:t>Kalesnik</a:t>
            </a:r>
            <a:r>
              <a:rPr lang="en-US" sz="1200" b="1" noProof="0">
                <a:solidFill>
                  <a:schemeClr val="bg1"/>
                </a:solidFill>
              </a:rPr>
              <a:t> &amp; </a:t>
            </a:r>
            <a:r>
              <a:rPr lang="en-US" sz="1200" b="1" noProof="0" err="1">
                <a:solidFill>
                  <a:schemeClr val="bg1"/>
                </a:solidFill>
              </a:rPr>
              <a:t>Linnainmaa</a:t>
            </a:r>
            <a:r>
              <a:rPr lang="en-US" sz="1200" b="1" noProof="0">
                <a:solidFill>
                  <a:schemeClr val="bg1"/>
                </a:solidFill>
              </a:rPr>
              <a:t> (2023):</a:t>
            </a:r>
            <a:endParaRPr kumimoji="0" lang="en-US" sz="1200" b="1" i="0" strike="noStrike" cap="none" normalizeH="0" baseline="0" noProof="0">
              <a:ln>
                <a:noFill/>
              </a:ln>
              <a:solidFill>
                <a:schemeClr val="bg1"/>
              </a:solidFill>
              <a:effectLst/>
              <a:latin typeface="Arial" pitchFamily="34" charset="0"/>
              <a:cs typeface="Arial" pitchFamily="34" charset="0"/>
            </a:endParaRPr>
          </a:p>
        </p:txBody>
      </p:sp>
      <p:sp>
        <p:nvSpPr>
          <p:cNvPr id="15" name="Freeform: Shape 122">
            <a:extLst>
              <a:ext uri="{FF2B5EF4-FFF2-40B4-BE49-F238E27FC236}">
                <a16:creationId xmlns:a16="http://schemas.microsoft.com/office/drawing/2014/main" id="{74C651BD-5D8D-E3C1-3F05-C3CAEA0FCF26}"/>
              </a:ext>
            </a:extLst>
          </p:cNvPr>
          <p:cNvSpPr/>
          <p:nvPr/>
        </p:nvSpPr>
        <p:spPr bwMode="auto">
          <a:xfrm rot="5400000">
            <a:off x="3148738" y="1164791"/>
            <a:ext cx="361093" cy="5874808"/>
          </a:xfrm>
          <a:custGeom>
            <a:avLst/>
            <a:gdLst>
              <a:gd name="connsiteX0" fmla="*/ 375 w 361093"/>
              <a:gd name="connsiteY0" fmla="*/ 3656409 h 3656409"/>
              <a:gd name="connsiteX1" fmla="*/ 375 w 361093"/>
              <a:gd name="connsiteY1" fmla="*/ 151212 h 3656409"/>
              <a:gd name="connsiteX2" fmla="*/ 360375 w 361093"/>
              <a:gd name="connsiteY2" fmla="*/ 151212 h 3656409"/>
              <a:gd name="connsiteX3" fmla="*/ 360375 w 361093"/>
              <a:gd name="connsiteY3" fmla="*/ 3656409 h 3656409"/>
              <a:gd name="connsiteX4" fmla="*/ 0 w 361093"/>
              <a:gd name="connsiteY4" fmla="*/ 151211 h 3656409"/>
              <a:gd name="connsiteX5" fmla="*/ 0 w 361093"/>
              <a:gd name="connsiteY5" fmla="*/ 146343 h 3656409"/>
              <a:gd name="connsiteX6" fmla="*/ 180375 w 361093"/>
              <a:gd name="connsiteY6" fmla="*/ 0 h 3656409"/>
              <a:gd name="connsiteX7" fmla="*/ 361093 w 361093"/>
              <a:gd name="connsiteY7" fmla="*/ 146622 h 3656409"/>
              <a:gd name="connsiteX8" fmla="*/ 361093 w 361093"/>
              <a:gd name="connsiteY8" fmla="*/ 151211 h 365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093" h="3656409">
                <a:moveTo>
                  <a:pt x="375" y="3656409"/>
                </a:moveTo>
                <a:lnTo>
                  <a:pt x="375" y="151212"/>
                </a:lnTo>
                <a:lnTo>
                  <a:pt x="360375" y="151212"/>
                </a:lnTo>
                <a:lnTo>
                  <a:pt x="360375" y="3656409"/>
                </a:lnTo>
                <a:close/>
                <a:moveTo>
                  <a:pt x="0" y="151211"/>
                </a:moveTo>
                <a:lnTo>
                  <a:pt x="0" y="146343"/>
                </a:lnTo>
                <a:lnTo>
                  <a:pt x="180375" y="0"/>
                </a:lnTo>
                <a:lnTo>
                  <a:pt x="361093" y="146622"/>
                </a:lnTo>
                <a:lnTo>
                  <a:pt x="361093" y="151211"/>
                </a:lnTo>
                <a:close/>
              </a:path>
            </a:pathLst>
          </a:custGeom>
          <a:gradFill flip="none" rotWithShape="1">
            <a:gsLst>
              <a:gs pos="0">
                <a:srgbClr val="113981"/>
              </a:gs>
              <a:gs pos="0">
                <a:srgbClr val="1848A0"/>
              </a:gs>
              <a:gs pos="0">
                <a:schemeClr val="accent1">
                  <a:lumMod val="60000"/>
                  <a:lumOff val="40000"/>
                </a:schemeClr>
              </a:gs>
              <a:gs pos="46000">
                <a:schemeClr val="accent1"/>
              </a:gs>
              <a:gs pos="82000">
                <a:schemeClr val="accent1"/>
              </a:gs>
              <a:gs pos="100000">
                <a:schemeClr val="accent1">
                  <a:lumMod val="75000"/>
                </a:schemeClr>
              </a:gs>
            </a:gsLst>
            <a:lin ang="5400000" scaled="1"/>
            <a:tileRect/>
          </a:gradFill>
          <a:ln w="9525" cap="flat" cmpd="sng" algn="ctr">
            <a:noFill/>
            <a:prstDash val="solid"/>
            <a:round/>
            <a:headEnd type="none" w="med" len="med"/>
            <a:tailEnd type="none" w="med" len="med"/>
          </a:ln>
          <a:effectLst/>
        </p:spPr>
        <p:txBody>
          <a:bodyPr vert="vert270" wrap="square" lIns="0" tIns="0" rIns="18288" bIns="18288" numCol="1" rtlCol="0" anchor="ctr" anchorCtr="0" compatLnSpc="1">
            <a:prstTxWarp prst="textNoShape">
              <a:avLst/>
            </a:prstTxWarp>
            <a:noAutofit/>
          </a:bodyPr>
          <a:lstStyle/>
          <a:p>
            <a:pPr algn="ctr" fontAlgn="base">
              <a:spcBef>
                <a:spcPct val="0"/>
              </a:spcBef>
              <a:spcAft>
                <a:spcPct val="0"/>
              </a:spcAft>
            </a:pPr>
            <a:r>
              <a:rPr lang="en-US" sz="1200" b="1" noProof="0">
                <a:solidFill>
                  <a:schemeClr val="bg1"/>
                </a:solidFill>
              </a:rPr>
              <a:t>Data Description:</a:t>
            </a:r>
          </a:p>
        </p:txBody>
      </p:sp>
      <p:sp>
        <p:nvSpPr>
          <p:cNvPr id="16" name="Freeform: Shape 125">
            <a:extLst>
              <a:ext uri="{FF2B5EF4-FFF2-40B4-BE49-F238E27FC236}">
                <a16:creationId xmlns:a16="http://schemas.microsoft.com/office/drawing/2014/main" id="{58E68FF0-9AA2-BC73-2E3F-32185E26A567}"/>
              </a:ext>
            </a:extLst>
          </p:cNvPr>
          <p:cNvSpPr/>
          <p:nvPr/>
        </p:nvSpPr>
        <p:spPr bwMode="auto">
          <a:xfrm>
            <a:off x="6133493" y="1651959"/>
            <a:ext cx="5629123" cy="360000"/>
          </a:xfrm>
          <a:custGeom>
            <a:avLst/>
            <a:gdLst>
              <a:gd name="connsiteX0" fmla="*/ 4706 w 3572359"/>
              <a:gd name="connsiteY0" fmla="*/ 0 h 360000"/>
              <a:gd name="connsiteX1" fmla="*/ 3572359 w 3572359"/>
              <a:gd name="connsiteY1" fmla="*/ 0 h 360000"/>
              <a:gd name="connsiteX2" fmla="*/ 3572359 w 3572359"/>
              <a:gd name="connsiteY2" fmla="*/ 360000 h 360000"/>
              <a:gd name="connsiteX3" fmla="*/ 0 w 3572359"/>
              <a:gd name="connsiteY3" fmla="*/ 360000 h 360000"/>
              <a:gd name="connsiteX4" fmla="*/ 0 w 3572359"/>
              <a:gd name="connsiteY4" fmla="*/ 356701 h 360000"/>
              <a:gd name="connsiteX5" fmla="*/ 147054 w 3572359"/>
              <a:gd name="connsiteY5" fmla="*/ 175451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2359" h="360000">
                <a:moveTo>
                  <a:pt x="4706" y="0"/>
                </a:moveTo>
                <a:lnTo>
                  <a:pt x="3572359" y="0"/>
                </a:lnTo>
                <a:lnTo>
                  <a:pt x="3572359" y="360000"/>
                </a:lnTo>
                <a:lnTo>
                  <a:pt x="0" y="360000"/>
                </a:lnTo>
                <a:lnTo>
                  <a:pt x="0" y="356701"/>
                </a:lnTo>
                <a:lnTo>
                  <a:pt x="147054" y="175451"/>
                </a:lnTo>
                <a:close/>
              </a:path>
            </a:pathLst>
          </a:custGeom>
          <a:gradFill flip="none" rotWithShape="1">
            <a:gsLst>
              <a:gs pos="0">
                <a:srgbClr val="113981"/>
              </a:gs>
              <a:gs pos="19000">
                <a:srgbClr val="1848A0"/>
              </a:gs>
              <a:gs pos="0">
                <a:schemeClr val="accent1">
                  <a:lumMod val="40000"/>
                  <a:lumOff val="60000"/>
                </a:schemeClr>
              </a:gs>
              <a:gs pos="100000">
                <a:schemeClr val="accent1"/>
              </a:gs>
              <a:gs pos="100000">
                <a:schemeClr val="accent1"/>
              </a:gs>
              <a:gs pos="100000">
                <a:schemeClr val="accent1">
                  <a:lumMod val="75000"/>
                </a:schemeClr>
              </a:gs>
            </a:gsLst>
            <a:lin ang="1080000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b="1" noProof="0">
                <a:solidFill>
                  <a:schemeClr val="bg1"/>
                </a:solidFill>
                <a:latin typeface="Arial" pitchFamily="34" charset="0"/>
                <a:cs typeface="Arial" pitchFamily="34" charset="0"/>
              </a:rPr>
              <a:t>Ehsani &amp; </a:t>
            </a:r>
            <a:r>
              <a:rPr lang="en-US" sz="1200" b="1" noProof="0" err="1">
                <a:solidFill>
                  <a:schemeClr val="bg1"/>
                </a:solidFill>
                <a:latin typeface="Arial" pitchFamily="34" charset="0"/>
                <a:cs typeface="Arial" pitchFamily="34" charset="0"/>
              </a:rPr>
              <a:t>Linnainmaa</a:t>
            </a:r>
            <a:r>
              <a:rPr lang="en-US" sz="1200" b="1" noProof="0">
                <a:solidFill>
                  <a:schemeClr val="bg1"/>
                </a:solidFill>
                <a:latin typeface="Arial" pitchFamily="34" charset="0"/>
                <a:cs typeface="Arial" pitchFamily="34" charset="0"/>
              </a:rPr>
              <a:t> (2022):</a:t>
            </a:r>
            <a:r>
              <a:rPr lang="en-US" sz="1200" b="1" noProof="0">
                <a:solidFill>
                  <a:schemeClr val="bg1"/>
                </a:solidFill>
              </a:rPr>
              <a:t> </a:t>
            </a:r>
          </a:p>
        </p:txBody>
      </p:sp>
      <p:sp>
        <p:nvSpPr>
          <p:cNvPr id="17" name="Freeform: Shape 125">
            <a:extLst>
              <a:ext uri="{FF2B5EF4-FFF2-40B4-BE49-F238E27FC236}">
                <a16:creationId xmlns:a16="http://schemas.microsoft.com/office/drawing/2014/main" id="{9315C120-CE54-7F3C-D316-3BC1EFFE49FA}"/>
              </a:ext>
            </a:extLst>
          </p:cNvPr>
          <p:cNvSpPr/>
          <p:nvPr/>
        </p:nvSpPr>
        <p:spPr bwMode="auto">
          <a:xfrm>
            <a:off x="6133493" y="3926586"/>
            <a:ext cx="5629123" cy="360000"/>
          </a:xfrm>
          <a:custGeom>
            <a:avLst/>
            <a:gdLst>
              <a:gd name="connsiteX0" fmla="*/ 4706 w 3572359"/>
              <a:gd name="connsiteY0" fmla="*/ 0 h 360000"/>
              <a:gd name="connsiteX1" fmla="*/ 3572359 w 3572359"/>
              <a:gd name="connsiteY1" fmla="*/ 0 h 360000"/>
              <a:gd name="connsiteX2" fmla="*/ 3572359 w 3572359"/>
              <a:gd name="connsiteY2" fmla="*/ 360000 h 360000"/>
              <a:gd name="connsiteX3" fmla="*/ 0 w 3572359"/>
              <a:gd name="connsiteY3" fmla="*/ 360000 h 360000"/>
              <a:gd name="connsiteX4" fmla="*/ 0 w 3572359"/>
              <a:gd name="connsiteY4" fmla="*/ 356701 h 360000"/>
              <a:gd name="connsiteX5" fmla="*/ 147054 w 3572359"/>
              <a:gd name="connsiteY5" fmla="*/ 175451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2359" h="360000">
                <a:moveTo>
                  <a:pt x="4706" y="0"/>
                </a:moveTo>
                <a:lnTo>
                  <a:pt x="3572359" y="0"/>
                </a:lnTo>
                <a:lnTo>
                  <a:pt x="3572359" y="360000"/>
                </a:lnTo>
                <a:lnTo>
                  <a:pt x="0" y="360000"/>
                </a:lnTo>
                <a:lnTo>
                  <a:pt x="0" y="356701"/>
                </a:lnTo>
                <a:lnTo>
                  <a:pt x="147054" y="175451"/>
                </a:lnTo>
                <a:close/>
              </a:path>
            </a:pathLst>
          </a:custGeom>
          <a:gradFill flip="none" rotWithShape="1">
            <a:gsLst>
              <a:gs pos="0">
                <a:srgbClr val="113981"/>
              </a:gs>
              <a:gs pos="19000">
                <a:srgbClr val="1848A0"/>
              </a:gs>
              <a:gs pos="0">
                <a:schemeClr val="accent1">
                  <a:lumMod val="40000"/>
                  <a:lumOff val="60000"/>
                </a:schemeClr>
              </a:gs>
              <a:gs pos="100000">
                <a:schemeClr val="accent1"/>
              </a:gs>
              <a:gs pos="100000">
                <a:schemeClr val="accent1"/>
              </a:gs>
              <a:gs pos="100000">
                <a:schemeClr val="accent1">
                  <a:lumMod val="75000"/>
                </a:schemeClr>
              </a:gs>
            </a:gsLst>
            <a:lin ang="1080000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b="1" noProof="0">
                <a:solidFill>
                  <a:schemeClr val="bg1"/>
                </a:solidFill>
                <a:latin typeface="Arial" pitchFamily="34" charset="0"/>
                <a:cs typeface="Arial" pitchFamily="34" charset="0"/>
              </a:rPr>
              <a:t>Replication Methodology:</a:t>
            </a:r>
          </a:p>
        </p:txBody>
      </p:sp>
    </p:spTree>
    <p:extLst>
      <p:ext uri="{BB962C8B-B14F-4D97-AF65-F5344CB8AC3E}">
        <p14:creationId xmlns:p14="http://schemas.microsoft.com/office/powerpoint/2010/main" val="2362282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18ECFFDE-9146-4F17-63EC-CA49DE8888AB}"/>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4E474119-918C-74A7-49C3-C1845F19DC28}"/>
              </a:ext>
            </a:extLst>
          </p:cNvPr>
          <p:cNvSpPr>
            <a:spLocks noGrp="1"/>
          </p:cNvSpPr>
          <p:nvPr>
            <p:ph type="body" sz="quarter" idx="13"/>
          </p:nvPr>
        </p:nvSpPr>
        <p:spPr/>
        <p:txBody>
          <a:bodyPr/>
          <a:lstStyle/>
          <a:p>
            <a:r>
              <a:rPr lang="en-US" noProof="0"/>
              <a:t>Introduction – Factor Momentum</a:t>
            </a:r>
          </a:p>
        </p:txBody>
      </p:sp>
      <p:sp>
        <p:nvSpPr>
          <p:cNvPr id="8" name="Rectangle 7">
            <a:extLst>
              <a:ext uri="{FF2B5EF4-FFF2-40B4-BE49-F238E27FC236}">
                <a16:creationId xmlns:a16="http://schemas.microsoft.com/office/drawing/2014/main" id="{D91FC12F-5F7D-6412-EFE2-80649120930C}"/>
              </a:ext>
            </a:extLst>
          </p:cNvPr>
          <p:cNvSpPr/>
          <p:nvPr/>
        </p:nvSpPr>
        <p:spPr>
          <a:xfrm>
            <a:off x="391886" y="881744"/>
            <a:ext cx="1125824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Replication Results</a:t>
            </a:r>
          </a:p>
        </p:txBody>
      </p:sp>
      <p:pic>
        <p:nvPicPr>
          <p:cNvPr id="2" name="Immagine 1">
            <a:extLst>
              <a:ext uri="{FF2B5EF4-FFF2-40B4-BE49-F238E27FC236}">
                <a16:creationId xmlns:a16="http://schemas.microsoft.com/office/drawing/2014/main" id="{7D04322B-5994-F512-45DA-8CB27AB95CC6}"/>
              </a:ext>
            </a:extLst>
          </p:cNvPr>
          <p:cNvPicPr>
            <a:picLocks noChangeAspect="1"/>
          </p:cNvPicPr>
          <p:nvPr/>
        </p:nvPicPr>
        <p:blipFill>
          <a:blip r:embed="rId3"/>
          <a:stretch>
            <a:fillRect/>
          </a:stretch>
        </p:blipFill>
        <p:spPr>
          <a:xfrm>
            <a:off x="391886" y="1772524"/>
            <a:ext cx="7209417" cy="4359005"/>
          </a:xfrm>
          <a:prstGeom prst="rect">
            <a:avLst/>
          </a:prstGeom>
        </p:spPr>
      </p:pic>
      <p:sp>
        <p:nvSpPr>
          <p:cNvPr id="3" name="CasellaDiTesto 2">
            <a:extLst>
              <a:ext uri="{FF2B5EF4-FFF2-40B4-BE49-F238E27FC236}">
                <a16:creationId xmlns:a16="http://schemas.microsoft.com/office/drawing/2014/main" id="{BB97E845-0C3A-525F-C1B2-E724E146CD51}"/>
              </a:ext>
            </a:extLst>
          </p:cNvPr>
          <p:cNvSpPr txBox="1"/>
          <p:nvPr/>
        </p:nvSpPr>
        <p:spPr>
          <a:xfrm>
            <a:off x="2413190" y="2033760"/>
            <a:ext cx="3607819" cy="1092607"/>
          </a:xfrm>
          <a:prstGeom prst="rect">
            <a:avLst/>
          </a:prstGeom>
          <a:noFill/>
        </p:spPr>
        <p:txBody>
          <a:bodyPr wrap="square" rtlCol="0">
            <a:spAutoFit/>
          </a:bodyPr>
          <a:lstStyle/>
          <a:p>
            <a:pPr marL="171450" indent="-171450">
              <a:lnSpc>
                <a:spcPct val="150000"/>
              </a:lnSpc>
              <a:buFont typeface="Arial" panose="020B0604020202020204" pitchFamily="34" charset="0"/>
              <a:buChar char="•"/>
            </a:pPr>
            <a:endParaRPr lang="en-US" sz="1200" noProof="0"/>
          </a:p>
          <a:p>
            <a:pPr marL="171450" indent="-171450">
              <a:lnSpc>
                <a:spcPct val="150000"/>
              </a:lnSpc>
              <a:buFont typeface="Arial" panose="020B0604020202020204" pitchFamily="34" charset="0"/>
              <a:buChar char="•"/>
            </a:pPr>
            <a:endParaRPr lang="en-US" sz="1200" noProof="0"/>
          </a:p>
          <a:p>
            <a:pPr marL="171450" indent="-171450">
              <a:lnSpc>
                <a:spcPct val="150000"/>
              </a:lnSpc>
              <a:buFont typeface="Arial" panose="020B0604020202020204" pitchFamily="34" charset="0"/>
              <a:buChar char="•"/>
            </a:pPr>
            <a:endParaRPr lang="en-US" sz="1200" noProof="0"/>
          </a:p>
          <a:p>
            <a:pPr marL="171450" indent="-171450">
              <a:buFont typeface="Arial" panose="020B0604020202020204" pitchFamily="34" charset="0"/>
              <a:buChar char="•"/>
            </a:pPr>
            <a:endParaRPr lang="en-US" sz="1100" noProof="0"/>
          </a:p>
        </p:txBody>
      </p:sp>
      <p:grpSp>
        <p:nvGrpSpPr>
          <p:cNvPr id="19" name="Gruppo 18">
            <a:extLst>
              <a:ext uri="{FF2B5EF4-FFF2-40B4-BE49-F238E27FC236}">
                <a16:creationId xmlns:a16="http://schemas.microsoft.com/office/drawing/2014/main" id="{4F71C014-122C-3924-F835-C22B2CE8D350}"/>
              </a:ext>
            </a:extLst>
          </p:cNvPr>
          <p:cNvGrpSpPr/>
          <p:nvPr/>
        </p:nvGrpSpPr>
        <p:grpSpPr>
          <a:xfrm>
            <a:off x="7695210" y="1653306"/>
            <a:ext cx="3954922" cy="4699994"/>
            <a:chOff x="7384546" y="1748308"/>
            <a:chExt cx="3423586" cy="4515421"/>
          </a:xfrm>
        </p:grpSpPr>
        <p:sp>
          <p:nvSpPr>
            <p:cNvPr id="4" name="Rectangle 14">
              <a:extLst>
                <a:ext uri="{FF2B5EF4-FFF2-40B4-BE49-F238E27FC236}">
                  <a16:creationId xmlns:a16="http://schemas.microsoft.com/office/drawing/2014/main" id="{C2AE646C-4B0D-7737-F361-4D44208D50C7}"/>
                </a:ext>
              </a:extLst>
            </p:cNvPr>
            <p:cNvSpPr/>
            <p:nvPr/>
          </p:nvSpPr>
          <p:spPr bwMode="auto">
            <a:xfrm>
              <a:off x="7652774" y="1848630"/>
              <a:ext cx="3155357" cy="954639"/>
            </a:xfrm>
            <a:prstGeom prst="rect">
              <a:avLst/>
            </a:prstGeom>
            <a:solidFill>
              <a:schemeClr val="bg2"/>
            </a:solidFill>
            <a:ln w="9525" cap="flat" cmpd="sng" algn="ctr">
              <a:noFill/>
              <a:prstDash val="solid"/>
              <a:round/>
              <a:headEnd type="none" w="med" len="med"/>
              <a:tailEnd type="none" w="med" len="med"/>
            </a:ln>
            <a:effectLst/>
          </p:spPr>
          <p:txBody>
            <a:bodyPr vert="horz" wrap="none" lIns="0" tIns="216000" rIns="18288" bIns="18288" numCol="1" rtlCol="0" anchor="ctr" anchorCtr="0" compatLnSpc="1">
              <a:prstTxWarp prst="textNoShape">
                <a:avLst/>
              </a:prstTxWarp>
            </a:bodyPr>
            <a:lstStyle/>
            <a:p>
              <a:pPr algn="ctr" defTabSz="914400" fontAlgn="base">
                <a:spcBef>
                  <a:spcPct val="0"/>
                </a:spcBef>
                <a:spcAft>
                  <a:spcPct val="0"/>
                </a:spcAft>
                <a:defRPr/>
              </a:pPr>
              <a:r>
                <a:rPr lang="en-US" sz="1100" noProof="0"/>
                <a:t>To match the paper’s methodology,</a:t>
              </a:r>
            </a:p>
            <a:p>
              <a:pPr algn="ctr" defTabSz="914400" fontAlgn="base">
                <a:spcBef>
                  <a:spcPct val="0"/>
                </a:spcBef>
                <a:spcAft>
                  <a:spcPct val="0"/>
                </a:spcAft>
                <a:defRPr/>
              </a:pPr>
              <a:r>
                <a:rPr lang="en-US" sz="1100" noProof="0"/>
                <a:t> the strategies are scaled to a </a:t>
              </a:r>
            </a:p>
            <a:p>
              <a:pPr algn="ctr" defTabSz="914400" fontAlgn="base">
                <a:spcBef>
                  <a:spcPct val="0"/>
                </a:spcBef>
                <a:spcAft>
                  <a:spcPct val="0"/>
                </a:spcAft>
                <a:defRPr/>
              </a:pPr>
              <a:r>
                <a:rPr lang="en-US" sz="1100" b="1" noProof="0"/>
                <a:t>target volatility of 10% per year</a:t>
              </a:r>
              <a:r>
                <a:rPr lang="en-US" sz="1100" noProof="0"/>
                <a:t>.</a:t>
              </a:r>
            </a:p>
          </p:txBody>
        </p:sp>
        <p:sp>
          <p:nvSpPr>
            <p:cNvPr id="5" name="Rectangle 46">
              <a:extLst>
                <a:ext uri="{FF2B5EF4-FFF2-40B4-BE49-F238E27FC236}">
                  <a16:creationId xmlns:a16="http://schemas.microsoft.com/office/drawing/2014/main" id="{A282EE81-EB0B-7D35-0E54-E5F786D74A9D}"/>
                </a:ext>
              </a:extLst>
            </p:cNvPr>
            <p:cNvSpPr/>
            <p:nvPr/>
          </p:nvSpPr>
          <p:spPr bwMode="auto">
            <a:xfrm>
              <a:off x="7652774" y="3002117"/>
              <a:ext cx="3155357" cy="954639"/>
            </a:xfrm>
            <a:prstGeom prst="rect">
              <a:avLst/>
            </a:prstGeom>
            <a:solidFill>
              <a:schemeClr val="bg2"/>
            </a:solidFill>
            <a:ln w="9525" cap="flat" cmpd="sng" algn="ctr">
              <a:noFill/>
              <a:prstDash val="solid"/>
              <a:round/>
              <a:headEnd type="none" w="med" len="med"/>
              <a:tailEnd type="none" w="med" len="med"/>
            </a:ln>
            <a:effectLst/>
          </p:spPr>
          <p:txBody>
            <a:bodyPr vert="horz" wrap="none" lIns="0" tIns="216000" rIns="18288" bIns="18288" numCol="1" rtlCol="0" anchor="ctr" anchorCtr="0" compatLnSpc="1">
              <a:prstTxWarp prst="textNoShape">
                <a:avLst/>
              </a:prstTxWarp>
            </a:bodyPr>
            <a:lstStyle/>
            <a:p>
              <a:pPr algn="ctr" defTabSz="914400" fontAlgn="base">
                <a:spcBef>
                  <a:spcPct val="0"/>
                </a:spcBef>
                <a:spcAft>
                  <a:spcPct val="0"/>
                </a:spcAft>
                <a:defRPr/>
              </a:pPr>
              <a:r>
                <a:rPr lang="en-US" sz="1100" b="1" noProof="0"/>
                <a:t>Industry momentum consistently </a:t>
              </a:r>
            </a:p>
            <a:p>
              <a:pPr algn="ctr" defTabSz="914400" fontAlgn="base">
                <a:spcBef>
                  <a:spcPct val="0"/>
                </a:spcBef>
                <a:spcAft>
                  <a:spcPct val="0"/>
                </a:spcAft>
                <a:defRPr/>
              </a:pPr>
              <a:r>
                <a:rPr lang="en-US" sz="1100" b="1" noProof="0"/>
                <a:t>outperforms factor momentum</a:t>
              </a:r>
              <a:r>
                <a:rPr lang="en-US" sz="1100" noProof="0"/>
                <a:t>, </a:t>
              </a:r>
            </a:p>
            <a:p>
              <a:pPr algn="ctr" defTabSz="914400" fontAlgn="base">
                <a:spcBef>
                  <a:spcPct val="0"/>
                </a:spcBef>
                <a:spcAft>
                  <a:spcPct val="0"/>
                </a:spcAft>
                <a:defRPr/>
              </a:pPr>
              <a:r>
                <a:rPr lang="en-US" sz="1100" noProof="0"/>
                <a:t>showing stronger cumulative returns.</a:t>
              </a:r>
            </a:p>
          </p:txBody>
        </p:sp>
        <p:sp>
          <p:nvSpPr>
            <p:cNvPr id="6" name="Rectangle 49">
              <a:extLst>
                <a:ext uri="{FF2B5EF4-FFF2-40B4-BE49-F238E27FC236}">
                  <a16:creationId xmlns:a16="http://schemas.microsoft.com/office/drawing/2014/main" id="{6C22B0C9-C850-7196-40DA-76B5559E6D4F}"/>
                </a:ext>
              </a:extLst>
            </p:cNvPr>
            <p:cNvSpPr/>
            <p:nvPr/>
          </p:nvSpPr>
          <p:spPr bwMode="auto">
            <a:xfrm>
              <a:off x="7652774" y="4155604"/>
              <a:ext cx="3155357" cy="954639"/>
            </a:xfrm>
            <a:prstGeom prst="rect">
              <a:avLst/>
            </a:prstGeom>
            <a:solidFill>
              <a:schemeClr val="bg2"/>
            </a:solidFill>
            <a:ln w="9525" cap="flat" cmpd="sng" algn="ctr">
              <a:noFill/>
              <a:prstDash val="solid"/>
              <a:round/>
              <a:headEnd type="none" w="med" len="med"/>
              <a:tailEnd type="none" w="med" len="med"/>
            </a:ln>
            <a:effectLst/>
          </p:spPr>
          <p:txBody>
            <a:bodyPr vert="horz" wrap="none" lIns="0" tIns="216000" rIns="18288" bIns="18288" numCol="1" rtlCol="0" anchor="ctr" anchorCtr="0" compatLnSpc="1">
              <a:prstTxWarp prst="textNoShape">
                <a:avLst/>
              </a:prstTxWarp>
            </a:bodyPr>
            <a:lstStyle/>
            <a:p>
              <a:pPr algn="ctr" defTabSz="914400" fontAlgn="base">
                <a:spcBef>
                  <a:spcPct val="0"/>
                </a:spcBef>
                <a:spcAft>
                  <a:spcPct val="0"/>
                </a:spcAft>
                <a:defRPr/>
              </a:pPr>
              <a:r>
                <a:rPr lang="en-US" sz="1100" noProof="0"/>
                <a:t>Industry momentum stops growing, </a:t>
              </a:r>
            </a:p>
            <a:p>
              <a:pPr algn="ctr" defTabSz="914400" fontAlgn="base">
                <a:spcBef>
                  <a:spcPct val="0"/>
                </a:spcBef>
                <a:spcAft>
                  <a:spcPct val="0"/>
                </a:spcAft>
                <a:defRPr/>
              </a:pPr>
              <a:r>
                <a:rPr lang="en-US" sz="1100" noProof="0"/>
                <a:t>while </a:t>
              </a:r>
              <a:r>
                <a:rPr lang="en-US" sz="1100" b="1" noProof="0"/>
                <a:t>factor momentum accelerates </a:t>
              </a:r>
            </a:p>
            <a:p>
              <a:pPr algn="ctr" defTabSz="914400" fontAlgn="base">
                <a:spcBef>
                  <a:spcPct val="0"/>
                </a:spcBef>
                <a:spcAft>
                  <a:spcPct val="0"/>
                </a:spcAft>
                <a:defRPr/>
              </a:pPr>
              <a:r>
                <a:rPr lang="en-US" sz="1100" b="1" noProof="0"/>
                <a:t>and becomes the clear winner</a:t>
              </a:r>
              <a:r>
                <a:rPr lang="en-US" sz="1100" noProof="0"/>
                <a:t>.</a:t>
              </a:r>
            </a:p>
          </p:txBody>
        </p:sp>
        <p:sp>
          <p:nvSpPr>
            <p:cNvPr id="9" name="Rectangle 40">
              <a:extLst>
                <a:ext uri="{FF2B5EF4-FFF2-40B4-BE49-F238E27FC236}">
                  <a16:creationId xmlns:a16="http://schemas.microsoft.com/office/drawing/2014/main" id="{47257274-D852-8173-0E20-206E2EC2F72C}"/>
                </a:ext>
              </a:extLst>
            </p:cNvPr>
            <p:cNvSpPr/>
            <p:nvPr/>
          </p:nvSpPr>
          <p:spPr bwMode="auto">
            <a:xfrm rot="5400000">
              <a:off x="5483236" y="4091015"/>
              <a:ext cx="4187825" cy="157604"/>
            </a:xfrm>
            <a:prstGeom prst="rect">
              <a:avLst/>
            </a:prstGeom>
            <a:gradFill>
              <a:gsLst>
                <a:gs pos="50000">
                  <a:srgbClr val="83B5CA"/>
                </a:gs>
                <a:gs pos="100000">
                  <a:srgbClr val="A5C7E0"/>
                </a:gs>
                <a:gs pos="0">
                  <a:srgbClr val="1A5187"/>
                </a:gs>
              </a:gsLst>
              <a:lin ang="0" scaled="1"/>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10" name="Rounded Rectangle 122">
              <a:extLst>
                <a:ext uri="{FF2B5EF4-FFF2-40B4-BE49-F238E27FC236}">
                  <a16:creationId xmlns:a16="http://schemas.microsoft.com/office/drawing/2014/main" id="{5275348C-F030-79DC-8916-D0B6B653A192}"/>
                </a:ext>
              </a:extLst>
            </p:cNvPr>
            <p:cNvSpPr/>
            <p:nvPr/>
          </p:nvSpPr>
          <p:spPr bwMode="auto">
            <a:xfrm>
              <a:off x="7652773" y="1854195"/>
              <a:ext cx="3155357" cy="221708"/>
            </a:xfrm>
            <a:prstGeom prst="roundRect">
              <a:avLst>
                <a:gd name="adj" fmla="val 0"/>
              </a:avLst>
            </a:prstGeom>
            <a:solidFill>
              <a:srgbClr val="1A5187"/>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b="1" i="1" noProof="0">
                  <a:solidFill>
                    <a:schemeClr val="bg1"/>
                  </a:solidFill>
                </a:rPr>
                <a:t>Volatility Scaling</a:t>
              </a:r>
            </a:p>
          </p:txBody>
        </p:sp>
        <p:sp>
          <p:nvSpPr>
            <p:cNvPr id="11" name="Rounded Rectangle 122">
              <a:extLst>
                <a:ext uri="{FF2B5EF4-FFF2-40B4-BE49-F238E27FC236}">
                  <a16:creationId xmlns:a16="http://schemas.microsoft.com/office/drawing/2014/main" id="{AE19A607-A319-51F5-307E-8BACD73EAEE4}"/>
                </a:ext>
              </a:extLst>
            </p:cNvPr>
            <p:cNvSpPr/>
            <p:nvPr/>
          </p:nvSpPr>
          <p:spPr bwMode="auto">
            <a:xfrm>
              <a:off x="7652773" y="3003355"/>
              <a:ext cx="3155357" cy="221708"/>
            </a:xfrm>
            <a:prstGeom prst="roundRect">
              <a:avLst>
                <a:gd name="adj" fmla="val 0"/>
              </a:avLst>
            </a:prstGeom>
            <a:solidFill>
              <a:srgbClr val="5287AB"/>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b="1" i="1" noProof="0">
                  <a:solidFill>
                    <a:schemeClr val="bg1"/>
                  </a:solidFill>
                </a:rPr>
                <a:t>Before 2000</a:t>
              </a:r>
            </a:p>
          </p:txBody>
        </p:sp>
        <p:sp>
          <p:nvSpPr>
            <p:cNvPr id="12" name="Oval 52">
              <a:extLst>
                <a:ext uri="{FF2B5EF4-FFF2-40B4-BE49-F238E27FC236}">
                  <a16:creationId xmlns:a16="http://schemas.microsoft.com/office/drawing/2014/main" id="{DEBB5C6F-9B86-230D-1067-E9BC1A533794}"/>
                </a:ext>
              </a:extLst>
            </p:cNvPr>
            <p:cNvSpPr/>
            <p:nvPr/>
          </p:nvSpPr>
          <p:spPr bwMode="auto">
            <a:xfrm>
              <a:off x="7384579" y="1748308"/>
              <a:ext cx="396000" cy="396000"/>
            </a:xfrm>
            <a:prstGeom prst="ellipse">
              <a:avLst/>
            </a:prstGeom>
            <a:solidFill>
              <a:srgbClr val="1A5187"/>
            </a:solidFill>
            <a:ln w="9525" cap="flat" cmpd="sng" algn="ctr">
              <a:noFill/>
              <a:prstDash val="solid"/>
              <a:round/>
              <a:headEnd type="none" w="med" len="med"/>
              <a:tailEnd type="none" w="med" len="med"/>
            </a:ln>
            <a:effectLst>
              <a:outerShdw blurRad="88900" sx="102000" sy="102000" algn="ctr" rotWithShape="0">
                <a:srgbClr val="1A5187">
                  <a:alpha val="20000"/>
                </a:srgbClr>
              </a:outerShdw>
            </a:effectLst>
          </p:spPr>
          <p:txBody>
            <a:bodyPr vert="horz" wrap="none" lIns="0" tIns="0" rIns="18288" bIns="1828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noProof="0">
                  <a:ln>
                    <a:noFill/>
                  </a:ln>
                  <a:solidFill>
                    <a:schemeClr val="bg1"/>
                  </a:solidFill>
                  <a:effectLst/>
                  <a:latin typeface="Arial" pitchFamily="34" charset="0"/>
                  <a:cs typeface="Arial" pitchFamily="34" charset="0"/>
                </a:rPr>
                <a:t>I</a:t>
              </a:r>
            </a:p>
          </p:txBody>
        </p:sp>
        <p:sp>
          <p:nvSpPr>
            <p:cNvPr id="13" name="Rounded Rectangle 122">
              <a:extLst>
                <a:ext uri="{FF2B5EF4-FFF2-40B4-BE49-F238E27FC236}">
                  <a16:creationId xmlns:a16="http://schemas.microsoft.com/office/drawing/2014/main" id="{C3AD5B65-9CB1-0A6A-C440-5F348D2EF74C}"/>
                </a:ext>
              </a:extLst>
            </p:cNvPr>
            <p:cNvSpPr/>
            <p:nvPr/>
          </p:nvSpPr>
          <p:spPr bwMode="auto">
            <a:xfrm>
              <a:off x="7652772" y="4154286"/>
              <a:ext cx="3155357" cy="221708"/>
            </a:xfrm>
            <a:prstGeom prst="roundRect">
              <a:avLst>
                <a:gd name="adj" fmla="val 0"/>
              </a:avLst>
            </a:prstGeom>
            <a:solidFill>
              <a:srgbClr val="84B6CA"/>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b="1" i="1" noProof="0">
                  <a:solidFill>
                    <a:schemeClr val="bg1"/>
                  </a:solidFill>
                </a:rPr>
                <a:t>After 2000</a:t>
              </a:r>
            </a:p>
          </p:txBody>
        </p:sp>
        <p:sp>
          <p:nvSpPr>
            <p:cNvPr id="14" name="Oval 53">
              <a:extLst>
                <a:ext uri="{FF2B5EF4-FFF2-40B4-BE49-F238E27FC236}">
                  <a16:creationId xmlns:a16="http://schemas.microsoft.com/office/drawing/2014/main" id="{9A1A6F2D-8D6F-EA1F-470F-DCC2B67A9137}"/>
                </a:ext>
              </a:extLst>
            </p:cNvPr>
            <p:cNvSpPr/>
            <p:nvPr/>
          </p:nvSpPr>
          <p:spPr bwMode="auto">
            <a:xfrm>
              <a:off x="7384579" y="2888132"/>
              <a:ext cx="396000" cy="396000"/>
            </a:xfrm>
            <a:prstGeom prst="ellipse">
              <a:avLst/>
            </a:prstGeom>
            <a:gradFill flip="none" rotWithShape="1">
              <a:gsLst>
                <a:gs pos="100000">
                  <a:srgbClr val="5489AC"/>
                </a:gs>
                <a:gs pos="0">
                  <a:srgbClr val="4277A0"/>
                </a:gs>
              </a:gsLst>
              <a:lin ang="5400000" scaled="1"/>
              <a:tileRect/>
            </a:gradFill>
            <a:ln w="9525" cap="flat" cmpd="sng" algn="ctr">
              <a:noFill/>
              <a:prstDash val="solid"/>
              <a:round/>
              <a:headEnd type="none" w="med" len="med"/>
              <a:tailEnd type="none" w="med" len="med"/>
            </a:ln>
            <a:effectLst>
              <a:outerShdw blurRad="88900" sx="102000" sy="102000" algn="ctr" rotWithShape="0">
                <a:srgbClr val="1A5187">
                  <a:alpha val="20000"/>
                </a:srgbClr>
              </a:outerShdw>
            </a:effectLst>
          </p:spPr>
          <p:txBody>
            <a:bodyPr vert="horz" wrap="none" lIns="0" tIns="0" rIns="18288" bIns="1828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noProof="0">
                  <a:ln>
                    <a:noFill/>
                  </a:ln>
                  <a:solidFill>
                    <a:schemeClr val="bg1"/>
                  </a:solidFill>
                  <a:effectLst/>
                  <a:latin typeface="Arial" pitchFamily="34" charset="0"/>
                  <a:cs typeface="Arial" pitchFamily="34" charset="0"/>
                </a:rPr>
                <a:t>II</a:t>
              </a:r>
            </a:p>
          </p:txBody>
        </p:sp>
        <p:sp>
          <p:nvSpPr>
            <p:cNvPr id="15" name="Oval 56">
              <a:extLst>
                <a:ext uri="{FF2B5EF4-FFF2-40B4-BE49-F238E27FC236}">
                  <a16:creationId xmlns:a16="http://schemas.microsoft.com/office/drawing/2014/main" id="{4FE89939-6371-830A-FB4B-6D178071158D}"/>
                </a:ext>
              </a:extLst>
            </p:cNvPr>
            <p:cNvSpPr/>
            <p:nvPr/>
          </p:nvSpPr>
          <p:spPr bwMode="auto">
            <a:xfrm>
              <a:off x="7384546" y="4043346"/>
              <a:ext cx="396000" cy="396000"/>
            </a:xfrm>
            <a:prstGeom prst="ellipse">
              <a:avLst/>
            </a:prstGeom>
            <a:gradFill>
              <a:gsLst>
                <a:gs pos="100000">
                  <a:srgbClr val="86B7CB"/>
                </a:gs>
                <a:gs pos="0">
                  <a:srgbClr val="79ADC3"/>
                </a:gs>
              </a:gsLst>
              <a:lin ang="5400000" scaled="1"/>
            </a:gradFill>
            <a:ln w="9525" cap="flat" cmpd="sng" algn="ctr">
              <a:noFill/>
              <a:prstDash val="solid"/>
              <a:round/>
              <a:headEnd type="none" w="med" len="med"/>
              <a:tailEnd type="none" w="med" len="med"/>
            </a:ln>
            <a:effectLst>
              <a:outerShdw blurRad="88900" sx="102000" sy="102000" algn="ctr" rotWithShape="0">
                <a:srgbClr val="1A5187">
                  <a:alpha val="20000"/>
                </a:srgbClr>
              </a:outerShdw>
            </a:effectLst>
          </p:spPr>
          <p:txBody>
            <a:bodyPr vert="horz" wrap="none" lIns="0" tIns="0" rIns="18288" bIns="1828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noProof="0">
                  <a:ln>
                    <a:noFill/>
                  </a:ln>
                  <a:solidFill>
                    <a:schemeClr val="bg1"/>
                  </a:solidFill>
                  <a:effectLst/>
                  <a:latin typeface="Arial" pitchFamily="34" charset="0"/>
                  <a:cs typeface="Arial" pitchFamily="34" charset="0"/>
                </a:rPr>
                <a:t>III</a:t>
              </a:r>
            </a:p>
          </p:txBody>
        </p:sp>
        <p:sp>
          <p:nvSpPr>
            <p:cNvPr id="16" name="Rectangle 51">
              <a:extLst>
                <a:ext uri="{FF2B5EF4-FFF2-40B4-BE49-F238E27FC236}">
                  <a16:creationId xmlns:a16="http://schemas.microsoft.com/office/drawing/2014/main" id="{A624FBB3-DA0C-A59E-C3B4-2CFE3A62F157}"/>
                </a:ext>
              </a:extLst>
            </p:cNvPr>
            <p:cNvSpPr/>
            <p:nvPr/>
          </p:nvSpPr>
          <p:spPr bwMode="auto">
            <a:xfrm>
              <a:off x="7652775" y="5306438"/>
              <a:ext cx="3155357" cy="954639"/>
            </a:xfrm>
            <a:prstGeom prst="rect">
              <a:avLst/>
            </a:prstGeom>
            <a:solidFill>
              <a:schemeClr val="bg2"/>
            </a:solidFill>
            <a:ln w="9525" cap="flat" cmpd="sng" algn="ctr">
              <a:noFill/>
              <a:prstDash val="solid"/>
              <a:round/>
              <a:headEnd type="none" w="med" len="med"/>
              <a:tailEnd type="none" w="med" len="med"/>
            </a:ln>
            <a:effectLst/>
          </p:spPr>
          <p:txBody>
            <a:bodyPr vert="horz" wrap="none" lIns="0" tIns="216000" rIns="18288" bIns="18288" numCol="1" rtlCol="0" anchor="ctr" anchorCtr="0" compatLnSpc="1">
              <a:prstTxWarp prst="textNoShape">
                <a:avLst/>
              </a:prstTxWarp>
            </a:bodyPr>
            <a:lstStyle/>
            <a:p>
              <a:pPr algn="ctr" defTabSz="914400" fontAlgn="base">
                <a:spcBef>
                  <a:spcPct val="0"/>
                </a:spcBef>
                <a:spcAft>
                  <a:spcPct val="0"/>
                </a:spcAft>
                <a:defRPr/>
              </a:pPr>
              <a:r>
                <a:rPr lang="en-US" sz="1100" b="1" noProof="0"/>
                <a:t>This trend is even more pronounced </a:t>
              </a:r>
            </a:p>
            <a:p>
              <a:pPr algn="ctr" defTabSz="914400" fontAlgn="base">
                <a:spcBef>
                  <a:spcPct val="0"/>
                </a:spcBef>
                <a:spcAft>
                  <a:spcPct val="0"/>
                </a:spcAft>
                <a:defRPr/>
              </a:pPr>
              <a:r>
                <a:rPr lang="en-US" sz="1100" b="1" noProof="0"/>
                <a:t>in the unscaled strategy.</a:t>
              </a:r>
            </a:p>
          </p:txBody>
        </p:sp>
        <p:sp>
          <p:nvSpPr>
            <p:cNvPr id="17" name="Rounded Rectangle 122">
              <a:extLst>
                <a:ext uri="{FF2B5EF4-FFF2-40B4-BE49-F238E27FC236}">
                  <a16:creationId xmlns:a16="http://schemas.microsoft.com/office/drawing/2014/main" id="{B99DDA60-F472-87BD-D789-9357209103D7}"/>
                </a:ext>
              </a:extLst>
            </p:cNvPr>
            <p:cNvSpPr/>
            <p:nvPr/>
          </p:nvSpPr>
          <p:spPr bwMode="auto">
            <a:xfrm>
              <a:off x="7652772" y="5309091"/>
              <a:ext cx="3155357" cy="221708"/>
            </a:xfrm>
            <a:prstGeom prst="roundRect">
              <a:avLst>
                <a:gd name="adj" fmla="val 0"/>
              </a:avLst>
            </a:prstGeom>
            <a:solidFill>
              <a:srgbClr val="A5C7DF"/>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b="1" i="1" noProof="0">
                  <a:solidFill>
                    <a:schemeClr val="bg1"/>
                  </a:solidFill>
                </a:rPr>
                <a:t>… result in a structural shift</a:t>
              </a:r>
            </a:p>
          </p:txBody>
        </p:sp>
        <p:sp>
          <p:nvSpPr>
            <p:cNvPr id="18" name="Oval 57">
              <a:extLst>
                <a:ext uri="{FF2B5EF4-FFF2-40B4-BE49-F238E27FC236}">
                  <a16:creationId xmlns:a16="http://schemas.microsoft.com/office/drawing/2014/main" id="{7C9E4D9F-AC7B-6DCC-F535-9C429AD6662F}"/>
                </a:ext>
              </a:extLst>
            </p:cNvPr>
            <p:cNvSpPr/>
            <p:nvPr/>
          </p:nvSpPr>
          <p:spPr bwMode="auto">
            <a:xfrm>
              <a:off x="7384547" y="5195053"/>
              <a:ext cx="396000" cy="396000"/>
            </a:xfrm>
            <a:prstGeom prst="ellipse">
              <a:avLst/>
            </a:prstGeom>
            <a:gradFill flip="none" rotWithShape="1">
              <a:gsLst>
                <a:gs pos="100000">
                  <a:srgbClr val="A6C7DF"/>
                </a:gs>
                <a:gs pos="0">
                  <a:srgbClr val="9BC1D8"/>
                </a:gs>
              </a:gsLst>
              <a:lin ang="5400000" scaled="1"/>
              <a:tileRect/>
            </a:gradFill>
            <a:ln w="7620" cap="flat" cmpd="sng" algn="ctr">
              <a:noFill/>
              <a:prstDash val="solid"/>
              <a:round/>
              <a:headEnd type="none" w="med" len="med"/>
              <a:tailEnd type="none" w="med" len="med"/>
            </a:ln>
            <a:effectLst>
              <a:outerShdw blurRad="88900" sx="102000" sy="102000" algn="ctr" rotWithShape="0">
                <a:srgbClr val="1A5187">
                  <a:alpha val="20000"/>
                </a:srgbClr>
              </a:outerShdw>
            </a:effectLst>
          </p:spPr>
          <p:txBody>
            <a:bodyPr vert="horz" wrap="none" lIns="0" tIns="0" rIns="18288" bIns="1828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noProof="0">
                  <a:ln>
                    <a:noFill/>
                  </a:ln>
                  <a:solidFill>
                    <a:schemeClr val="bg1"/>
                  </a:solidFill>
                  <a:effectLst/>
                  <a:latin typeface="Arial" pitchFamily="34" charset="0"/>
                  <a:cs typeface="Arial" pitchFamily="34" charset="0"/>
                </a:rPr>
                <a:t>IV</a:t>
              </a:r>
            </a:p>
          </p:txBody>
        </p:sp>
      </p:grpSp>
    </p:spTree>
    <p:extLst>
      <p:ext uri="{BB962C8B-B14F-4D97-AF65-F5344CB8AC3E}">
        <p14:creationId xmlns:p14="http://schemas.microsoft.com/office/powerpoint/2010/main" val="3556147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2F1579F0-A923-1E08-D9B4-F9E3643179D7}"/>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F91C6AA8-B424-514B-2355-5356D9428F49}"/>
              </a:ext>
            </a:extLst>
          </p:cNvPr>
          <p:cNvSpPr>
            <a:spLocks noGrp="1"/>
          </p:cNvSpPr>
          <p:nvPr>
            <p:ph type="body" sz="quarter" idx="13"/>
          </p:nvPr>
        </p:nvSpPr>
        <p:spPr/>
        <p:txBody>
          <a:bodyPr/>
          <a:lstStyle/>
          <a:p>
            <a:r>
              <a:rPr lang="en-US" noProof="0"/>
              <a:t>Introduction – Factor Momentum</a:t>
            </a:r>
          </a:p>
        </p:txBody>
      </p:sp>
      <p:sp>
        <p:nvSpPr>
          <p:cNvPr id="8" name="Rectangle 7">
            <a:extLst>
              <a:ext uri="{FF2B5EF4-FFF2-40B4-BE49-F238E27FC236}">
                <a16:creationId xmlns:a16="http://schemas.microsoft.com/office/drawing/2014/main" id="{86878CA6-468B-19E9-C466-E85E2EEFDDD2}"/>
              </a:ext>
            </a:extLst>
          </p:cNvPr>
          <p:cNvSpPr/>
          <p:nvPr/>
        </p:nvSpPr>
        <p:spPr>
          <a:xfrm>
            <a:off x="391886" y="881744"/>
            <a:ext cx="1125824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Replication Results</a:t>
            </a:r>
          </a:p>
        </p:txBody>
      </p:sp>
      <p:grpSp>
        <p:nvGrpSpPr>
          <p:cNvPr id="6" name="Gruppo 5">
            <a:extLst>
              <a:ext uri="{FF2B5EF4-FFF2-40B4-BE49-F238E27FC236}">
                <a16:creationId xmlns:a16="http://schemas.microsoft.com/office/drawing/2014/main" id="{949812A0-C15F-6E79-F061-0802306127B9}"/>
              </a:ext>
            </a:extLst>
          </p:cNvPr>
          <p:cNvGrpSpPr/>
          <p:nvPr/>
        </p:nvGrpSpPr>
        <p:grpSpPr>
          <a:xfrm>
            <a:off x="6431956" y="1707441"/>
            <a:ext cx="5508630" cy="4690935"/>
            <a:chOff x="6141500" y="1707441"/>
            <a:chExt cx="5508630" cy="4690935"/>
          </a:xfrm>
        </p:grpSpPr>
        <p:sp>
          <p:nvSpPr>
            <p:cNvPr id="13" name="Freeform: Shape 11">
              <a:extLst>
                <a:ext uri="{FF2B5EF4-FFF2-40B4-BE49-F238E27FC236}">
                  <a16:creationId xmlns:a16="http://schemas.microsoft.com/office/drawing/2014/main" id="{4739A999-A880-E7CA-D027-19EA91F65907}"/>
                </a:ext>
              </a:extLst>
            </p:cNvPr>
            <p:cNvSpPr/>
            <p:nvPr/>
          </p:nvSpPr>
          <p:spPr bwMode="auto">
            <a:xfrm rot="10800000">
              <a:off x="6141505" y="1707441"/>
              <a:ext cx="5508625" cy="984645"/>
            </a:xfrm>
            <a:custGeom>
              <a:avLst/>
              <a:gdLst>
                <a:gd name="connsiteX0" fmla="*/ 5508622 w 5508625"/>
                <a:gd name="connsiteY0" fmla="*/ 1406516 h 1406516"/>
                <a:gd name="connsiteX1" fmla="*/ 2055 w 5508625"/>
                <a:gd name="connsiteY1" fmla="*/ 1406516 h 1406516"/>
                <a:gd name="connsiteX2" fmla="*/ 2055 w 5508625"/>
                <a:gd name="connsiteY2" fmla="*/ 211661 h 1406516"/>
                <a:gd name="connsiteX3" fmla="*/ 0 w 5508625"/>
                <a:gd name="connsiteY3" fmla="*/ 211661 h 1406516"/>
                <a:gd name="connsiteX4" fmla="*/ 2754313 w 5508625"/>
                <a:gd name="connsiteY4" fmla="*/ 0 h 1406516"/>
                <a:gd name="connsiteX5" fmla="*/ 5508586 w 5508625"/>
                <a:gd name="connsiteY5" fmla="*/ 211658 h 1406516"/>
                <a:gd name="connsiteX6" fmla="*/ 5508622 w 5508625"/>
                <a:gd name="connsiteY6" fmla="*/ 211658 h 1406516"/>
                <a:gd name="connsiteX7" fmla="*/ 5508622 w 5508625"/>
                <a:gd name="connsiteY7" fmla="*/ 211661 h 1406516"/>
                <a:gd name="connsiteX8" fmla="*/ 5508625 w 5508625"/>
                <a:gd name="connsiteY8" fmla="*/ 211661 h 1406516"/>
                <a:gd name="connsiteX9" fmla="*/ 5508622 w 5508625"/>
                <a:gd name="connsiteY9" fmla="*/ 211661 h 140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8625" h="1406516">
                  <a:moveTo>
                    <a:pt x="5508622" y="1406516"/>
                  </a:moveTo>
                  <a:lnTo>
                    <a:pt x="2055" y="1406516"/>
                  </a:lnTo>
                  <a:lnTo>
                    <a:pt x="2055" y="211661"/>
                  </a:lnTo>
                  <a:lnTo>
                    <a:pt x="0" y="211661"/>
                  </a:lnTo>
                  <a:lnTo>
                    <a:pt x="2754313" y="0"/>
                  </a:lnTo>
                  <a:lnTo>
                    <a:pt x="5508586" y="211658"/>
                  </a:lnTo>
                  <a:lnTo>
                    <a:pt x="5508622" y="211658"/>
                  </a:lnTo>
                  <a:lnTo>
                    <a:pt x="5508622" y="211661"/>
                  </a:lnTo>
                  <a:lnTo>
                    <a:pt x="5508625" y="211661"/>
                  </a:lnTo>
                  <a:lnTo>
                    <a:pt x="5508622" y="211661"/>
                  </a:lnTo>
                  <a:close/>
                </a:path>
              </a:pathLst>
            </a:custGeom>
            <a:gradFill flip="none" rotWithShape="1">
              <a:gsLst>
                <a:gs pos="0">
                  <a:srgbClr val="7FB3C7">
                    <a:alpha val="40000"/>
                  </a:srgbClr>
                </a:gs>
                <a:gs pos="100000">
                  <a:srgbClr val="003876">
                    <a:alpha val="40000"/>
                    <a:lumMod val="85000"/>
                    <a:lumOff val="15000"/>
                  </a:srgbClr>
                </a:gs>
              </a:gsLst>
              <a:lin ang="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14" name="TextBox 15">
              <a:extLst>
                <a:ext uri="{FF2B5EF4-FFF2-40B4-BE49-F238E27FC236}">
                  <a16:creationId xmlns:a16="http://schemas.microsoft.com/office/drawing/2014/main" id="{5DED1EC9-A0A0-7B20-F24D-74BE76396484}"/>
                </a:ext>
              </a:extLst>
            </p:cNvPr>
            <p:cNvSpPr txBox="1"/>
            <p:nvPr/>
          </p:nvSpPr>
          <p:spPr>
            <a:xfrm>
              <a:off x="6280143" y="1760267"/>
              <a:ext cx="5253636" cy="830997"/>
            </a:xfrm>
            <a:prstGeom prst="rect">
              <a:avLst/>
            </a:prstGeom>
            <a:noFill/>
          </p:spPr>
          <p:txBody>
            <a:bodyPr wrap="squar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200" noProof="0">
                  <a:cs typeface="Arial" pitchFamily="34" charset="0"/>
                </a:rPr>
                <a:t>We compare factor momentum and industry momentum against the </a:t>
              </a:r>
              <a:r>
                <a:rPr lang="en-US" sz="1200" b="1" noProof="0">
                  <a:cs typeface="Arial" pitchFamily="34" charset="0"/>
                </a:rPr>
                <a:t>Fama-French market factor (Mkt−RF) </a:t>
              </a:r>
              <a:r>
                <a:rPr lang="en-US" sz="1200" noProof="0">
                  <a:cs typeface="Arial" pitchFamily="34" charset="0"/>
                </a:rPr>
                <a:t>to benchmark their long-run cumulative performance and relative behavior across market regimes.</a:t>
              </a:r>
              <a:endParaRPr lang="en-US" sz="1200" b="1" noProof="0">
                <a:cs typeface="Arial" pitchFamily="34" charset="0"/>
              </a:endParaRPr>
            </a:p>
          </p:txBody>
        </p:sp>
        <p:sp>
          <p:nvSpPr>
            <p:cNvPr id="15" name="Freeform: Shape 33">
              <a:extLst>
                <a:ext uri="{FF2B5EF4-FFF2-40B4-BE49-F238E27FC236}">
                  <a16:creationId xmlns:a16="http://schemas.microsoft.com/office/drawing/2014/main" id="{101F5B43-9FA2-9972-FAB1-BA2100FD6E65}"/>
                </a:ext>
              </a:extLst>
            </p:cNvPr>
            <p:cNvSpPr/>
            <p:nvPr/>
          </p:nvSpPr>
          <p:spPr bwMode="auto">
            <a:xfrm>
              <a:off x="6141504" y="5413729"/>
              <a:ext cx="5508625" cy="984647"/>
            </a:xfrm>
            <a:custGeom>
              <a:avLst/>
              <a:gdLst>
                <a:gd name="connsiteX0" fmla="*/ 0 w 5508625"/>
                <a:gd name="connsiteY0" fmla="*/ 741 h 740516"/>
                <a:gd name="connsiteX1" fmla="*/ 3 w 5508625"/>
                <a:gd name="connsiteY1" fmla="*/ 741 h 740516"/>
                <a:gd name="connsiteX2" fmla="*/ 3 w 5508625"/>
                <a:gd name="connsiteY2" fmla="*/ 1001 h 740516"/>
                <a:gd name="connsiteX3" fmla="*/ 3 w 5508625"/>
                <a:gd name="connsiteY3" fmla="*/ 1004 h 740516"/>
                <a:gd name="connsiteX4" fmla="*/ 39 w 5508625"/>
                <a:gd name="connsiteY4" fmla="*/ 1004 h 740516"/>
                <a:gd name="connsiteX5" fmla="*/ 2754312 w 5508625"/>
                <a:gd name="connsiteY5" fmla="*/ 212662 h 740516"/>
                <a:gd name="connsiteX6" fmla="*/ 5508625 w 5508625"/>
                <a:gd name="connsiteY6" fmla="*/ 1001 h 740516"/>
                <a:gd name="connsiteX7" fmla="*/ 5508625 w 5508625"/>
                <a:gd name="connsiteY7" fmla="*/ 740516 h 740516"/>
                <a:gd name="connsiteX8" fmla="*/ 0 w 5508625"/>
                <a:gd name="connsiteY8" fmla="*/ 740516 h 740516"/>
                <a:gd name="connsiteX9" fmla="*/ 0 w 5508625"/>
                <a:gd name="connsiteY9" fmla="*/ 1001 h 740516"/>
                <a:gd name="connsiteX10" fmla="*/ 5506570 w 5508625"/>
                <a:gd name="connsiteY10" fmla="*/ 0 h 740516"/>
                <a:gd name="connsiteX11" fmla="*/ 5508625 w 5508625"/>
                <a:gd name="connsiteY11" fmla="*/ 0 h 740516"/>
                <a:gd name="connsiteX12" fmla="*/ 5508625 w 5508625"/>
                <a:gd name="connsiteY12" fmla="*/ 1001 h 740516"/>
                <a:gd name="connsiteX13" fmla="*/ 5506570 w 5508625"/>
                <a:gd name="connsiteY13" fmla="*/ 1001 h 740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08625" h="740516">
                  <a:moveTo>
                    <a:pt x="0" y="741"/>
                  </a:moveTo>
                  <a:lnTo>
                    <a:pt x="3" y="741"/>
                  </a:lnTo>
                  <a:lnTo>
                    <a:pt x="3" y="1001"/>
                  </a:lnTo>
                  <a:lnTo>
                    <a:pt x="3" y="1004"/>
                  </a:lnTo>
                  <a:lnTo>
                    <a:pt x="39" y="1004"/>
                  </a:lnTo>
                  <a:lnTo>
                    <a:pt x="2754312" y="212662"/>
                  </a:lnTo>
                  <a:lnTo>
                    <a:pt x="5508625" y="1001"/>
                  </a:lnTo>
                  <a:lnTo>
                    <a:pt x="5508625" y="740516"/>
                  </a:lnTo>
                  <a:lnTo>
                    <a:pt x="0" y="740516"/>
                  </a:lnTo>
                  <a:lnTo>
                    <a:pt x="0" y="1001"/>
                  </a:lnTo>
                  <a:close/>
                  <a:moveTo>
                    <a:pt x="5506570" y="0"/>
                  </a:moveTo>
                  <a:lnTo>
                    <a:pt x="5508625" y="0"/>
                  </a:lnTo>
                  <a:lnTo>
                    <a:pt x="5508625" y="1001"/>
                  </a:lnTo>
                  <a:lnTo>
                    <a:pt x="5506570" y="1001"/>
                  </a:lnTo>
                  <a:close/>
                </a:path>
              </a:pathLst>
            </a:custGeom>
            <a:solidFill>
              <a:schemeClr val="bg2"/>
            </a:solidFill>
            <a:ln w="15875" cap="flat" cmpd="sng" algn="ctr">
              <a:solidFill>
                <a:schemeClr val="accent1"/>
              </a:solidFill>
              <a:prstDash val="dash"/>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1" u="none" strike="noStrike" cap="none" normalizeH="0" baseline="0" noProof="0">
                <a:ln>
                  <a:noFill/>
                </a:ln>
                <a:solidFill>
                  <a:srgbClr val="000000"/>
                </a:solidFill>
                <a:effectLst/>
                <a:latin typeface="Arial" pitchFamily="34" charset="0"/>
                <a:cs typeface="Arial" pitchFamily="34" charset="0"/>
              </a:endParaRPr>
            </a:p>
          </p:txBody>
        </p:sp>
        <p:sp>
          <p:nvSpPr>
            <p:cNvPr id="16" name="TextBox 23">
              <a:extLst>
                <a:ext uri="{FF2B5EF4-FFF2-40B4-BE49-F238E27FC236}">
                  <a16:creationId xmlns:a16="http://schemas.microsoft.com/office/drawing/2014/main" id="{6DAD807D-954E-EE2A-BBD5-BEF0F2CE7519}"/>
                </a:ext>
              </a:extLst>
            </p:cNvPr>
            <p:cNvSpPr txBox="1"/>
            <p:nvPr/>
          </p:nvSpPr>
          <p:spPr>
            <a:xfrm>
              <a:off x="6306706" y="5748530"/>
              <a:ext cx="5227073" cy="646331"/>
            </a:xfrm>
            <a:prstGeom prst="rect">
              <a:avLst/>
            </a:prstGeom>
            <a:noFill/>
          </p:spPr>
          <p:txBody>
            <a:bodyPr wrap="squar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200" b="1" noProof="0">
                  <a:cs typeface="Arial" pitchFamily="34" charset="0"/>
                </a:rPr>
                <a:t>Overall, factor momentum stands out as the strongest alternative to market, while industry momentum behaves more defensively but with limited upside.</a:t>
              </a:r>
            </a:p>
          </p:txBody>
        </p:sp>
        <p:sp>
          <p:nvSpPr>
            <p:cNvPr id="23" name="Figura a mano libera 22">
              <a:extLst>
                <a:ext uri="{FF2B5EF4-FFF2-40B4-BE49-F238E27FC236}">
                  <a16:creationId xmlns:a16="http://schemas.microsoft.com/office/drawing/2014/main" id="{821D3C1C-BB42-DED3-2660-D891D933FF5D}"/>
                </a:ext>
              </a:extLst>
            </p:cNvPr>
            <p:cNvSpPr/>
            <p:nvPr/>
          </p:nvSpPr>
          <p:spPr bwMode="auto">
            <a:xfrm rot="10800000">
              <a:off x="6141504" y="2643339"/>
              <a:ext cx="5508622" cy="984645"/>
            </a:xfrm>
            <a:custGeom>
              <a:avLst/>
              <a:gdLst>
                <a:gd name="csX0" fmla="*/ 5508622 w 5508622"/>
                <a:gd name="csY0" fmla="*/ 984645 h 984645"/>
                <a:gd name="csX1" fmla="*/ 5468742 w 5508622"/>
                <a:gd name="csY1" fmla="*/ 984645 h 984645"/>
                <a:gd name="csX2" fmla="*/ 2760954 w 5508622"/>
                <a:gd name="csY2" fmla="*/ 770918 h 984645"/>
                <a:gd name="csX3" fmla="*/ 53167 w 5508622"/>
                <a:gd name="csY3" fmla="*/ 984645 h 984645"/>
                <a:gd name="csX4" fmla="*/ 2055 w 5508622"/>
                <a:gd name="csY4" fmla="*/ 984645 h 984645"/>
                <a:gd name="csX5" fmla="*/ 2055 w 5508622"/>
                <a:gd name="csY5" fmla="*/ 148175 h 984645"/>
                <a:gd name="csX6" fmla="*/ 0 w 5508622"/>
                <a:gd name="csY6" fmla="*/ 148175 h 984645"/>
                <a:gd name="csX7" fmla="*/ 2754313 w 5508622"/>
                <a:gd name="csY7" fmla="*/ 0 h 984645"/>
                <a:gd name="csX8" fmla="*/ 5508586 w 5508622"/>
                <a:gd name="csY8" fmla="*/ 148173 h 984645"/>
                <a:gd name="csX9" fmla="*/ 5508622 w 5508622"/>
                <a:gd name="csY9" fmla="*/ 148173 h 984645"/>
                <a:gd name="csX10" fmla="*/ 5508622 w 5508622"/>
                <a:gd name="csY10" fmla="*/ 148175 h 984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508622" h="984645">
                  <a:moveTo>
                    <a:pt x="5508622" y="984645"/>
                  </a:moveTo>
                  <a:lnTo>
                    <a:pt x="5468742" y="984645"/>
                  </a:lnTo>
                  <a:lnTo>
                    <a:pt x="2760954" y="770918"/>
                  </a:lnTo>
                  <a:lnTo>
                    <a:pt x="53167" y="984645"/>
                  </a:lnTo>
                  <a:lnTo>
                    <a:pt x="2055" y="984645"/>
                  </a:lnTo>
                  <a:lnTo>
                    <a:pt x="2055" y="148175"/>
                  </a:lnTo>
                  <a:lnTo>
                    <a:pt x="0" y="148175"/>
                  </a:lnTo>
                  <a:lnTo>
                    <a:pt x="2754313" y="0"/>
                  </a:lnTo>
                  <a:lnTo>
                    <a:pt x="5508586" y="148173"/>
                  </a:lnTo>
                  <a:lnTo>
                    <a:pt x="5508622" y="148173"/>
                  </a:lnTo>
                  <a:lnTo>
                    <a:pt x="5508622" y="148175"/>
                  </a:lnTo>
                  <a:close/>
                </a:path>
              </a:pathLst>
            </a:custGeom>
            <a:gradFill flip="none" rotWithShape="1">
              <a:gsLst>
                <a:gs pos="0">
                  <a:srgbClr val="7FB3C7">
                    <a:alpha val="40000"/>
                  </a:srgbClr>
                </a:gs>
                <a:gs pos="100000">
                  <a:srgbClr val="003876">
                    <a:alpha val="40000"/>
                    <a:lumMod val="85000"/>
                    <a:lumOff val="15000"/>
                  </a:srgbClr>
                </a:gs>
              </a:gsLst>
              <a:lin ang="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24" name="TextBox 15">
              <a:extLst>
                <a:ext uri="{FF2B5EF4-FFF2-40B4-BE49-F238E27FC236}">
                  <a16:creationId xmlns:a16="http://schemas.microsoft.com/office/drawing/2014/main" id="{AFE818D9-FD83-750F-A529-454E9498C10D}"/>
                </a:ext>
              </a:extLst>
            </p:cNvPr>
            <p:cNvSpPr txBox="1"/>
            <p:nvPr/>
          </p:nvSpPr>
          <p:spPr>
            <a:xfrm>
              <a:off x="6280143" y="2838716"/>
              <a:ext cx="5253636" cy="646331"/>
            </a:xfrm>
            <a:prstGeom prst="rect">
              <a:avLst/>
            </a:prstGeom>
            <a:noFill/>
          </p:spPr>
          <p:txBody>
            <a:bodyPr wrap="squar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200" b="1" noProof="0">
                  <a:cs typeface="Arial" pitchFamily="34" charset="0"/>
                </a:rPr>
                <a:t>Industry momentum </a:t>
              </a:r>
              <a:r>
                <a:rPr lang="en-US" sz="1200" noProof="0">
                  <a:cs typeface="Arial" pitchFamily="34" charset="0"/>
                </a:rPr>
                <a:t>broadly tracks the direction of the other series but delivers </a:t>
              </a:r>
              <a:r>
                <a:rPr lang="en-US" sz="1200" b="1" noProof="0">
                  <a:cs typeface="Arial" pitchFamily="34" charset="0"/>
                </a:rPr>
                <a:t>weaker long-run cumulative growth</a:t>
              </a:r>
              <a:r>
                <a:rPr lang="en-US" sz="1200" noProof="0">
                  <a:cs typeface="Arial" pitchFamily="34" charset="0"/>
                </a:rPr>
                <a:t>, indicating lower upside over the full sample.</a:t>
              </a:r>
            </a:p>
          </p:txBody>
        </p:sp>
        <p:sp>
          <p:nvSpPr>
            <p:cNvPr id="25" name="Figura a mano libera 24">
              <a:extLst>
                <a:ext uri="{FF2B5EF4-FFF2-40B4-BE49-F238E27FC236}">
                  <a16:creationId xmlns:a16="http://schemas.microsoft.com/office/drawing/2014/main" id="{46122210-14CE-7B0F-8F0B-F7E5F584392C}"/>
                </a:ext>
              </a:extLst>
            </p:cNvPr>
            <p:cNvSpPr/>
            <p:nvPr/>
          </p:nvSpPr>
          <p:spPr bwMode="auto">
            <a:xfrm rot="10800000">
              <a:off x="6141500" y="3589196"/>
              <a:ext cx="5508622" cy="984645"/>
            </a:xfrm>
            <a:custGeom>
              <a:avLst/>
              <a:gdLst>
                <a:gd name="csX0" fmla="*/ 5508622 w 5508622"/>
                <a:gd name="csY0" fmla="*/ 984645 h 984645"/>
                <a:gd name="csX1" fmla="*/ 5468742 w 5508622"/>
                <a:gd name="csY1" fmla="*/ 984645 h 984645"/>
                <a:gd name="csX2" fmla="*/ 2760954 w 5508622"/>
                <a:gd name="csY2" fmla="*/ 770918 h 984645"/>
                <a:gd name="csX3" fmla="*/ 53167 w 5508622"/>
                <a:gd name="csY3" fmla="*/ 984645 h 984645"/>
                <a:gd name="csX4" fmla="*/ 2055 w 5508622"/>
                <a:gd name="csY4" fmla="*/ 984645 h 984645"/>
                <a:gd name="csX5" fmla="*/ 2055 w 5508622"/>
                <a:gd name="csY5" fmla="*/ 148175 h 984645"/>
                <a:gd name="csX6" fmla="*/ 0 w 5508622"/>
                <a:gd name="csY6" fmla="*/ 148175 h 984645"/>
                <a:gd name="csX7" fmla="*/ 2754313 w 5508622"/>
                <a:gd name="csY7" fmla="*/ 0 h 984645"/>
                <a:gd name="csX8" fmla="*/ 5508586 w 5508622"/>
                <a:gd name="csY8" fmla="*/ 148173 h 984645"/>
                <a:gd name="csX9" fmla="*/ 5508622 w 5508622"/>
                <a:gd name="csY9" fmla="*/ 148173 h 984645"/>
                <a:gd name="csX10" fmla="*/ 5508622 w 5508622"/>
                <a:gd name="csY10" fmla="*/ 148175 h 984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508622" h="984645">
                  <a:moveTo>
                    <a:pt x="5508622" y="984645"/>
                  </a:moveTo>
                  <a:lnTo>
                    <a:pt x="5468742" y="984645"/>
                  </a:lnTo>
                  <a:lnTo>
                    <a:pt x="2760954" y="770918"/>
                  </a:lnTo>
                  <a:lnTo>
                    <a:pt x="53167" y="984645"/>
                  </a:lnTo>
                  <a:lnTo>
                    <a:pt x="2055" y="984645"/>
                  </a:lnTo>
                  <a:lnTo>
                    <a:pt x="2055" y="148175"/>
                  </a:lnTo>
                  <a:lnTo>
                    <a:pt x="0" y="148175"/>
                  </a:lnTo>
                  <a:lnTo>
                    <a:pt x="2754313" y="0"/>
                  </a:lnTo>
                  <a:lnTo>
                    <a:pt x="5508586" y="148173"/>
                  </a:lnTo>
                  <a:lnTo>
                    <a:pt x="5508622" y="148173"/>
                  </a:lnTo>
                  <a:lnTo>
                    <a:pt x="5508622" y="148175"/>
                  </a:lnTo>
                  <a:close/>
                </a:path>
              </a:pathLst>
            </a:custGeom>
            <a:gradFill flip="none" rotWithShape="1">
              <a:gsLst>
                <a:gs pos="0">
                  <a:srgbClr val="7FB3C7">
                    <a:alpha val="40000"/>
                  </a:srgbClr>
                </a:gs>
                <a:gs pos="100000">
                  <a:srgbClr val="003876">
                    <a:alpha val="40000"/>
                    <a:lumMod val="85000"/>
                    <a:lumOff val="15000"/>
                  </a:srgbClr>
                </a:gs>
              </a:gsLst>
              <a:lin ang="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26" name="TextBox 15">
              <a:extLst>
                <a:ext uri="{FF2B5EF4-FFF2-40B4-BE49-F238E27FC236}">
                  <a16:creationId xmlns:a16="http://schemas.microsoft.com/office/drawing/2014/main" id="{13FDA606-7AA5-9365-0FD1-AAA874927250}"/>
                </a:ext>
              </a:extLst>
            </p:cNvPr>
            <p:cNvSpPr txBox="1"/>
            <p:nvPr/>
          </p:nvSpPr>
          <p:spPr>
            <a:xfrm>
              <a:off x="6268993" y="3837562"/>
              <a:ext cx="5253636" cy="646331"/>
            </a:xfrm>
            <a:prstGeom prst="rect">
              <a:avLst/>
            </a:prstGeom>
            <a:noFill/>
          </p:spPr>
          <p:txBody>
            <a:bodyPr wrap="squar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200" noProof="0">
                  <a:cs typeface="Arial" pitchFamily="34" charset="0"/>
                </a:rPr>
                <a:t>The market factor (Mkt−RF) delivers the </a:t>
              </a:r>
              <a:r>
                <a:rPr lang="en-US" sz="1200" b="1" noProof="0">
                  <a:cs typeface="Arial" pitchFamily="34" charset="0"/>
                </a:rPr>
                <a:t>strongest long-run cumulative growth </a:t>
              </a:r>
              <a:r>
                <a:rPr lang="en-US" sz="1200" noProof="0">
                  <a:cs typeface="Arial" pitchFamily="34" charset="0"/>
                </a:rPr>
                <a:t>in the sample, but with a more pronounced cyclical path and deeper drawdowns.</a:t>
              </a:r>
            </a:p>
          </p:txBody>
        </p:sp>
        <p:sp>
          <p:nvSpPr>
            <p:cNvPr id="27" name="Figura a mano libera 26">
              <a:extLst>
                <a:ext uri="{FF2B5EF4-FFF2-40B4-BE49-F238E27FC236}">
                  <a16:creationId xmlns:a16="http://schemas.microsoft.com/office/drawing/2014/main" id="{E6642684-645F-69B8-F1F9-DEBF56017998}"/>
                </a:ext>
              </a:extLst>
            </p:cNvPr>
            <p:cNvSpPr/>
            <p:nvPr/>
          </p:nvSpPr>
          <p:spPr bwMode="auto">
            <a:xfrm rot="10800000">
              <a:off x="6141500" y="4513926"/>
              <a:ext cx="5508622" cy="981131"/>
            </a:xfrm>
            <a:custGeom>
              <a:avLst/>
              <a:gdLst>
                <a:gd name="csX0" fmla="*/ 5508622 w 5508622"/>
                <a:gd name="csY0" fmla="*/ 984645 h 984645"/>
                <a:gd name="csX1" fmla="*/ 5468742 w 5508622"/>
                <a:gd name="csY1" fmla="*/ 984645 h 984645"/>
                <a:gd name="csX2" fmla="*/ 2760954 w 5508622"/>
                <a:gd name="csY2" fmla="*/ 770918 h 984645"/>
                <a:gd name="csX3" fmla="*/ 53167 w 5508622"/>
                <a:gd name="csY3" fmla="*/ 984645 h 984645"/>
                <a:gd name="csX4" fmla="*/ 2055 w 5508622"/>
                <a:gd name="csY4" fmla="*/ 984645 h 984645"/>
                <a:gd name="csX5" fmla="*/ 2055 w 5508622"/>
                <a:gd name="csY5" fmla="*/ 148175 h 984645"/>
                <a:gd name="csX6" fmla="*/ 0 w 5508622"/>
                <a:gd name="csY6" fmla="*/ 148175 h 984645"/>
                <a:gd name="csX7" fmla="*/ 2754313 w 5508622"/>
                <a:gd name="csY7" fmla="*/ 0 h 984645"/>
                <a:gd name="csX8" fmla="*/ 5508586 w 5508622"/>
                <a:gd name="csY8" fmla="*/ 148173 h 984645"/>
                <a:gd name="csX9" fmla="*/ 5508622 w 5508622"/>
                <a:gd name="csY9" fmla="*/ 148173 h 984645"/>
                <a:gd name="csX10" fmla="*/ 5508622 w 5508622"/>
                <a:gd name="csY10" fmla="*/ 148175 h 984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508622" h="984645">
                  <a:moveTo>
                    <a:pt x="5508622" y="984645"/>
                  </a:moveTo>
                  <a:lnTo>
                    <a:pt x="5468742" y="984645"/>
                  </a:lnTo>
                  <a:lnTo>
                    <a:pt x="2760954" y="770918"/>
                  </a:lnTo>
                  <a:lnTo>
                    <a:pt x="53167" y="984645"/>
                  </a:lnTo>
                  <a:lnTo>
                    <a:pt x="2055" y="984645"/>
                  </a:lnTo>
                  <a:lnTo>
                    <a:pt x="2055" y="148175"/>
                  </a:lnTo>
                  <a:lnTo>
                    <a:pt x="0" y="148175"/>
                  </a:lnTo>
                  <a:lnTo>
                    <a:pt x="2754313" y="0"/>
                  </a:lnTo>
                  <a:lnTo>
                    <a:pt x="5508586" y="148173"/>
                  </a:lnTo>
                  <a:lnTo>
                    <a:pt x="5508622" y="148173"/>
                  </a:lnTo>
                  <a:lnTo>
                    <a:pt x="5508622" y="148175"/>
                  </a:lnTo>
                  <a:close/>
                </a:path>
              </a:pathLst>
            </a:custGeom>
            <a:gradFill flip="none" rotWithShape="1">
              <a:gsLst>
                <a:gs pos="0">
                  <a:srgbClr val="7FB3C7">
                    <a:alpha val="40000"/>
                  </a:srgbClr>
                </a:gs>
                <a:gs pos="100000">
                  <a:srgbClr val="003876">
                    <a:alpha val="40000"/>
                    <a:lumMod val="85000"/>
                    <a:lumOff val="15000"/>
                  </a:srgbClr>
                </a:gs>
              </a:gsLst>
              <a:lin ang="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28" name="TextBox 15">
              <a:extLst>
                <a:ext uri="{FF2B5EF4-FFF2-40B4-BE49-F238E27FC236}">
                  <a16:creationId xmlns:a16="http://schemas.microsoft.com/office/drawing/2014/main" id="{20AEBCCB-3ADD-21E8-812C-C05390FA99D1}"/>
                </a:ext>
              </a:extLst>
            </p:cNvPr>
            <p:cNvSpPr txBox="1"/>
            <p:nvPr/>
          </p:nvSpPr>
          <p:spPr>
            <a:xfrm>
              <a:off x="6280143" y="4723503"/>
              <a:ext cx="5253636" cy="646331"/>
            </a:xfrm>
            <a:prstGeom prst="rect">
              <a:avLst/>
            </a:prstGeom>
            <a:noFill/>
          </p:spPr>
          <p:txBody>
            <a:bodyPr wrap="squar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200" b="1" noProof="0">
                  <a:cs typeface="Arial" pitchFamily="34" charset="0"/>
                </a:rPr>
                <a:t>Factor momentum outperforms industry momentum </a:t>
              </a:r>
              <a:r>
                <a:rPr lang="en-US" sz="1200" noProof="0">
                  <a:cs typeface="Arial" pitchFamily="34" charset="0"/>
                </a:rPr>
                <a:t>and remains </a:t>
              </a:r>
              <a:r>
                <a:rPr lang="en-US" sz="1200" b="1" noProof="0">
                  <a:cs typeface="Arial" pitchFamily="34" charset="0"/>
                </a:rPr>
                <a:t>closer to the market </a:t>
              </a:r>
              <a:r>
                <a:rPr lang="en-US" sz="1200" noProof="0">
                  <a:cs typeface="Arial" pitchFamily="34" charset="0"/>
                </a:rPr>
                <a:t>factor over the long run, with a smoother trajectory.</a:t>
              </a:r>
            </a:p>
          </p:txBody>
        </p:sp>
      </p:grpSp>
      <p:pic>
        <p:nvPicPr>
          <p:cNvPr id="4" name="Immagine 3" descr="Immagine che contiene testo, linea, Diagramma, schermata&#10;&#10;Il contenuto generato dall'IA potrebbe non essere corretto.">
            <a:extLst>
              <a:ext uri="{FF2B5EF4-FFF2-40B4-BE49-F238E27FC236}">
                <a16:creationId xmlns:a16="http://schemas.microsoft.com/office/drawing/2014/main" id="{3A0DC15D-32C6-D308-D585-5655A4A2AABF}"/>
              </a:ext>
            </a:extLst>
          </p:cNvPr>
          <p:cNvPicPr>
            <a:picLocks noChangeAspect="1"/>
          </p:cNvPicPr>
          <p:nvPr/>
        </p:nvPicPr>
        <p:blipFill>
          <a:blip r:embed="rId4">
            <a:extLst>
              <a:ext uri="{28A0092B-C50C-407E-A947-70E740481C1C}">
                <a14:useLocalDpi xmlns:a14="http://schemas.microsoft.com/office/drawing/2010/main" val="0"/>
              </a:ext>
            </a:extLst>
          </a:blip>
          <a:srcRect r="1076" b="4365"/>
          <a:stretch>
            <a:fillRect/>
          </a:stretch>
        </p:blipFill>
        <p:spPr>
          <a:xfrm>
            <a:off x="96613" y="2584393"/>
            <a:ext cx="6201268" cy="3798999"/>
          </a:xfrm>
          <a:prstGeom prst="rect">
            <a:avLst/>
          </a:prstGeom>
        </p:spPr>
      </p:pic>
      <p:sp>
        <p:nvSpPr>
          <p:cNvPr id="2" name="Rettangolo 1">
            <a:extLst>
              <a:ext uri="{FF2B5EF4-FFF2-40B4-BE49-F238E27FC236}">
                <a16:creationId xmlns:a16="http://schemas.microsoft.com/office/drawing/2014/main" id="{227A6526-6B7E-2E6F-478B-E70F3536653B}"/>
              </a:ext>
            </a:extLst>
          </p:cNvPr>
          <p:cNvSpPr/>
          <p:nvPr/>
        </p:nvSpPr>
        <p:spPr>
          <a:xfrm>
            <a:off x="391886" y="1707441"/>
            <a:ext cx="5905995" cy="825698"/>
          </a:xfrm>
          <a:prstGeom prst="rect">
            <a:avLst/>
          </a:prstGeom>
          <a:pattFill prst="dkDnDiag">
            <a:fgClr>
              <a:schemeClr val="bg2"/>
            </a:fgClr>
            <a:bgClr>
              <a:schemeClr val="bg1"/>
            </a:bgClr>
          </a:patt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tx1"/>
                </a:solidFill>
              </a:rPr>
              <a:t>We add a </a:t>
            </a:r>
            <a:r>
              <a:rPr lang="en-US" sz="1200" b="1" noProof="0">
                <a:solidFill>
                  <a:schemeClr val="tx1"/>
                </a:solidFill>
              </a:rPr>
              <a:t>1-day Implementation Lag </a:t>
            </a:r>
            <a:r>
              <a:rPr lang="en-US" sz="1200" noProof="0">
                <a:solidFill>
                  <a:schemeClr val="tx1"/>
                </a:solidFill>
              </a:rPr>
              <a:t>to make the strategy more realistic.</a:t>
            </a:r>
          </a:p>
          <a:p>
            <a:pPr algn="ctr"/>
            <a:r>
              <a:rPr lang="en-US" sz="1200" noProof="0">
                <a:solidFill>
                  <a:schemeClr val="tx1"/>
                </a:solidFill>
              </a:rPr>
              <a:t>No </a:t>
            </a:r>
            <a:r>
              <a:rPr lang="en-US" sz="1200" noProof="0" err="1">
                <a:solidFill>
                  <a:schemeClr val="tx1"/>
                </a:solidFill>
              </a:rPr>
              <a:t>volatiltiy</a:t>
            </a:r>
            <a:r>
              <a:rPr lang="en-US" sz="1200" noProof="0">
                <a:solidFill>
                  <a:schemeClr val="tx1"/>
                </a:solidFill>
              </a:rPr>
              <a:t> scaling.</a:t>
            </a:r>
          </a:p>
        </p:txBody>
      </p:sp>
    </p:spTree>
    <p:extLst>
      <p:ext uri="{BB962C8B-B14F-4D97-AF65-F5344CB8AC3E}">
        <p14:creationId xmlns:p14="http://schemas.microsoft.com/office/powerpoint/2010/main" val="3546382590"/>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B6BA43D0-210C-6DA3-703C-4C62160B757B}"/>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E6C3E29E-9749-A424-B4CB-1AC983E483FA}"/>
              </a:ext>
            </a:extLst>
          </p:cNvPr>
          <p:cNvSpPr>
            <a:spLocks noGrp="1"/>
          </p:cNvSpPr>
          <p:nvPr>
            <p:ph type="body" sz="quarter" idx="13"/>
          </p:nvPr>
        </p:nvSpPr>
        <p:spPr/>
        <p:txBody>
          <a:bodyPr/>
          <a:lstStyle/>
          <a:p>
            <a:r>
              <a:rPr lang="en-US" noProof="0"/>
              <a:t>Part 1 (Factor level) – Performance &amp; Robustness Checks</a:t>
            </a:r>
          </a:p>
        </p:txBody>
      </p:sp>
      <p:sp>
        <p:nvSpPr>
          <p:cNvPr id="8" name="Rectangle 7">
            <a:extLst>
              <a:ext uri="{FF2B5EF4-FFF2-40B4-BE49-F238E27FC236}">
                <a16:creationId xmlns:a16="http://schemas.microsoft.com/office/drawing/2014/main" id="{5F1EA95C-B423-614F-9B3A-EBF53D6E7C4C}"/>
              </a:ext>
            </a:extLst>
          </p:cNvPr>
          <p:cNvSpPr/>
          <p:nvPr/>
        </p:nvSpPr>
        <p:spPr>
          <a:xfrm>
            <a:off x="391886" y="881744"/>
            <a:ext cx="1125824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Factor Correlation Heatmap</a:t>
            </a:r>
          </a:p>
        </p:txBody>
      </p:sp>
      <p:pic>
        <p:nvPicPr>
          <p:cNvPr id="5" name="Immagine 4">
            <a:extLst>
              <a:ext uri="{FF2B5EF4-FFF2-40B4-BE49-F238E27FC236}">
                <a16:creationId xmlns:a16="http://schemas.microsoft.com/office/drawing/2014/main" id="{8C61B613-B41F-A056-4379-26351781B1E3}"/>
              </a:ext>
            </a:extLst>
          </p:cNvPr>
          <p:cNvPicPr>
            <a:picLocks noChangeAspect="1"/>
          </p:cNvPicPr>
          <p:nvPr/>
        </p:nvPicPr>
        <p:blipFill>
          <a:blip r:embed="rId3">
            <a:extLst>
              <a:ext uri="{28A0092B-C50C-407E-A947-70E740481C1C}">
                <a14:useLocalDpi xmlns:a14="http://schemas.microsoft.com/office/drawing/2010/main" val="0"/>
              </a:ext>
            </a:extLst>
          </a:blip>
          <a:srcRect l="8690" r="8690"/>
          <a:stretch/>
        </p:blipFill>
        <p:spPr>
          <a:xfrm>
            <a:off x="59130" y="1620605"/>
            <a:ext cx="6047176" cy="5018733"/>
          </a:xfrm>
          <a:prstGeom prst="rect">
            <a:avLst/>
          </a:prstGeom>
        </p:spPr>
      </p:pic>
      <p:grpSp>
        <p:nvGrpSpPr>
          <p:cNvPr id="34" name="Gruppo 33">
            <a:extLst>
              <a:ext uri="{FF2B5EF4-FFF2-40B4-BE49-F238E27FC236}">
                <a16:creationId xmlns:a16="http://schemas.microsoft.com/office/drawing/2014/main" id="{B6E27F9B-2008-C33F-CC0C-90EE3BFCBED5}"/>
              </a:ext>
            </a:extLst>
          </p:cNvPr>
          <p:cNvGrpSpPr/>
          <p:nvPr/>
        </p:nvGrpSpPr>
        <p:grpSpPr>
          <a:xfrm>
            <a:off x="5774597" y="1677749"/>
            <a:ext cx="6057125" cy="4904443"/>
            <a:chOff x="1458900" y="1628775"/>
            <a:chExt cx="10039761" cy="3663870"/>
          </a:xfrm>
        </p:grpSpPr>
        <p:sp>
          <p:nvSpPr>
            <p:cNvPr id="10" name="Freeform: Shape 15">
              <a:extLst>
                <a:ext uri="{FF2B5EF4-FFF2-40B4-BE49-F238E27FC236}">
                  <a16:creationId xmlns:a16="http://schemas.microsoft.com/office/drawing/2014/main" id="{614CCD53-0BCB-1729-C5CE-F8EBDB2FF372}"/>
                </a:ext>
              </a:extLst>
            </p:cNvPr>
            <p:cNvSpPr/>
            <p:nvPr/>
          </p:nvSpPr>
          <p:spPr bwMode="auto">
            <a:xfrm rot="10800000">
              <a:off x="1458900" y="1628775"/>
              <a:ext cx="10039761" cy="1260303"/>
            </a:xfrm>
            <a:custGeom>
              <a:avLst/>
              <a:gdLst>
                <a:gd name="connsiteX0" fmla="*/ 10039761 w 10039761"/>
                <a:gd name="connsiteY0" fmla="*/ 1260303 h 1260303"/>
                <a:gd name="connsiteX1" fmla="*/ 0 w 10039761"/>
                <a:gd name="connsiteY1" fmla="*/ 1260303 h 1260303"/>
                <a:gd name="connsiteX2" fmla="*/ 0 w 10039761"/>
                <a:gd name="connsiteY2" fmla="*/ 1252954 h 1260303"/>
                <a:gd name="connsiteX3" fmla="*/ 539744 w 10039761"/>
                <a:gd name="connsiteY3" fmla="*/ 165737 h 1260303"/>
                <a:gd name="connsiteX4" fmla="*/ 5019879 w 10039761"/>
                <a:gd name="connsiteY4" fmla="*/ 0 h 1260303"/>
                <a:gd name="connsiteX5" fmla="*/ 9500029 w 10039761"/>
                <a:gd name="connsiteY5" fmla="*/ 165738 h 1260303"/>
                <a:gd name="connsiteX6" fmla="*/ 10039761 w 10039761"/>
                <a:gd name="connsiteY6" fmla="*/ 1252930 h 1260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9761" h="1260303">
                  <a:moveTo>
                    <a:pt x="10039761" y="1260303"/>
                  </a:moveTo>
                  <a:lnTo>
                    <a:pt x="0" y="1260303"/>
                  </a:lnTo>
                  <a:lnTo>
                    <a:pt x="0" y="1252954"/>
                  </a:lnTo>
                  <a:lnTo>
                    <a:pt x="539744" y="165737"/>
                  </a:lnTo>
                  <a:lnTo>
                    <a:pt x="5019879" y="0"/>
                  </a:lnTo>
                  <a:lnTo>
                    <a:pt x="9500029" y="165738"/>
                  </a:lnTo>
                  <a:lnTo>
                    <a:pt x="10039761" y="1252930"/>
                  </a:lnTo>
                  <a:close/>
                </a:path>
              </a:pathLst>
            </a:custGeom>
            <a:gradFill>
              <a:gsLst>
                <a:gs pos="60000">
                  <a:srgbClr val="E0EBF9"/>
                </a:gs>
                <a:gs pos="100000">
                  <a:srgbClr val="F0F7FF"/>
                </a:gs>
              </a:gsLst>
              <a:lin ang="0" scaled="1"/>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12" name="Freeform: Shape 18">
              <a:extLst>
                <a:ext uri="{FF2B5EF4-FFF2-40B4-BE49-F238E27FC236}">
                  <a16:creationId xmlns:a16="http://schemas.microsoft.com/office/drawing/2014/main" id="{BBA99541-BC5C-F428-F928-BBE01DA598BE}"/>
                </a:ext>
              </a:extLst>
            </p:cNvPr>
            <p:cNvSpPr/>
            <p:nvPr/>
          </p:nvSpPr>
          <p:spPr bwMode="auto">
            <a:xfrm rot="10800000">
              <a:off x="2062960" y="2852904"/>
              <a:ext cx="8831640" cy="1237957"/>
            </a:xfrm>
            <a:custGeom>
              <a:avLst/>
              <a:gdLst>
                <a:gd name="connsiteX0" fmla="*/ 8831640 w 8831640"/>
                <a:gd name="connsiteY0" fmla="*/ 1237957 h 1237957"/>
                <a:gd name="connsiteX1" fmla="*/ 4415813 w 8831640"/>
                <a:gd name="connsiteY1" fmla="*/ 1074599 h 1237957"/>
                <a:gd name="connsiteX2" fmla="*/ 0 w 8831640"/>
                <a:gd name="connsiteY2" fmla="*/ 1237957 h 1237957"/>
                <a:gd name="connsiteX3" fmla="*/ 543461 w 8831640"/>
                <a:gd name="connsiteY3" fmla="*/ 143253 h 1237957"/>
                <a:gd name="connsiteX4" fmla="*/ 4415813 w 8831640"/>
                <a:gd name="connsiteY4" fmla="*/ 0 h 1237957"/>
                <a:gd name="connsiteX5" fmla="*/ 8288179 w 8831640"/>
                <a:gd name="connsiteY5" fmla="*/ 143253 h 1237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31640" h="1237957">
                  <a:moveTo>
                    <a:pt x="8831640" y="1237957"/>
                  </a:moveTo>
                  <a:lnTo>
                    <a:pt x="4415813" y="1074599"/>
                  </a:lnTo>
                  <a:lnTo>
                    <a:pt x="0" y="1237957"/>
                  </a:lnTo>
                  <a:lnTo>
                    <a:pt x="543461" y="143253"/>
                  </a:lnTo>
                  <a:lnTo>
                    <a:pt x="4415813" y="0"/>
                  </a:lnTo>
                  <a:lnTo>
                    <a:pt x="8288179" y="143253"/>
                  </a:lnTo>
                  <a:close/>
                </a:path>
              </a:pathLst>
            </a:custGeom>
            <a:gradFill>
              <a:gsLst>
                <a:gs pos="60000">
                  <a:srgbClr val="E0EBF9"/>
                </a:gs>
                <a:gs pos="100000">
                  <a:srgbClr val="F0F7FF"/>
                </a:gs>
              </a:gsLst>
              <a:lin ang="0" scaled="1"/>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13" name="Freeform: Shape 19">
              <a:extLst>
                <a:ext uri="{FF2B5EF4-FFF2-40B4-BE49-F238E27FC236}">
                  <a16:creationId xmlns:a16="http://schemas.microsoft.com/office/drawing/2014/main" id="{8948AABA-AAE6-2A63-39BA-DCC163C27188}"/>
                </a:ext>
              </a:extLst>
            </p:cNvPr>
            <p:cNvSpPr/>
            <p:nvPr/>
          </p:nvSpPr>
          <p:spPr bwMode="auto">
            <a:xfrm rot="10800000">
              <a:off x="2670745" y="4077172"/>
              <a:ext cx="7616070" cy="1215473"/>
            </a:xfrm>
            <a:custGeom>
              <a:avLst/>
              <a:gdLst>
                <a:gd name="connsiteX0" fmla="*/ 7616070 w 7616070"/>
                <a:gd name="connsiteY0" fmla="*/ 1215473 h 1215473"/>
                <a:gd name="connsiteX1" fmla="*/ 3808027 w 7616070"/>
                <a:gd name="connsiteY1" fmla="*/ 1074599 h 1215473"/>
                <a:gd name="connsiteX2" fmla="*/ 0 w 7616070"/>
                <a:gd name="connsiteY2" fmla="*/ 1215472 h 1215473"/>
                <a:gd name="connsiteX3" fmla="*/ 543461 w 7616070"/>
                <a:gd name="connsiteY3" fmla="*/ 120769 h 1215473"/>
                <a:gd name="connsiteX4" fmla="*/ 3808030 w 7616070"/>
                <a:gd name="connsiteY4" fmla="*/ 0 h 1215473"/>
                <a:gd name="connsiteX5" fmla="*/ 7072609 w 7616070"/>
                <a:gd name="connsiteY5" fmla="*/ 120769 h 1215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6070" h="1215473">
                  <a:moveTo>
                    <a:pt x="7616070" y="1215473"/>
                  </a:moveTo>
                  <a:lnTo>
                    <a:pt x="3808027" y="1074599"/>
                  </a:lnTo>
                  <a:lnTo>
                    <a:pt x="0" y="1215472"/>
                  </a:lnTo>
                  <a:lnTo>
                    <a:pt x="543461" y="120769"/>
                  </a:lnTo>
                  <a:lnTo>
                    <a:pt x="3808030" y="0"/>
                  </a:lnTo>
                  <a:lnTo>
                    <a:pt x="7072609" y="120769"/>
                  </a:lnTo>
                  <a:close/>
                </a:path>
              </a:pathLst>
            </a:custGeom>
            <a:gradFill>
              <a:gsLst>
                <a:gs pos="60000">
                  <a:srgbClr val="E0EBF9"/>
                </a:gs>
                <a:gs pos="100000">
                  <a:srgbClr val="F0F7FF"/>
                </a:gs>
              </a:gsLst>
              <a:lin ang="0" scaled="1"/>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15" name="Freeform: Shape 29">
              <a:extLst>
                <a:ext uri="{FF2B5EF4-FFF2-40B4-BE49-F238E27FC236}">
                  <a16:creationId xmlns:a16="http://schemas.microsoft.com/office/drawing/2014/main" id="{BAE25158-5BF2-87B3-991A-065256294E6A}"/>
                </a:ext>
              </a:extLst>
            </p:cNvPr>
            <p:cNvSpPr/>
            <p:nvPr/>
          </p:nvSpPr>
          <p:spPr bwMode="auto">
            <a:xfrm rot="10800000">
              <a:off x="1458900" y="1637570"/>
              <a:ext cx="10039761" cy="255565"/>
            </a:xfrm>
            <a:custGeom>
              <a:avLst/>
              <a:gdLst>
                <a:gd name="connsiteX0" fmla="*/ 10039761 w 10039761"/>
                <a:gd name="connsiteY0" fmla="*/ 255565 h 255565"/>
                <a:gd name="connsiteX1" fmla="*/ 0 w 10039761"/>
                <a:gd name="connsiteY1" fmla="*/ 255565 h 255565"/>
                <a:gd name="connsiteX2" fmla="*/ 0 w 10039761"/>
                <a:gd name="connsiteY2" fmla="*/ 248216 h 255565"/>
                <a:gd name="connsiteX3" fmla="*/ 123226 w 10039761"/>
                <a:gd name="connsiteY3" fmla="*/ 0 h 255565"/>
                <a:gd name="connsiteX4" fmla="*/ 9916547 w 10039761"/>
                <a:gd name="connsiteY4" fmla="*/ 0 h 255565"/>
                <a:gd name="connsiteX5" fmla="*/ 10039761 w 10039761"/>
                <a:gd name="connsiteY5" fmla="*/ 248192 h 255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39761" h="255565">
                  <a:moveTo>
                    <a:pt x="10039761" y="255565"/>
                  </a:moveTo>
                  <a:lnTo>
                    <a:pt x="0" y="255565"/>
                  </a:lnTo>
                  <a:lnTo>
                    <a:pt x="0" y="248216"/>
                  </a:lnTo>
                  <a:lnTo>
                    <a:pt x="123226" y="0"/>
                  </a:lnTo>
                  <a:lnTo>
                    <a:pt x="9916547" y="0"/>
                  </a:lnTo>
                  <a:lnTo>
                    <a:pt x="10039761" y="248192"/>
                  </a:lnTo>
                  <a:close/>
                </a:path>
              </a:pathLst>
            </a:custGeom>
            <a:gradFill>
              <a:gsLst>
                <a:gs pos="42000">
                  <a:srgbClr val="0B6D65"/>
                </a:gs>
                <a:gs pos="0">
                  <a:srgbClr val="248880"/>
                </a:gs>
                <a:gs pos="78000">
                  <a:srgbClr val="003E31"/>
                </a:gs>
              </a:gsLst>
              <a:lin ang="0" scaled="1"/>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16" name="Freeform: Shape 32">
              <a:extLst>
                <a:ext uri="{FF2B5EF4-FFF2-40B4-BE49-F238E27FC236}">
                  <a16:creationId xmlns:a16="http://schemas.microsoft.com/office/drawing/2014/main" id="{804554CA-46A2-8742-AE16-A1953DB1E127}"/>
                </a:ext>
              </a:extLst>
            </p:cNvPr>
            <p:cNvSpPr/>
            <p:nvPr/>
          </p:nvSpPr>
          <p:spPr bwMode="auto">
            <a:xfrm rot="10800000">
              <a:off x="2062960" y="2852902"/>
              <a:ext cx="8831640" cy="426308"/>
            </a:xfrm>
            <a:custGeom>
              <a:avLst/>
              <a:gdLst>
                <a:gd name="connsiteX0" fmla="*/ 8831640 w 8831640"/>
                <a:gd name="connsiteY0" fmla="*/ 426308 h 426308"/>
                <a:gd name="connsiteX1" fmla="*/ 4415813 w 8831640"/>
                <a:gd name="connsiteY1" fmla="*/ 262950 h 426308"/>
                <a:gd name="connsiteX2" fmla="*/ 0 w 8831640"/>
                <a:gd name="connsiteY2" fmla="*/ 426308 h 426308"/>
                <a:gd name="connsiteX3" fmla="*/ 132983 w 8831640"/>
                <a:gd name="connsiteY3" fmla="*/ 158438 h 426308"/>
                <a:gd name="connsiteX4" fmla="*/ 4415812 w 8831640"/>
                <a:gd name="connsiteY4" fmla="*/ 0 h 426308"/>
                <a:gd name="connsiteX5" fmla="*/ 8698657 w 8831640"/>
                <a:gd name="connsiteY5" fmla="*/ 158439 h 426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31640" h="426308">
                  <a:moveTo>
                    <a:pt x="8831640" y="426308"/>
                  </a:moveTo>
                  <a:lnTo>
                    <a:pt x="4415813" y="262950"/>
                  </a:lnTo>
                  <a:lnTo>
                    <a:pt x="0" y="426308"/>
                  </a:lnTo>
                  <a:lnTo>
                    <a:pt x="132983" y="158438"/>
                  </a:lnTo>
                  <a:lnTo>
                    <a:pt x="4415812" y="0"/>
                  </a:lnTo>
                  <a:lnTo>
                    <a:pt x="8698657" y="158439"/>
                  </a:lnTo>
                  <a:close/>
                </a:path>
              </a:pathLst>
            </a:custGeom>
            <a:gradFill>
              <a:gsLst>
                <a:gs pos="17000">
                  <a:srgbClr val="C79242"/>
                </a:gs>
                <a:gs pos="0">
                  <a:srgbClr val="C79242"/>
                </a:gs>
                <a:gs pos="100000">
                  <a:srgbClr val="0B6D65"/>
                </a:gs>
              </a:gsLst>
              <a:lin ang="0" scaled="1"/>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FFFFFF"/>
                </a:solidFill>
                <a:effectLst/>
                <a:latin typeface="Arial" pitchFamily="34" charset="0"/>
                <a:cs typeface="Arial" pitchFamily="34" charset="0"/>
              </a:endParaRPr>
            </a:p>
          </p:txBody>
        </p:sp>
        <p:sp>
          <p:nvSpPr>
            <p:cNvPr id="17" name="TextBox 22">
              <a:extLst>
                <a:ext uri="{FF2B5EF4-FFF2-40B4-BE49-F238E27FC236}">
                  <a16:creationId xmlns:a16="http://schemas.microsoft.com/office/drawing/2014/main" id="{183B393A-B1E5-05A6-1863-D1F62DF2AB74}"/>
                </a:ext>
              </a:extLst>
            </p:cNvPr>
            <p:cNvSpPr txBox="1"/>
            <p:nvPr/>
          </p:nvSpPr>
          <p:spPr>
            <a:xfrm>
              <a:off x="4078458" y="1667634"/>
              <a:ext cx="4828686" cy="206932"/>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1" u="none" strike="noStrike" kern="1200" cap="none" spc="0" normalizeH="0" baseline="0" noProof="0">
                  <a:ln>
                    <a:noFill/>
                  </a:ln>
                  <a:solidFill>
                    <a:schemeClr val="bg1"/>
                  </a:solidFill>
                  <a:effectLst/>
                  <a:uLnTx/>
                  <a:uFillTx/>
                  <a:ea typeface="+mn-ea"/>
                  <a:cs typeface="Arial" pitchFamily="34" charset="0"/>
                </a:rPr>
                <a:t>Correlation across JKP Factors</a:t>
              </a:r>
            </a:p>
          </p:txBody>
        </p:sp>
        <p:sp>
          <p:nvSpPr>
            <p:cNvPr id="18" name="TextBox 23">
              <a:extLst>
                <a:ext uri="{FF2B5EF4-FFF2-40B4-BE49-F238E27FC236}">
                  <a16:creationId xmlns:a16="http://schemas.microsoft.com/office/drawing/2014/main" id="{C2D843F4-8209-0E32-AB9C-E659D631D25F}"/>
                </a:ext>
              </a:extLst>
            </p:cNvPr>
            <p:cNvSpPr txBox="1"/>
            <p:nvPr/>
          </p:nvSpPr>
          <p:spPr>
            <a:xfrm>
              <a:off x="4074349" y="3030555"/>
              <a:ext cx="4832796" cy="206932"/>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1" u="none" strike="noStrike" kern="1200" cap="none" spc="0" normalizeH="0" baseline="0" noProof="0">
                  <a:ln>
                    <a:noFill/>
                  </a:ln>
                  <a:solidFill>
                    <a:schemeClr val="bg1"/>
                  </a:solidFill>
                  <a:effectLst/>
                  <a:uLnTx/>
                  <a:uFillTx/>
                  <a:ea typeface="+mn-ea"/>
                  <a:cs typeface="Arial" pitchFamily="34" charset="0"/>
                </a:rPr>
                <a:t>Uncorrelated Factors</a:t>
              </a:r>
            </a:p>
          </p:txBody>
        </p:sp>
        <p:sp>
          <p:nvSpPr>
            <p:cNvPr id="19" name="Freeform: Shape 36">
              <a:extLst>
                <a:ext uri="{FF2B5EF4-FFF2-40B4-BE49-F238E27FC236}">
                  <a16:creationId xmlns:a16="http://schemas.microsoft.com/office/drawing/2014/main" id="{14E2C799-A721-E73F-E0AD-063AD17EEFBF}"/>
                </a:ext>
              </a:extLst>
            </p:cNvPr>
            <p:cNvSpPr/>
            <p:nvPr/>
          </p:nvSpPr>
          <p:spPr bwMode="auto">
            <a:xfrm rot="10800000">
              <a:off x="2670746" y="4077172"/>
              <a:ext cx="7616070" cy="405163"/>
            </a:xfrm>
            <a:custGeom>
              <a:avLst/>
              <a:gdLst>
                <a:gd name="connsiteX0" fmla="*/ 7616070 w 7616070"/>
                <a:gd name="connsiteY0" fmla="*/ 405163 h 405163"/>
                <a:gd name="connsiteX1" fmla="*/ 3808027 w 7616070"/>
                <a:gd name="connsiteY1" fmla="*/ 264289 h 405163"/>
                <a:gd name="connsiteX2" fmla="*/ 0 w 7616070"/>
                <a:gd name="connsiteY2" fmla="*/ 405162 h 405163"/>
                <a:gd name="connsiteX3" fmla="*/ 133660 w 7616070"/>
                <a:gd name="connsiteY3" fmla="*/ 135929 h 405163"/>
                <a:gd name="connsiteX4" fmla="*/ 3808029 w 7616070"/>
                <a:gd name="connsiteY4" fmla="*/ 0 h 405163"/>
                <a:gd name="connsiteX5" fmla="*/ 7482410 w 7616070"/>
                <a:gd name="connsiteY5" fmla="*/ 135930 h 405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6070" h="405163">
                  <a:moveTo>
                    <a:pt x="7616070" y="405163"/>
                  </a:moveTo>
                  <a:lnTo>
                    <a:pt x="3808027" y="264289"/>
                  </a:lnTo>
                  <a:lnTo>
                    <a:pt x="0" y="405162"/>
                  </a:lnTo>
                  <a:lnTo>
                    <a:pt x="133660" y="135929"/>
                  </a:lnTo>
                  <a:lnTo>
                    <a:pt x="3808029" y="0"/>
                  </a:lnTo>
                  <a:lnTo>
                    <a:pt x="7482410" y="135930"/>
                  </a:lnTo>
                  <a:close/>
                </a:path>
              </a:pathLst>
            </a:custGeom>
            <a:gradFill>
              <a:gsLst>
                <a:gs pos="30000">
                  <a:srgbClr val="693B04"/>
                </a:gs>
                <a:gs pos="0">
                  <a:srgbClr val="542F05"/>
                </a:gs>
                <a:gs pos="100000">
                  <a:srgbClr val="8C5109"/>
                </a:gs>
              </a:gsLst>
              <a:lin ang="0" scaled="1"/>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20" name="TextBox 24">
              <a:extLst>
                <a:ext uri="{FF2B5EF4-FFF2-40B4-BE49-F238E27FC236}">
                  <a16:creationId xmlns:a16="http://schemas.microsoft.com/office/drawing/2014/main" id="{C4D94DEE-3E3E-2B40-9313-B2D47C44493C}"/>
                </a:ext>
              </a:extLst>
            </p:cNvPr>
            <p:cNvSpPr txBox="1"/>
            <p:nvPr/>
          </p:nvSpPr>
          <p:spPr>
            <a:xfrm>
              <a:off x="4074349" y="4220449"/>
              <a:ext cx="4832795" cy="206932"/>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200" b="1" i="1" noProof="0">
                  <a:solidFill>
                    <a:schemeClr val="bg1"/>
                  </a:solidFill>
                  <a:cs typeface="Arial" pitchFamily="34" charset="0"/>
                  <a:sym typeface="Wingdings" pitchFamily="2" charset="2"/>
                </a:rPr>
                <a:t>Effects on </a:t>
              </a:r>
              <a:r>
                <a:rPr kumimoji="0" lang="en-US" sz="1200" b="1" i="1" u="none" strike="noStrike" kern="1200" cap="none" spc="0" normalizeH="0" baseline="0" noProof="0">
                  <a:ln>
                    <a:noFill/>
                  </a:ln>
                  <a:solidFill>
                    <a:schemeClr val="bg1"/>
                  </a:solidFill>
                  <a:effectLst/>
                  <a:uLnTx/>
                  <a:uFillTx/>
                  <a:ea typeface="+mn-ea"/>
                  <a:cs typeface="Arial" pitchFamily="34" charset="0"/>
                  <a:sym typeface="Wingdings" pitchFamily="2" charset="2"/>
                </a:rPr>
                <a:t>Momentum</a:t>
              </a:r>
              <a:endParaRPr kumimoji="0" lang="en-US" sz="1200" b="1" i="1" u="none" strike="noStrike" kern="1200" cap="none" spc="0" normalizeH="0" baseline="0" noProof="0">
                <a:ln>
                  <a:noFill/>
                </a:ln>
                <a:solidFill>
                  <a:schemeClr val="bg1"/>
                </a:solidFill>
                <a:effectLst/>
                <a:uLnTx/>
                <a:uFillTx/>
                <a:ea typeface="+mn-ea"/>
                <a:cs typeface="Arial" pitchFamily="34" charset="0"/>
              </a:endParaRPr>
            </a:p>
          </p:txBody>
        </p:sp>
        <p:sp>
          <p:nvSpPr>
            <p:cNvPr id="22" name="TextBox 47">
              <a:extLst>
                <a:ext uri="{FF2B5EF4-FFF2-40B4-BE49-F238E27FC236}">
                  <a16:creationId xmlns:a16="http://schemas.microsoft.com/office/drawing/2014/main" id="{D725F308-D8D4-F9DC-8781-7ED14A12BE96}"/>
                </a:ext>
              </a:extLst>
            </p:cNvPr>
            <p:cNvSpPr txBox="1"/>
            <p:nvPr/>
          </p:nvSpPr>
          <p:spPr>
            <a:xfrm>
              <a:off x="2670746" y="2069348"/>
              <a:ext cx="7616070" cy="482842"/>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u="none" strike="noStrike" kern="1200" cap="none" spc="0" normalizeH="0" baseline="0" noProof="0">
                  <a:ln>
                    <a:noFill/>
                  </a:ln>
                  <a:effectLst/>
                  <a:uLnTx/>
                  <a:uFillTx/>
                  <a:ea typeface="+mn-ea"/>
                  <a:cs typeface="Arial" pitchFamily="34" charset="0"/>
                </a:rPr>
                <a:t>We observe clusters of</a:t>
              </a:r>
              <a:r>
                <a:rPr kumimoji="0" lang="en-US" sz="1200" b="1" u="none" strike="noStrike" kern="1200" cap="none" spc="0" normalizeH="0" baseline="0" noProof="0">
                  <a:ln>
                    <a:noFill/>
                  </a:ln>
                  <a:effectLst/>
                  <a:uLnTx/>
                  <a:uFillTx/>
                  <a:ea typeface="+mn-ea"/>
                  <a:cs typeface="Arial" pitchFamily="34" charset="0"/>
                </a:rPr>
                <a:t> highly correlated factors (dark green), </a:t>
              </a:r>
              <a:r>
                <a:rPr kumimoji="0" lang="en-US" sz="1200" u="none" strike="noStrike" kern="1200" cap="none" spc="0" normalizeH="0" baseline="0" noProof="0">
                  <a:ln>
                    <a:noFill/>
                  </a:ln>
                  <a:effectLst/>
                  <a:uLnTx/>
                  <a:uFillTx/>
                  <a:ea typeface="+mn-ea"/>
                  <a:cs typeface="Arial" pitchFamily="34" charset="0"/>
                </a:rPr>
                <a:t>such as profitability and investment factors, as well as groups </a:t>
              </a:r>
              <a:r>
                <a:rPr kumimoji="0" lang="en-US" sz="1200" b="1" u="none" strike="noStrike" kern="1200" cap="none" spc="0" normalizeH="0" baseline="0" noProof="0">
                  <a:ln>
                    <a:noFill/>
                  </a:ln>
                  <a:effectLst/>
                  <a:uLnTx/>
                  <a:uFillTx/>
                  <a:ea typeface="+mn-ea"/>
                  <a:cs typeface="Arial" pitchFamily="34" charset="0"/>
                </a:rPr>
                <a:t>with low or negative correlation (brown). </a:t>
              </a:r>
              <a:endParaRPr kumimoji="0" lang="en-US" sz="1200" u="none" strike="noStrike" kern="1200" cap="none" spc="0" normalizeH="0" baseline="0" noProof="0">
                <a:ln>
                  <a:noFill/>
                </a:ln>
                <a:effectLst/>
                <a:uLnTx/>
                <a:uFillTx/>
                <a:ea typeface="+mn-ea"/>
                <a:cs typeface="Arial" pitchFamily="34" charset="0"/>
              </a:endParaRPr>
            </a:p>
          </p:txBody>
        </p:sp>
        <p:sp>
          <p:nvSpPr>
            <p:cNvPr id="23" name="TextBox 48">
              <a:extLst>
                <a:ext uri="{FF2B5EF4-FFF2-40B4-BE49-F238E27FC236}">
                  <a16:creationId xmlns:a16="http://schemas.microsoft.com/office/drawing/2014/main" id="{82976F86-421F-2CF4-5D1E-254BFB085335}"/>
                </a:ext>
              </a:extLst>
            </p:cNvPr>
            <p:cNvSpPr txBox="1"/>
            <p:nvPr/>
          </p:nvSpPr>
          <p:spPr>
            <a:xfrm>
              <a:off x="3625760" y="3379070"/>
              <a:ext cx="5698586" cy="482842"/>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u="none" strike="noStrike" kern="1200" cap="none" spc="0" normalizeH="0" baseline="0" noProof="0">
                  <a:ln>
                    <a:noFill/>
                  </a:ln>
                  <a:effectLst/>
                  <a:uLnTx/>
                  <a:uFillTx/>
                  <a:ea typeface="+mn-ea"/>
                  <a:cs typeface="Arial" pitchFamily="34" charset="0"/>
                </a:rPr>
                <a:t>Size (SMB) and momentum-related factors remain largely orthogonal</a:t>
              </a:r>
              <a:r>
                <a:rPr kumimoji="0" lang="en-US" sz="1200" u="none" strike="noStrike" kern="1200" cap="none" spc="0" normalizeH="0" baseline="0" noProof="0">
                  <a:ln>
                    <a:noFill/>
                  </a:ln>
                  <a:effectLst/>
                  <a:uLnTx/>
                  <a:uFillTx/>
                  <a:ea typeface="+mn-ea"/>
                  <a:cs typeface="Arial" pitchFamily="34" charset="0"/>
                </a:rPr>
                <a:t>, reflecting their distinct economic drivers.</a:t>
              </a:r>
            </a:p>
          </p:txBody>
        </p:sp>
        <p:sp>
          <p:nvSpPr>
            <p:cNvPr id="24" name="TextBox 49">
              <a:extLst>
                <a:ext uri="{FF2B5EF4-FFF2-40B4-BE49-F238E27FC236}">
                  <a16:creationId xmlns:a16="http://schemas.microsoft.com/office/drawing/2014/main" id="{339C9D93-2709-A315-7297-9DC17730F5B0}"/>
                </a:ext>
              </a:extLst>
            </p:cNvPr>
            <p:cNvSpPr txBox="1"/>
            <p:nvPr/>
          </p:nvSpPr>
          <p:spPr>
            <a:xfrm>
              <a:off x="4042964" y="4681908"/>
              <a:ext cx="4864180" cy="344887"/>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u="none" strike="noStrike" kern="1200" cap="none" spc="0" normalizeH="0" baseline="0" noProof="0">
                  <a:ln>
                    <a:noFill/>
                  </a:ln>
                  <a:effectLst/>
                  <a:uLnTx/>
                  <a:uFillTx/>
                  <a:ea typeface="+mn-ea"/>
                  <a:cs typeface="Arial" pitchFamily="34" charset="0"/>
                </a:rPr>
                <a:t>Fundamental factors move together, reinforcing systematic momentum.</a:t>
              </a:r>
            </a:p>
          </p:txBody>
        </p:sp>
      </p:grpSp>
    </p:spTree>
    <p:extLst>
      <p:ext uri="{BB962C8B-B14F-4D97-AF65-F5344CB8AC3E}">
        <p14:creationId xmlns:p14="http://schemas.microsoft.com/office/powerpoint/2010/main" val="3340008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017CB84E-9EEE-01A6-D993-7D9D58BC6F34}"/>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C0F4111C-E2DE-4A1C-3B1C-1FC10AFECF34}"/>
              </a:ext>
            </a:extLst>
          </p:cNvPr>
          <p:cNvSpPr>
            <a:spLocks noGrp="1"/>
          </p:cNvSpPr>
          <p:nvPr>
            <p:ph type="body" sz="quarter" idx="13"/>
          </p:nvPr>
        </p:nvSpPr>
        <p:spPr/>
        <p:txBody>
          <a:bodyPr/>
          <a:lstStyle/>
          <a:p>
            <a:r>
              <a:rPr lang="en-US" noProof="0"/>
              <a:t>Part 1 (Factor level) – Performance &amp; Robustness Checks</a:t>
            </a:r>
          </a:p>
        </p:txBody>
      </p:sp>
      <p:sp>
        <p:nvSpPr>
          <p:cNvPr id="8" name="Rectangle 7">
            <a:extLst>
              <a:ext uri="{FF2B5EF4-FFF2-40B4-BE49-F238E27FC236}">
                <a16:creationId xmlns:a16="http://schemas.microsoft.com/office/drawing/2014/main" id="{6C28CA53-AA48-A242-FD2B-EE97628FEFDC}"/>
              </a:ext>
            </a:extLst>
          </p:cNvPr>
          <p:cNvSpPr/>
          <p:nvPr/>
        </p:nvSpPr>
        <p:spPr>
          <a:xfrm>
            <a:off x="391886" y="881744"/>
            <a:ext cx="1125824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Robustness Checks</a:t>
            </a:r>
          </a:p>
        </p:txBody>
      </p:sp>
      <p:sp>
        <p:nvSpPr>
          <p:cNvPr id="2" name="Rectangle 1">
            <a:extLst>
              <a:ext uri="{FF2B5EF4-FFF2-40B4-BE49-F238E27FC236}">
                <a16:creationId xmlns:a16="http://schemas.microsoft.com/office/drawing/2014/main" id="{4F3046A7-4A8C-602F-7E18-28B733CEB611}"/>
              </a:ext>
            </a:extLst>
          </p:cNvPr>
          <p:cNvSpPr/>
          <p:nvPr/>
        </p:nvSpPr>
        <p:spPr>
          <a:xfrm>
            <a:off x="391886" y="1748308"/>
            <a:ext cx="11258246" cy="34523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400" noProof="0">
              <a:solidFill>
                <a:schemeClr val="tx1"/>
              </a:solidFill>
            </a:endParaRPr>
          </a:p>
        </p:txBody>
      </p:sp>
      <p:pic>
        <p:nvPicPr>
          <p:cNvPr id="9" name="Picture 8">
            <a:extLst>
              <a:ext uri="{FF2B5EF4-FFF2-40B4-BE49-F238E27FC236}">
                <a16:creationId xmlns:a16="http://schemas.microsoft.com/office/drawing/2014/main" id="{41D19504-4158-0EAC-71ED-4E1D2C2A2DBC}"/>
              </a:ext>
            </a:extLst>
          </p:cNvPr>
          <p:cNvPicPr>
            <a:picLocks noChangeAspect="1"/>
          </p:cNvPicPr>
          <p:nvPr/>
        </p:nvPicPr>
        <p:blipFill>
          <a:blip r:embed="rId3"/>
          <a:stretch>
            <a:fillRect/>
          </a:stretch>
        </p:blipFill>
        <p:spPr>
          <a:xfrm>
            <a:off x="462188" y="1582361"/>
            <a:ext cx="5633812" cy="3314006"/>
          </a:xfrm>
          <a:prstGeom prst="rect">
            <a:avLst/>
          </a:prstGeom>
        </p:spPr>
      </p:pic>
      <p:pic>
        <p:nvPicPr>
          <p:cNvPr id="3" name="Immagine 2" descr="Immagine che contiene testo, linea, schermata, Diagramma&#10;&#10;Il contenuto generato dall'IA potrebbe non essere corretto.">
            <a:extLst>
              <a:ext uri="{FF2B5EF4-FFF2-40B4-BE49-F238E27FC236}">
                <a16:creationId xmlns:a16="http://schemas.microsoft.com/office/drawing/2014/main" id="{49AB05D2-B88B-00C1-CDD0-E841936F94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0800" y="1486147"/>
            <a:ext cx="5249332" cy="3545255"/>
          </a:xfrm>
          <a:prstGeom prst="rect">
            <a:avLst/>
          </a:prstGeom>
        </p:spPr>
      </p:pic>
      <p:sp>
        <p:nvSpPr>
          <p:cNvPr id="18" name="Figura a mano libera 17">
            <a:extLst>
              <a:ext uri="{FF2B5EF4-FFF2-40B4-BE49-F238E27FC236}">
                <a16:creationId xmlns:a16="http://schemas.microsoft.com/office/drawing/2014/main" id="{21399A85-B272-C36E-AF57-EFE1E1886B46}"/>
              </a:ext>
            </a:extLst>
          </p:cNvPr>
          <p:cNvSpPr/>
          <p:nvPr/>
        </p:nvSpPr>
        <p:spPr bwMode="auto">
          <a:xfrm>
            <a:off x="6096000" y="5025891"/>
            <a:ext cx="5584661" cy="355940"/>
          </a:xfrm>
          <a:custGeom>
            <a:avLst/>
            <a:gdLst>
              <a:gd name="csX0" fmla="*/ 0 w 5227610"/>
              <a:gd name="csY0" fmla="*/ 0 h 355940"/>
              <a:gd name="csX1" fmla="*/ 5214083 w 5227610"/>
              <a:gd name="csY1" fmla="*/ 0 h 355940"/>
              <a:gd name="csX2" fmla="*/ 5218802 w 5227610"/>
              <a:gd name="csY2" fmla="*/ 4837 h 355940"/>
              <a:gd name="csX3" fmla="*/ 5218802 w 5227610"/>
              <a:gd name="csY3" fmla="*/ 342074 h 355940"/>
              <a:gd name="csX4" fmla="*/ 5227610 w 5227610"/>
              <a:gd name="csY4" fmla="*/ 342074 h 355940"/>
              <a:gd name="csX5" fmla="*/ 5214083 w 5227610"/>
              <a:gd name="csY5" fmla="*/ 355940 h 355940"/>
              <a:gd name="csX6" fmla="*/ 0 w 5227610"/>
              <a:gd name="csY6" fmla="*/ 355940 h 355940"/>
              <a:gd name="csX7" fmla="*/ 173620 w 5227610"/>
              <a:gd name="csY7" fmla="*/ 177970 h 3559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227610" h="355940">
                <a:moveTo>
                  <a:pt x="0" y="0"/>
                </a:moveTo>
                <a:lnTo>
                  <a:pt x="5214083" y="0"/>
                </a:lnTo>
                <a:lnTo>
                  <a:pt x="5218802" y="4837"/>
                </a:lnTo>
                <a:lnTo>
                  <a:pt x="5218802" y="342074"/>
                </a:lnTo>
                <a:lnTo>
                  <a:pt x="5227610" y="342074"/>
                </a:lnTo>
                <a:lnTo>
                  <a:pt x="5214083" y="355940"/>
                </a:lnTo>
                <a:lnTo>
                  <a:pt x="0" y="355940"/>
                </a:lnTo>
                <a:lnTo>
                  <a:pt x="173620" y="177970"/>
                </a:lnTo>
                <a:close/>
              </a:path>
            </a:pathLst>
          </a:custGeom>
          <a:gradFill flip="none" rotWithShape="1">
            <a:gsLst>
              <a:gs pos="38000">
                <a:srgbClr val="18469F"/>
              </a:gs>
              <a:gs pos="67000">
                <a:srgbClr val="4D7CD0"/>
              </a:gs>
              <a:gs pos="100000">
                <a:srgbClr val="BFD7E7"/>
              </a:gs>
            </a:gsLst>
            <a:lin ang="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5" name="Arrow: Pentagon 72">
            <a:extLst>
              <a:ext uri="{FF2B5EF4-FFF2-40B4-BE49-F238E27FC236}">
                <a16:creationId xmlns:a16="http://schemas.microsoft.com/office/drawing/2014/main" id="{8BC4AF91-27FC-7850-0B4A-4D1BE0909C90}"/>
              </a:ext>
            </a:extLst>
          </p:cNvPr>
          <p:cNvSpPr/>
          <p:nvPr/>
        </p:nvSpPr>
        <p:spPr bwMode="auto">
          <a:xfrm>
            <a:off x="515937" y="5031402"/>
            <a:ext cx="5584660" cy="344919"/>
          </a:xfrm>
          <a:prstGeom prst="homePlate">
            <a:avLst/>
          </a:prstGeom>
          <a:gradFill flip="none" rotWithShape="1">
            <a:gsLst>
              <a:gs pos="0">
                <a:srgbClr val="113981"/>
              </a:gs>
              <a:gs pos="19000">
                <a:srgbClr val="1848A0"/>
              </a:gs>
              <a:gs pos="0">
                <a:schemeClr val="accent1">
                  <a:lumMod val="40000"/>
                  <a:lumOff val="60000"/>
                </a:schemeClr>
              </a:gs>
              <a:gs pos="100000">
                <a:schemeClr val="accent1"/>
              </a:gs>
              <a:gs pos="100000">
                <a:schemeClr val="accent1"/>
              </a:gs>
              <a:gs pos="100000">
                <a:schemeClr val="accent1">
                  <a:lumMod val="75000"/>
                </a:schemeClr>
              </a:gs>
            </a:gsLst>
            <a:lin ang="1080000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algn="ctr" defTabSz="457200"/>
            <a:endParaRPr lang="en-US" sz="1200" b="1" noProof="0">
              <a:solidFill>
                <a:schemeClr val="bg1"/>
              </a:solidFill>
              <a:latin typeface="Arial" pitchFamily="34" charset="0"/>
              <a:cs typeface="Arial" pitchFamily="34" charset="0"/>
            </a:endParaRPr>
          </a:p>
        </p:txBody>
      </p:sp>
      <p:sp>
        <p:nvSpPr>
          <p:cNvPr id="10" name="Rectangle 71">
            <a:extLst>
              <a:ext uri="{FF2B5EF4-FFF2-40B4-BE49-F238E27FC236}">
                <a16:creationId xmlns:a16="http://schemas.microsoft.com/office/drawing/2014/main" id="{351752AD-DB68-8A32-1291-5C8253AE1CFB}"/>
              </a:ext>
            </a:extLst>
          </p:cNvPr>
          <p:cNvSpPr/>
          <p:nvPr/>
        </p:nvSpPr>
        <p:spPr bwMode="auto">
          <a:xfrm>
            <a:off x="520147" y="5381781"/>
            <a:ext cx="11155916" cy="1088467"/>
          </a:xfrm>
          <a:prstGeom prst="rect">
            <a:avLst/>
          </a:prstGeom>
          <a:pattFill prst="dkUpDiag">
            <a:fgClr>
              <a:srgbClr val="F4F4F4"/>
            </a:fgClr>
            <a:bgClr>
              <a:schemeClr val="bg1"/>
            </a:bgClr>
          </a:pattFill>
          <a:ln w="9525" cap="flat" cmpd="sng" algn="ctr">
            <a:solidFill>
              <a:srgbClr val="F2F2F2"/>
            </a:solid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11" name="TextBox 52">
            <a:extLst>
              <a:ext uri="{FF2B5EF4-FFF2-40B4-BE49-F238E27FC236}">
                <a16:creationId xmlns:a16="http://schemas.microsoft.com/office/drawing/2014/main" id="{281F3F47-9A34-F523-B3DE-969C60A5E60B}"/>
              </a:ext>
            </a:extLst>
          </p:cNvPr>
          <p:cNvSpPr txBox="1"/>
          <p:nvPr/>
        </p:nvSpPr>
        <p:spPr>
          <a:xfrm>
            <a:off x="7833672" y="5035745"/>
            <a:ext cx="238358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ea typeface="+mn-ea"/>
                <a:cs typeface="Arial"/>
              </a:rPr>
              <a:t>Long/Short Performance</a:t>
            </a:r>
          </a:p>
        </p:txBody>
      </p:sp>
      <p:sp>
        <p:nvSpPr>
          <p:cNvPr id="12" name="TextBox 57">
            <a:extLst>
              <a:ext uri="{FF2B5EF4-FFF2-40B4-BE49-F238E27FC236}">
                <a16:creationId xmlns:a16="http://schemas.microsoft.com/office/drawing/2014/main" id="{D99BB419-B71C-8BAD-0449-907647D5A9FE}"/>
              </a:ext>
            </a:extLst>
          </p:cNvPr>
          <p:cNvSpPr txBox="1"/>
          <p:nvPr/>
        </p:nvSpPr>
        <p:spPr>
          <a:xfrm>
            <a:off x="2175598" y="5822370"/>
            <a:ext cx="2754774"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ea typeface="+mn-ea"/>
                <a:cs typeface="Arial"/>
              </a:rPr>
              <a:t>Lagging the signal by 1 month kills the performance.</a:t>
            </a:r>
          </a:p>
        </p:txBody>
      </p:sp>
      <p:sp>
        <p:nvSpPr>
          <p:cNvPr id="13" name="TextBox 60">
            <a:extLst>
              <a:ext uri="{FF2B5EF4-FFF2-40B4-BE49-F238E27FC236}">
                <a16:creationId xmlns:a16="http://schemas.microsoft.com/office/drawing/2014/main" id="{1E4E3D9D-11A2-8B43-5A9C-F8B47AA59BAF}"/>
              </a:ext>
            </a:extLst>
          </p:cNvPr>
          <p:cNvSpPr txBox="1"/>
          <p:nvPr/>
        </p:nvSpPr>
        <p:spPr>
          <a:xfrm>
            <a:off x="7447874" y="5822370"/>
            <a:ext cx="3240912"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ea typeface="+mn-ea"/>
                <a:cs typeface="Arial"/>
              </a:rPr>
              <a:t>Most of the performance of the strategy comes from the long leg.</a:t>
            </a:r>
          </a:p>
        </p:txBody>
      </p:sp>
      <p:sp>
        <p:nvSpPr>
          <p:cNvPr id="14" name="TextBox 92">
            <a:extLst>
              <a:ext uri="{FF2B5EF4-FFF2-40B4-BE49-F238E27FC236}">
                <a16:creationId xmlns:a16="http://schemas.microsoft.com/office/drawing/2014/main" id="{B23A6733-D9AA-CCAA-4527-53696C044D4D}"/>
              </a:ext>
            </a:extLst>
          </p:cNvPr>
          <p:cNvSpPr txBox="1"/>
          <p:nvPr/>
        </p:nvSpPr>
        <p:spPr>
          <a:xfrm>
            <a:off x="2704008" y="5022306"/>
            <a:ext cx="1682496"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ea typeface="+mn-ea"/>
                <a:cs typeface="Arial"/>
              </a:rPr>
              <a:t>Lagging</a:t>
            </a:r>
          </a:p>
        </p:txBody>
      </p:sp>
      <p:pic>
        <p:nvPicPr>
          <p:cNvPr id="15" name="Graphic 20" descr="Collision with solid fill">
            <a:extLst>
              <a:ext uri="{FF2B5EF4-FFF2-40B4-BE49-F238E27FC236}">
                <a16:creationId xmlns:a16="http://schemas.microsoft.com/office/drawing/2014/main" id="{F84E8AD5-1A66-C34E-21C8-2B0518C4AD2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65256" y="5427494"/>
            <a:ext cx="360000" cy="360000"/>
          </a:xfrm>
          <a:prstGeom prst="rect">
            <a:avLst/>
          </a:prstGeom>
          <a:effectLst>
            <a:outerShdw blurRad="88900" sx="102000" sy="102000" algn="ctr" rotWithShape="0">
              <a:srgbClr val="1E558A">
                <a:alpha val="10000"/>
              </a:srgbClr>
            </a:outerShdw>
          </a:effectLst>
        </p:spPr>
      </p:pic>
      <p:pic>
        <p:nvPicPr>
          <p:cNvPr id="16" name="Graphic 23" descr="Network diagram with solid fill">
            <a:extLst>
              <a:ext uri="{FF2B5EF4-FFF2-40B4-BE49-F238E27FC236}">
                <a16:creationId xmlns:a16="http://schemas.microsoft.com/office/drawing/2014/main" id="{87616430-9949-F9F4-454E-77F716B67C0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88330" y="5427494"/>
            <a:ext cx="360000" cy="360000"/>
          </a:xfrm>
          <a:prstGeom prst="rect">
            <a:avLst/>
          </a:prstGeom>
          <a:effectLst>
            <a:outerShdw blurRad="88900" sx="102000" sy="102000" algn="ctr" rotWithShape="0">
              <a:srgbClr val="1E558A">
                <a:alpha val="10000"/>
              </a:srgbClr>
            </a:outerShdw>
          </a:effectLst>
        </p:spPr>
      </p:pic>
    </p:spTree>
    <p:extLst>
      <p:ext uri="{BB962C8B-B14F-4D97-AF65-F5344CB8AC3E}">
        <p14:creationId xmlns:p14="http://schemas.microsoft.com/office/powerpoint/2010/main" val="2637423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EEC2C1DF-7A3E-9FE7-A81E-A1978460A068}"/>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BDE8ED60-1ED0-A890-E6A8-79E0DD6B1A3A}"/>
              </a:ext>
            </a:extLst>
          </p:cNvPr>
          <p:cNvSpPr>
            <a:spLocks noGrp="1"/>
          </p:cNvSpPr>
          <p:nvPr>
            <p:ph type="body" sz="quarter" idx="13"/>
          </p:nvPr>
        </p:nvSpPr>
        <p:spPr/>
        <p:txBody>
          <a:bodyPr/>
          <a:lstStyle/>
          <a:p>
            <a:r>
              <a:rPr lang="en-US" noProof="0"/>
              <a:t>Part 1 (Factor level) – Performance &amp; Robustness Checks</a:t>
            </a:r>
          </a:p>
        </p:txBody>
      </p:sp>
      <p:sp>
        <p:nvSpPr>
          <p:cNvPr id="8" name="Rectangle 7">
            <a:extLst>
              <a:ext uri="{FF2B5EF4-FFF2-40B4-BE49-F238E27FC236}">
                <a16:creationId xmlns:a16="http://schemas.microsoft.com/office/drawing/2014/main" id="{090A61E5-BAC8-6453-EC42-D669C4B9D60B}"/>
              </a:ext>
            </a:extLst>
          </p:cNvPr>
          <p:cNvSpPr/>
          <p:nvPr/>
        </p:nvSpPr>
        <p:spPr>
          <a:xfrm>
            <a:off x="391886" y="881744"/>
            <a:ext cx="1125824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Change of Momentum Definition</a:t>
            </a:r>
          </a:p>
        </p:txBody>
      </p:sp>
      <p:sp>
        <p:nvSpPr>
          <p:cNvPr id="2" name="Rectangle 1">
            <a:extLst>
              <a:ext uri="{FF2B5EF4-FFF2-40B4-BE49-F238E27FC236}">
                <a16:creationId xmlns:a16="http://schemas.microsoft.com/office/drawing/2014/main" id="{520D6546-A743-0411-5B94-0958DC3927CE}"/>
              </a:ext>
            </a:extLst>
          </p:cNvPr>
          <p:cNvSpPr/>
          <p:nvPr/>
        </p:nvSpPr>
        <p:spPr>
          <a:xfrm>
            <a:off x="391886" y="1748308"/>
            <a:ext cx="11258246" cy="34523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400" noProof="0">
              <a:solidFill>
                <a:schemeClr val="tx1"/>
              </a:solidFill>
            </a:endParaRPr>
          </a:p>
        </p:txBody>
      </p:sp>
      <p:sp>
        <p:nvSpPr>
          <p:cNvPr id="4" name="AutoShape 2">
            <a:extLst>
              <a:ext uri="{FF2B5EF4-FFF2-40B4-BE49-F238E27FC236}">
                <a16:creationId xmlns:a16="http://schemas.microsoft.com/office/drawing/2014/main" id="{9D0E1CA9-C4C1-9B54-87B6-09D511886049}"/>
              </a:ext>
            </a:extLst>
          </p:cNvPr>
          <p:cNvSpPr>
            <a:spLocks noChangeAspect="1" noChangeArrowheads="1"/>
          </p:cNvSpPr>
          <p:nvPr/>
        </p:nvSpPr>
        <p:spPr bwMode="auto">
          <a:xfrm>
            <a:off x="5943599" y="2165195"/>
            <a:ext cx="1416205" cy="141620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a:p>
        </p:txBody>
      </p:sp>
      <p:sp>
        <p:nvSpPr>
          <p:cNvPr id="5" name="AutoShape 4">
            <a:extLst>
              <a:ext uri="{FF2B5EF4-FFF2-40B4-BE49-F238E27FC236}">
                <a16:creationId xmlns:a16="http://schemas.microsoft.com/office/drawing/2014/main" id="{4B983BA9-2FBB-F417-D2CF-DDC41B93F15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a:p>
        </p:txBody>
      </p:sp>
      <p:pic>
        <p:nvPicPr>
          <p:cNvPr id="12" name="Picture 11">
            <a:extLst>
              <a:ext uri="{FF2B5EF4-FFF2-40B4-BE49-F238E27FC236}">
                <a16:creationId xmlns:a16="http://schemas.microsoft.com/office/drawing/2014/main" id="{05817BDA-886A-FBF1-6C90-92699972D1B9}"/>
              </a:ext>
            </a:extLst>
          </p:cNvPr>
          <p:cNvPicPr>
            <a:picLocks noChangeAspect="1"/>
          </p:cNvPicPr>
          <p:nvPr/>
        </p:nvPicPr>
        <p:blipFill>
          <a:blip r:embed="rId3"/>
          <a:stretch>
            <a:fillRect/>
          </a:stretch>
        </p:blipFill>
        <p:spPr>
          <a:xfrm>
            <a:off x="391887" y="1567543"/>
            <a:ext cx="8327570" cy="4922468"/>
          </a:xfrm>
          <a:prstGeom prst="rect">
            <a:avLst/>
          </a:prstGeom>
        </p:spPr>
      </p:pic>
      <p:pic>
        <p:nvPicPr>
          <p:cNvPr id="9" name="Graphic 76" descr="Badge Question Mark with solid fill">
            <a:extLst>
              <a:ext uri="{FF2B5EF4-FFF2-40B4-BE49-F238E27FC236}">
                <a16:creationId xmlns:a16="http://schemas.microsoft.com/office/drawing/2014/main" id="{8D3BB53E-577A-3D38-A606-1560E278B71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63072" y="2055796"/>
            <a:ext cx="424800" cy="424800"/>
          </a:xfrm>
          <a:prstGeom prst="rect">
            <a:avLst/>
          </a:prstGeom>
        </p:spPr>
      </p:pic>
      <p:sp>
        <p:nvSpPr>
          <p:cNvPr id="10" name="Freeform: Shape 68">
            <a:extLst>
              <a:ext uri="{FF2B5EF4-FFF2-40B4-BE49-F238E27FC236}">
                <a16:creationId xmlns:a16="http://schemas.microsoft.com/office/drawing/2014/main" id="{4F14853D-E1B7-46A7-8585-AB5A205333BC}"/>
              </a:ext>
            </a:extLst>
          </p:cNvPr>
          <p:cNvSpPr/>
          <p:nvPr/>
        </p:nvSpPr>
        <p:spPr bwMode="auto">
          <a:xfrm>
            <a:off x="9079216" y="2055197"/>
            <a:ext cx="2641670" cy="1038258"/>
          </a:xfrm>
          <a:custGeom>
            <a:avLst/>
            <a:gdLst>
              <a:gd name="connsiteX0" fmla="*/ 409853 w 2642400"/>
              <a:gd name="connsiteY0" fmla="*/ 0 h 1038258"/>
              <a:gd name="connsiteX1" fmla="*/ 2641670 w 2642400"/>
              <a:gd name="connsiteY1" fmla="*/ 0 h 1038258"/>
              <a:gd name="connsiteX2" fmla="*/ 2641670 w 2642400"/>
              <a:gd name="connsiteY2" fmla="*/ 805058 h 1038258"/>
              <a:gd name="connsiteX3" fmla="*/ 2642400 w 2642400"/>
              <a:gd name="connsiteY3" fmla="*/ 805058 h 1038258"/>
              <a:gd name="connsiteX4" fmla="*/ 2642400 w 2642400"/>
              <a:gd name="connsiteY4" fmla="*/ 1038258 h 1038258"/>
              <a:gd name="connsiteX5" fmla="*/ 0 w 2642400"/>
              <a:gd name="connsiteY5" fmla="*/ 1038258 h 1038258"/>
              <a:gd name="connsiteX6" fmla="*/ 0 w 2642400"/>
              <a:gd name="connsiteY6" fmla="*/ 806400 h 1038258"/>
              <a:gd name="connsiteX7" fmla="*/ 0 w 2642400"/>
              <a:gd name="connsiteY7" fmla="*/ 805058 h 1038258"/>
              <a:gd name="connsiteX8" fmla="*/ 0 w 2642400"/>
              <a:gd name="connsiteY8" fmla="*/ 385085 h 1038258"/>
              <a:gd name="connsiteX9" fmla="*/ 19722 w 2642400"/>
              <a:gd name="connsiteY9" fmla="*/ 414440 h 1038258"/>
              <a:gd name="connsiteX10" fmla="*/ 221043 w 2642400"/>
              <a:gd name="connsiteY10" fmla="*/ 498128 h 1038258"/>
              <a:gd name="connsiteX11" fmla="*/ 505754 w 2642400"/>
              <a:gd name="connsiteY11" fmla="*/ 212400 h 1038258"/>
              <a:gd name="connsiteX12" fmla="*/ 422364 w 2642400"/>
              <a:gd name="connsiteY12" fmla="*/ 10360 h 1038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42400" h="1038258">
                <a:moveTo>
                  <a:pt x="409853" y="0"/>
                </a:moveTo>
                <a:lnTo>
                  <a:pt x="2641670" y="0"/>
                </a:lnTo>
                <a:lnTo>
                  <a:pt x="2641670" y="805058"/>
                </a:lnTo>
                <a:lnTo>
                  <a:pt x="2642400" y="805058"/>
                </a:lnTo>
                <a:lnTo>
                  <a:pt x="2642400" y="1038258"/>
                </a:lnTo>
                <a:lnTo>
                  <a:pt x="0" y="1038258"/>
                </a:lnTo>
                <a:lnTo>
                  <a:pt x="0" y="806400"/>
                </a:lnTo>
                <a:lnTo>
                  <a:pt x="0" y="805058"/>
                </a:lnTo>
                <a:lnTo>
                  <a:pt x="0" y="385085"/>
                </a:lnTo>
                <a:lnTo>
                  <a:pt x="19722" y="414440"/>
                </a:lnTo>
                <a:cubicBezTo>
                  <a:pt x="71245" y="466147"/>
                  <a:pt x="142422" y="498128"/>
                  <a:pt x="221043" y="498128"/>
                </a:cubicBezTo>
                <a:cubicBezTo>
                  <a:pt x="378284" y="498128"/>
                  <a:pt x="505754" y="370203"/>
                  <a:pt x="505754" y="212400"/>
                </a:cubicBezTo>
                <a:cubicBezTo>
                  <a:pt x="505754" y="133499"/>
                  <a:pt x="473887" y="62067"/>
                  <a:pt x="422364" y="10360"/>
                </a:cubicBezTo>
                <a:close/>
              </a:path>
            </a:pathLst>
          </a:custGeom>
          <a:pattFill prst="dkDnDiag">
            <a:fgClr>
              <a:schemeClr val="bg2"/>
            </a:fgClr>
            <a:bgClr>
              <a:schemeClr val="bg1"/>
            </a:bgClr>
          </a:pattFill>
          <a:ln w="9525" cap="flat" cmpd="sng" algn="ctr">
            <a:noFill/>
            <a:prstDash val="solid"/>
            <a:round/>
            <a:headEnd type="none" w="med" len="med"/>
            <a:tailEnd type="none" w="med" len="med"/>
          </a:ln>
          <a:effectLst/>
        </p:spPr>
        <p:txBody>
          <a:bodyPr vert="horz" wrap="square" lIns="612000" tIns="108000" rIns="36000" bIns="108000"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100" i="0" u="none" strike="noStrike" cap="none" normalizeH="0" baseline="0" noProof="0">
                <a:ln>
                  <a:noFill/>
                </a:ln>
                <a:solidFill>
                  <a:srgbClr val="000000"/>
                </a:solidFill>
                <a:effectLst/>
                <a:latin typeface="Arial" pitchFamily="34" charset="0"/>
                <a:cs typeface="Arial" pitchFamily="34" charset="0"/>
              </a:rPr>
              <a:t>We changed the definition of momentum to</a:t>
            </a:r>
            <a:r>
              <a:rPr kumimoji="0" lang="en-US" sz="1100" b="1" i="0" u="none" strike="noStrike" cap="none" normalizeH="0" baseline="0" noProof="0">
                <a:ln>
                  <a:noFill/>
                </a:ln>
                <a:solidFill>
                  <a:srgbClr val="000000"/>
                </a:solidFill>
                <a:effectLst/>
                <a:latin typeface="Arial" pitchFamily="34" charset="0"/>
                <a:cs typeface="Arial" pitchFamily="34" charset="0"/>
              </a:rPr>
              <a:t> 25%/25%: </a:t>
            </a:r>
            <a:r>
              <a:rPr kumimoji="0" lang="en-US" sz="1100" i="0" u="none" strike="noStrike" cap="none" normalizeH="0" baseline="0" noProof="0">
                <a:ln>
                  <a:noFill/>
                </a:ln>
                <a:solidFill>
                  <a:srgbClr val="000000"/>
                </a:solidFill>
                <a:effectLst/>
                <a:latin typeface="Arial" pitchFamily="34" charset="0"/>
                <a:cs typeface="Arial" pitchFamily="34" charset="0"/>
              </a:rPr>
              <a:t>the orange line is</a:t>
            </a:r>
            <a:r>
              <a:rPr kumimoji="0" lang="en-US" sz="1100" b="1" i="0" u="none" strike="noStrike" cap="none" normalizeH="0" baseline="0" noProof="0">
                <a:ln>
                  <a:noFill/>
                </a:ln>
                <a:solidFill>
                  <a:srgbClr val="000000"/>
                </a:solidFill>
                <a:effectLst/>
                <a:latin typeface="Arial" pitchFamily="34" charset="0"/>
                <a:cs typeface="Arial" pitchFamily="34" charset="0"/>
              </a:rPr>
              <a:t> long top 25% and short bottom 25%.</a:t>
            </a:r>
          </a:p>
        </p:txBody>
      </p:sp>
      <p:pic>
        <p:nvPicPr>
          <p:cNvPr id="11" name="Graphic 53" descr="Boxing Glove with solid fill">
            <a:extLst>
              <a:ext uri="{FF2B5EF4-FFF2-40B4-BE49-F238E27FC236}">
                <a16:creationId xmlns:a16="http://schemas.microsoft.com/office/drawing/2014/main" id="{DE373BBB-078C-FC7A-AC08-6EB7D508D19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44476" y="5277738"/>
            <a:ext cx="424475" cy="424475"/>
          </a:xfrm>
          <a:prstGeom prst="rect">
            <a:avLst/>
          </a:prstGeom>
        </p:spPr>
      </p:pic>
      <p:pic>
        <p:nvPicPr>
          <p:cNvPr id="13" name="Graphic 57" descr="Flying Money with solid fill">
            <a:extLst>
              <a:ext uri="{FF2B5EF4-FFF2-40B4-BE49-F238E27FC236}">
                <a16:creationId xmlns:a16="http://schemas.microsoft.com/office/drawing/2014/main" id="{9898E024-2EEB-3E8E-AFC6-D64AFB92B32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51676" y="3663689"/>
            <a:ext cx="424800" cy="424800"/>
          </a:xfrm>
          <a:prstGeom prst="rect">
            <a:avLst/>
          </a:prstGeom>
        </p:spPr>
      </p:pic>
      <p:sp>
        <p:nvSpPr>
          <p:cNvPr id="14" name="Freeform: Shape 70">
            <a:extLst>
              <a:ext uri="{FF2B5EF4-FFF2-40B4-BE49-F238E27FC236}">
                <a16:creationId xmlns:a16="http://schemas.microsoft.com/office/drawing/2014/main" id="{16F5A658-918E-DA61-7135-50E8CCA479C7}"/>
              </a:ext>
            </a:extLst>
          </p:cNvPr>
          <p:cNvSpPr/>
          <p:nvPr/>
        </p:nvSpPr>
        <p:spPr bwMode="auto">
          <a:xfrm>
            <a:off x="9043310" y="3663011"/>
            <a:ext cx="2641670" cy="1039963"/>
          </a:xfrm>
          <a:custGeom>
            <a:avLst/>
            <a:gdLst>
              <a:gd name="connsiteX0" fmla="*/ 2362 w 2641670"/>
              <a:gd name="connsiteY0" fmla="*/ 806763 h 1039963"/>
              <a:gd name="connsiteX1" fmla="*/ 2641586 w 2641670"/>
              <a:gd name="connsiteY1" fmla="*/ 806763 h 1039963"/>
              <a:gd name="connsiteX2" fmla="*/ 2641586 w 2641670"/>
              <a:gd name="connsiteY2" fmla="*/ 1039963 h 1039963"/>
              <a:gd name="connsiteX3" fmla="*/ 2362 w 2641670"/>
              <a:gd name="connsiteY3" fmla="*/ 1039963 h 1039963"/>
              <a:gd name="connsiteX4" fmla="*/ 409853 w 2641670"/>
              <a:gd name="connsiteY4" fmla="*/ 0 h 1039963"/>
              <a:gd name="connsiteX5" fmla="*/ 2641670 w 2641670"/>
              <a:gd name="connsiteY5" fmla="*/ 0 h 1039963"/>
              <a:gd name="connsiteX6" fmla="*/ 2641670 w 2641670"/>
              <a:gd name="connsiteY6" fmla="*/ 806400 h 1039963"/>
              <a:gd name="connsiteX7" fmla="*/ 0 w 2641670"/>
              <a:gd name="connsiteY7" fmla="*/ 806400 h 1039963"/>
              <a:gd name="connsiteX8" fmla="*/ 0 w 2641670"/>
              <a:gd name="connsiteY8" fmla="*/ 385085 h 1039963"/>
              <a:gd name="connsiteX9" fmla="*/ 19722 w 2641670"/>
              <a:gd name="connsiteY9" fmla="*/ 414440 h 1039963"/>
              <a:gd name="connsiteX10" fmla="*/ 221043 w 2641670"/>
              <a:gd name="connsiteY10" fmla="*/ 498128 h 1039963"/>
              <a:gd name="connsiteX11" fmla="*/ 505754 w 2641670"/>
              <a:gd name="connsiteY11" fmla="*/ 212400 h 1039963"/>
              <a:gd name="connsiteX12" fmla="*/ 422364 w 2641670"/>
              <a:gd name="connsiteY12" fmla="*/ 10360 h 103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41670" h="1039963">
                <a:moveTo>
                  <a:pt x="2362" y="806763"/>
                </a:moveTo>
                <a:lnTo>
                  <a:pt x="2641586" y="806763"/>
                </a:lnTo>
                <a:lnTo>
                  <a:pt x="2641586" y="1039963"/>
                </a:lnTo>
                <a:lnTo>
                  <a:pt x="2362" y="1039963"/>
                </a:lnTo>
                <a:close/>
                <a:moveTo>
                  <a:pt x="409853" y="0"/>
                </a:moveTo>
                <a:lnTo>
                  <a:pt x="2641670" y="0"/>
                </a:lnTo>
                <a:lnTo>
                  <a:pt x="2641670" y="806400"/>
                </a:lnTo>
                <a:lnTo>
                  <a:pt x="0" y="806400"/>
                </a:lnTo>
                <a:lnTo>
                  <a:pt x="0" y="385085"/>
                </a:lnTo>
                <a:lnTo>
                  <a:pt x="19722" y="414440"/>
                </a:lnTo>
                <a:cubicBezTo>
                  <a:pt x="71245" y="466147"/>
                  <a:pt x="142422" y="498128"/>
                  <a:pt x="221043" y="498128"/>
                </a:cubicBezTo>
                <a:cubicBezTo>
                  <a:pt x="378284" y="498128"/>
                  <a:pt x="505754" y="370203"/>
                  <a:pt x="505754" y="212400"/>
                </a:cubicBezTo>
                <a:cubicBezTo>
                  <a:pt x="505754" y="133499"/>
                  <a:pt x="473887" y="62067"/>
                  <a:pt x="422364" y="10360"/>
                </a:cubicBezTo>
                <a:close/>
              </a:path>
            </a:pathLst>
          </a:custGeom>
          <a:pattFill prst="dkDnDiag">
            <a:fgClr>
              <a:schemeClr val="bg2"/>
            </a:fgClr>
            <a:bgClr>
              <a:schemeClr val="bg1"/>
            </a:bgClr>
          </a:pattFill>
          <a:ln w="9525" cap="flat" cmpd="sng" algn="ctr">
            <a:noFill/>
            <a:prstDash val="solid"/>
            <a:round/>
            <a:headEnd type="none" w="med" len="med"/>
            <a:tailEnd type="none" w="med" len="med"/>
          </a:ln>
          <a:effectLst/>
        </p:spPr>
        <p:txBody>
          <a:bodyPr vert="horz" wrap="square" lIns="612000" tIns="108000" rIns="36000" bIns="108000" numCol="1" rtlCol="0" anchor="ctr" anchorCtr="0" compatLnSpc="1">
            <a:prstTxWarp prst="textNoShape">
              <a:avLst/>
            </a:prstTxWarp>
            <a:noAutofit/>
          </a:bodyPr>
          <a:lstStyle/>
          <a:p>
            <a:pPr defTabSz="914400" fontAlgn="base">
              <a:spcBef>
                <a:spcPct val="0"/>
              </a:spcBef>
              <a:spcAft>
                <a:spcPct val="0"/>
              </a:spcAft>
            </a:pPr>
            <a:r>
              <a:rPr lang="en-US" sz="1100" noProof="0">
                <a:solidFill>
                  <a:srgbClr val="000000"/>
                </a:solidFill>
                <a:latin typeface="Arial" pitchFamily="34" charset="0"/>
                <a:cs typeface="Arial" pitchFamily="34" charset="0"/>
              </a:rPr>
              <a:t>Tail-sorting strengthens the signal: focusing on </a:t>
            </a:r>
            <a:r>
              <a:rPr lang="en-US" sz="1100" b="1" noProof="0">
                <a:solidFill>
                  <a:srgbClr val="000000"/>
                </a:solidFill>
                <a:latin typeface="Arial" pitchFamily="34" charset="0"/>
                <a:cs typeface="Arial" pitchFamily="34" charset="0"/>
              </a:rPr>
              <a:t>extreme winners/losers </a:t>
            </a:r>
            <a:r>
              <a:rPr lang="en-US" sz="1100" noProof="0">
                <a:solidFill>
                  <a:srgbClr val="000000"/>
                </a:solidFill>
                <a:latin typeface="Arial" pitchFamily="34" charset="0"/>
                <a:cs typeface="Arial" pitchFamily="34" charset="0"/>
              </a:rPr>
              <a:t>widens the spread and boosts momentum.</a:t>
            </a:r>
          </a:p>
        </p:txBody>
      </p:sp>
      <p:sp>
        <p:nvSpPr>
          <p:cNvPr id="15" name="Freeform: Shape 71">
            <a:extLst>
              <a:ext uri="{FF2B5EF4-FFF2-40B4-BE49-F238E27FC236}">
                <a16:creationId xmlns:a16="http://schemas.microsoft.com/office/drawing/2014/main" id="{A3728564-AF5D-B7B3-CC22-AFC88E059D0C}"/>
              </a:ext>
            </a:extLst>
          </p:cNvPr>
          <p:cNvSpPr/>
          <p:nvPr/>
        </p:nvSpPr>
        <p:spPr bwMode="auto">
          <a:xfrm>
            <a:off x="9039202" y="5276900"/>
            <a:ext cx="2641670" cy="1035725"/>
          </a:xfrm>
          <a:custGeom>
            <a:avLst/>
            <a:gdLst>
              <a:gd name="connsiteX0" fmla="*/ 409853 w 2641670"/>
              <a:gd name="connsiteY0" fmla="*/ 0 h 1035725"/>
              <a:gd name="connsiteX1" fmla="*/ 2641670 w 2641670"/>
              <a:gd name="connsiteY1" fmla="*/ 0 h 1035725"/>
              <a:gd name="connsiteX2" fmla="*/ 2641670 w 2641670"/>
              <a:gd name="connsiteY2" fmla="*/ 806400 h 1035725"/>
              <a:gd name="connsiteX3" fmla="*/ 2640474 w 2641670"/>
              <a:gd name="connsiteY3" fmla="*/ 806400 h 1035725"/>
              <a:gd name="connsiteX4" fmla="*/ 2640474 w 2641670"/>
              <a:gd name="connsiteY4" fmla="*/ 1035725 h 1035725"/>
              <a:gd name="connsiteX5" fmla="*/ 1250 w 2641670"/>
              <a:gd name="connsiteY5" fmla="*/ 1035725 h 1035725"/>
              <a:gd name="connsiteX6" fmla="*/ 1250 w 2641670"/>
              <a:gd name="connsiteY6" fmla="*/ 806400 h 1035725"/>
              <a:gd name="connsiteX7" fmla="*/ 0 w 2641670"/>
              <a:gd name="connsiteY7" fmla="*/ 806400 h 1035725"/>
              <a:gd name="connsiteX8" fmla="*/ 0 w 2641670"/>
              <a:gd name="connsiteY8" fmla="*/ 385085 h 1035725"/>
              <a:gd name="connsiteX9" fmla="*/ 19722 w 2641670"/>
              <a:gd name="connsiteY9" fmla="*/ 414440 h 1035725"/>
              <a:gd name="connsiteX10" fmla="*/ 221043 w 2641670"/>
              <a:gd name="connsiteY10" fmla="*/ 498128 h 1035725"/>
              <a:gd name="connsiteX11" fmla="*/ 505754 w 2641670"/>
              <a:gd name="connsiteY11" fmla="*/ 212400 h 1035725"/>
              <a:gd name="connsiteX12" fmla="*/ 422364 w 2641670"/>
              <a:gd name="connsiteY12" fmla="*/ 10360 h 103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41670" h="1035725">
                <a:moveTo>
                  <a:pt x="409853" y="0"/>
                </a:moveTo>
                <a:lnTo>
                  <a:pt x="2641670" y="0"/>
                </a:lnTo>
                <a:lnTo>
                  <a:pt x="2641670" y="806400"/>
                </a:lnTo>
                <a:lnTo>
                  <a:pt x="2640474" y="806400"/>
                </a:lnTo>
                <a:lnTo>
                  <a:pt x="2640474" y="1035725"/>
                </a:lnTo>
                <a:lnTo>
                  <a:pt x="1250" y="1035725"/>
                </a:lnTo>
                <a:lnTo>
                  <a:pt x="1250" y="806400"/>
                </a:lnTo>
                <a:lnTo>
                  <a:pt x="0" y="806400"/>
                </a:lnTo>
                <a:lnTo>
                  <a:pt x="0" y="385085"/>
                </a:lnTo>
                <a:lnTo>
                  <a:pt x="19722" y="414440"/>
                </a:lnTo>
                <a:cubicBezTo>
                  <a:pt x="71245" y="466147"/>
                  <a:pt x="142422" y="498128"/>
                  <a:pt x="221043" y="498128"/>
                </a:cubicBezTo>
                <a:cubicBezTo>
                  <a:pt x="378284" y="498128"/>
                  <a:pt x="505754" y="370203"/>
                  <a:pt x="505754" y="212400"/>
                </a:cubicBezTo>
                <a:cubicBezTo>
                  <a:pt x="505754" y="133499"/>
                  <a:pt x="473887" y="62067"/>
                  <a:pt x="422364" y="10360"/>
                </a:cubicBezTo>
                <a:close/>
              </a:path>
            </a:pathLst>
          </a:custGeom>
          <a:pattFill prst="dkDnDiag">
            <a:fgClr>
              <a:schemeClr val="bg2"/>
            </a:fgClr>
            <a:bgClr>
              <a:schemeClr val="bg1"/>
            </a:bgClr>
          </a:pattFill>
          <a:ln w="9525" cap="flat" cmpd="sng" algn="ctr">
            <a:noFill/>
            <a:prstDash val="solid"/>
            <a:round/>
            <a:headEnd type="none" w="med" len="med"/>
            <a:tailEnd type="none" w="med" len="med"/>
          </a:ln>
          <a:effectLst/>
        </p:spPr>
        <p:txBody>
          <a:bodyPr vert="horz" wrap="square" lIns="612000" tIns="108000" rIns="36000" bIns="108000"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r>
              <a:rPr lang="en-US" sz="1100" noProof="0">
                <a:solidFill>
                  <a:srgbClr val="000000"/>
                </a:solidFill>
                <a:latin typeface="Arial" pitchFamily="34" charset="0"/>
                <a:cs typeface="Arial" pitchFamily="34" charset="0"/>
              </a:rPr>
              <a:t>The top-25% long-short portfolio delivers the </a:t>
            </a:r>
            <a:r>
              <a:rPr lang="en-US" sz="1100" b="1" noProof="0">
                <a:solidFill>
                  <a:srgbClr val="000000"/>
                </a:solidFill>
                <a:latin typeface="Arial" pitchFamily="34" charset="0"/>
                <a:cs typeface="Arial" pitchFamily="34" charset="0"/>
              </a:rPr>
              <a:t>highest standalone returns</a:t>
            </a:r>
            <a:r>
              <a:rPr lang="en-US" sz="1100" noProof="0">
                <a:solidFill>
                  <a:srgbClr val="000000"/>
                </a:solidFill>
                <a:latin typeface="Arial" pitchFamily="34" charset="0"/>
                <a:cs typeface="Arial" pitchFamily="34" charset="0"/>
              </a:rPr>
              <a:t>.</a:t>
            </a:r>
            <a:endParaRPr kumimoji="0" lang="en-US" sz="1100" i="0" u="none" strike="noStrike" cap="none" normalizeH="0" baseline="0" noProof="0">
              <a:ln>
                <a:noFill/>
              </a:ln>
              <a:solidFill>
                <a:srgbClr val="000000"/>
              </a:solidFill>
              <a:effectLst/>
              <a:latin typeface="Arial" pitchFamily="34" charset="0"/>
              <a:cs typeface="Arial" pitchFamily="34" charset="0"/>
            </a:endParaRPr>
          </a:p>
        </p:txBody>
      </p:sp>
      <p:grpSp>
        <p:nvGrpSpPr>
          <p:cNvPr id="16" name="Group 44">
            <a:extLst>
              <a:ext uri="{FF2B5EF4-FFF2-40B4-BE49-F238E27FC236}">
                <a16:creationId xmlns:a16="http://schemas.microsoft.com/office/drawing/2014/main" id="{55545A31-E186-3BCF-5303-55F4FD7A30CB}"/>
              </a:ext>
            </a:extLst>
          </p:cNvPr>
          <p:cNvGrpSpPr/>
          <p:nvPr/>
        </p:nvGrpSpPr>
        <p:grpSpPr>
          <a:xfrm>
            <a:off x="8632712" y="2055197"/>
            <a:ext cx="365758" cy="4257428"/>
            <a:chOff x="10173218" y="4267199"/>
            <a:chExt cx="365758" cy="4684974"/>
          </a:xfrm>
        </p:grpSpPr>
        <p:cxnSp>
          <p:nvCxnSpPr>
            <p:cNvPr id="17" name="Gerader Verbinder 11">
              <a:extLst>
                <a:ext uri="{FF2B5EF4-FFF2-40B4-BE49-F238E27FC236}">
                  <a16:creationId xmlns:a16="http://schemas.microsoft.com/office/drawing/2014/main" id="{4A741CC2-83E8-A02D-D8E1-FBA362E7ACBD}"/>
                </a:ext>
              </a:extLst>
            </p:cNvPr>
            <p:cNvCxnSpPr>
              <a:cxnSpLocks/>
            </p:cNvCxnSpPr>
            <p:nvPr/>
          </p:nvCxnSpPr>
          <p:spPr bwMode="auto">
            <a:xfrm>
              <a:off x="10364584" y="4267199"/>
              <a:ext cx="0" cy="4684974"/>
            </a:xfrm>
            <a:prstGeom prst="line">
              <a:avLst/>
            </a:prstGeom>
            <a:noFill/>
            <a:ln w="19050" cap="flat" cmpd="sng" algn="ctr">
              <a:solidFill>
                <a:srgbClr val="D17A0C"/>
              </a:solidFill>
              <a:prstDash val="solid"/>
              <a:round/>
              <a:headEnd type="none" w="med" len="med"/>
              <a:tailEnd type="none" w="med" len="med"/>
            </a:ln>
            <a:effectLst/>
          </p:spPr>
        </p:cxnSp>
        <p:grpSp>
          <p:nvGrpSpPr>
            <p:cNvPr id="18" name="Group 14">
              <a:extLst>
                <a:ext uri="{FF2B5EF4-FFF2-40B4-BE49-F238E27FC236}">
                  <a16:creationId xmlns:a16="http://schemas.microsoft.com/office/drawing/2014/main" id="{61AF7F58-DC46-6F77-2529-3B09B57F2E1A}"/>
                </a:ext>
              </a:extLst>
            </p:cNvPr>
            <p:cNvGrpSpPr/>
            <p:nvPr/>
          </p:nvGrpSpPr>
          <p:grpSpPr>
            <a:xfrm>
              <a:off x="10173218" y="6216299"/>
              <a:ext cx="365758" cy="621741"/>
              <a:chOff x="10190945" y="6120701"/>
              <a:chExt cx="365758" cy="788721"/>
            </a:xfrm>
          </p:grpSpPr>
          <p:sp>
            <p:nvSpPr>
              <p:cNvPr id="19" name="Oval 6">
                <a:extLst>
                  <a:ext uri="{FF2B5EF4-FFF2-40B4-BE49-F238E27FC236}">
                    <a16:creationId xmlns:a16="http://schemas.microsoft.com/office/drawing/2014/main" id="{F8A57133-A438-15CD-2160-9E7BB73B5F1A}"/>
                  </a:ext>
                </a:extLst>
              </p:cNvPr>
              <p:cNvSpPr/>
              <p:nvPr/>
            </p:nvSpPr>
            <p:spPr bwMode="auto">
              <a:xfrm flipV="1">
                <a:off x="10190945" y="6120701"/>
                <a:ext cx="365758" cy="788721"/>
              </a:xfrm>
              <a:prstGeom prst="ellipse">
                <a:avLst/>
              </a:prstGeom>
              <a:solidFill>
                <a:schemeClr val="bg1"/>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pic>
            <p:nvPicPr>
              <p:cNvPr id="20" name="Grafik 12" descr="Caretzeichen nach rechts mit einfarbiger Füllung">
                <a:extLst>
                  <a:ext uri="{FF2B5EF4-FFF2-40B4-BE49-F238E27FC236}">
                    <a16:creationId xmlns:a16="http://schemas.microsoft.com/office/drawing/2014/main" id="{5728392A-9ECC-446D-1C8F-5FD675ABA87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31915" y="6124325"/>
                <a:ext cx="311637" cy="785097"/>
              </a:xfrm>
              <a:prstGeom prst="rect">
                <a:avLst/>
              </a:prstGeom>
            </p:spPr>
          </p:pic>
        </p:grpSp>
      </p:grpSp>
    </p:spTree>
    <p:extLst>
      <p:ext uri="{BB962C8B-B14F-4D97-AF65-F5344CB8AC3E}">
        <p14:creationId xmlns:p14="http://schemas.microsoft.com/office/powerpoint/2010/main" val="2983563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17438DA3-C002-10F5-B9ED-2E2FA59C4238}"/>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F3C8B654-30B6-782E-80E3-B882ADEA69F6}"/>
              </a:ext>
            </a:extLst>
          </p:cNvPr>
          <p:cNvSpPr>
            <a:spLocks noGrp="1"/>
          </p:cNvSpPr>
          <p:nvPr>
            <p:ph type="body" sz="quarter" idx="13"/>
          </p:nvPr>
        </p:nvSpPr>
        <p:spPr/>
        <p:txBody>
          <a:bodyPr/>
          <a:lstStyle/>
          <a:p>
            <a:r>
              <a:rPr lang="en-US" noProof="0"/>
              <a:t>Part 1 (Factor level) – Performance &amp; Robustness Checks</a:t>
            </a:r>
          </a:p>
        </p:txBody>
      </p:sp>
      <p:sp>
        <p:nvSpPr>
          <p:cNvPr id="8" name="Rectangle 7">
            <a:extLst>
              <a:ext uri="{FF2B5EF4-FFF2-40B4-BE49-F238E27FC236}">
                <a16:creationId xmlns:a16="http://schemas.microsoft.com/office/drawing/2014/main" id="{9BAD3FDB-F358-F1CE-08AE-0979088870E9}"/>
              </a:ext>
            </a:extLst>
          </p:cNvPr>
          <p:cNvSpPr/>
          <p:nvPr/>
        </p:nvSpPr>
        <p:spPr>
          <a:xfrm>
            <a:off x="391886" y="881744"/>
            <a:ext cx="1125824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Change of Momentum Definition</a:t>
            </a:r>
          </a:p>
        </p:txBody>
      </p:sp>
      <p:sp>
        <p:nvSpPr>
          <p:cNvPr id="4" name="AutoShape 2">
            <a:extLst>
              <a:ext uri="{FF2B5EF4-FFF2-40B4-BE49-F238E27FC236}">
                <a16:creationId xmlns:a16="http://schemas.microsoft.com/office/drawing/2014/main" id="{7B71728F-D998-4870-A3B1-900DC45F986A}"/>
              </a:ext>
            </a:extLst>
          </p:cNvPr>
          <p:cNvSpPr>
            <a:spLocks noChangeAspect="1" noChangeArrowheads="1"/>
          </p:cNvSpPr>
          <p:nvPr/>
        </p:nvSpPr>
        <p:spPr bwMode="auto">
          <a:xfrm>
            <a:off x="5943599" y="2165195"/>
            <a:ext cx="1416205" cy="141620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a:p>
        </p:txBody>
      </p:sp>
      <p:sp>
        <p:nvSpPr>
          <p:cNvPr id="5" name="AutoShape 4">
            <a:extLst>
              <a:ext uri="{FF2B5EF4-FFF2-40B4-BE49-F238E27FC236}">
                <a16:creationId xmlns:a16="http://schemas.microsoft.com/office/drawing/2014/main" id="{C60F9F7A-1900-EFE0-7443-8BED28A25B7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a:p>
        </p:txBody>
      </p:sp>
      <p:pic>
        <p:nvPicPr>
          <p:cNvPr id="22" name="Immagine 21" descr="Immagine che contiene testo, schermata, numero&#10;&#10;Il contenuto generato dall'IA potrebbe non essere corretto.">
            <a:extLst>
              <a:ext uri="{FF2B5EF4-FFF2-40B4-BE49-F238E27FC236}">
                <a16:creationId xmlns:a16="http://schemas.microsoft.com/office/drawing/2014/main" id="{B1A6CF36-EF9E-294D-8A06-0CC4388070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063" y="2165195"/>
            <a:ext cx="6650851" cy="4057938"/>
          </a:xfrm>
          <a:prstGeom prst="rect">
            <a:avLst/>
          </a:prstGeom>
        </p:spPr>
      </p:pic>
      <p:grpSp>
        <p:nvGrpSpPr>
          <p:cNvPr id="25" name="Gruppo 24">
            <a:extLst>
              <a:ext uri="{FF2B5EF4-FFF2-40B4-BE49-F238E27FC236}">
                <a16:creationId xmlns:a16="http://schemas.microsoft.com/office/drawing/2014/main" id="{CA1FF985-3385-253E-E054-0312B39468B0}"/>
              </a:ext>
            </a:extLst>
          </p:cNvPr>
          <p:cNvGrpSpPr/>
          <p:nvPr/>
        </p:nvGrpSpPr>
        <p:grpSpPr>
          <a:xfrm>
            <a:off x="6364224" y="1633728"/>
            <a:ext cx="5467498" cy="4948462"/>
            <a:chOff x="1458900" y="1628775"/>
            <a:chExt cx="10039761" cy="3663870"/>
          </a:xfrm>
        </p:grpSpPr>
        <p:sp>
          <p:nvSpPr>
            <p:cNvPr id="26" name="Freeform: Shape 15">
              <a:extLst>
                <a:ext uri="{FF2B5EF4-FFF2-40B4-BE49-F238E27FC236}">
                  <a16:creationId xmlns:a16="http://schemas.microsoft.com/office/drawing/2014/main" id="{938CB036-60D9-5477-DE92-047C38BAA575}"/>
                </a:ext>
              </a:extLst>
            </p:cNvPr>
            <p:cNvSpPr/>
            <p:nvPr/>
          </p:nvSpPr>
          <p:spPr bwMode="auto">
            <a:xfrm rot="10800000">
              <a:off x="1458900" y="1628775"/>
              <a:ext cx="10039761" cy="1260303"/>
            </a:xfrm>
            <a:custGeom>
              <a:avLst/>
              <a:gdLst>
                <a:gd name="connsiteX0" fmla="*/ 10039761 w 10039761"/>
                <a:gd name="connsiteY0" fmla="*/ 1260303 h 1260303"/>
                <a:gd name="connsiteX1" fmla="*/ 0 w 10039761"/>
                <a:gd name="connsiteY1" fmla="*/ 1260303 h 1260303"/>
                <a:gd name="connsiteX2" fmla="*/ 0 w 10039761"/>
                <a:gd name="connsiteY2" fmla="*/ 1252954 h 1260303"/>
                <a:gd name="connsiteX3" fmla="*/ 539744 w 10039761"/>
                <a:gd name="connsiteY3" fmla="*/ 165737 h 1260303"/>
                <a:gd name="connsiteX4" fmla="*/ 5019879 w 10039761"/>
                <a:gd name="connsiteY4" fmla="*/ 0 h 1260303"/>
                <a:gd name="connsiteX5" fmla="*/ 9500029 w 10039761"/>
                <a:gd name="connsiteY5" fmla="*/ 165738 h 1260303"/>
                <a:gd name="connsiteX6" fmla="*/ 10039761 w 10039761"/>
                <a:gd name="connsiteY6" fmla="*/ 1252930 h 1260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9761" h="1260303">
                  <a:moveTo>
                    <a:pt x="10039761" y="1260303"/>
                  </a:moveTo>
                  <a:lnTo>
                    <a:pt x="0" y="1260303"/>
                  </a:lnTo>
                  <a:lnTo>
                    <a:pt x="0" y="1252954"/>
                  </a:lnTo>
                  <a:lnTo>
                    <a:pt x="539744" y="165737"/>
                  </a:lnTo>
                  <a:lnTo>
                    <a:pt x="5019879" y="0"/>
                  </a:lnTo>
                  <a:lnTo>
                    <a:pt x="9500029" y="165738"/>
                  </a:lnTo>
                  <a:lnTo>
                    <a:pt x="10039761" y="1252930"/>
                  </a:lnTo>
                  <a:close/>
                </a:path>
              </a:pathLst>
            </a:custGeom>
            <a:gradFill>
              <a:gsLst>
                <a:gs pos="60000">
                  <a:srgbClr val="E0EBF9"/>
                </a:gs>
                <a:gs pos="100000">
                  <a:srgbClr val="F0F7FF"/>
                </a:gs>
              </a:gsLst>
              <a:lin ang="0" scaled="1"/>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27" name="Freeform: Shape 18">
              <a:extLst>
                <a:ext uri="{FF2B5EF4-FFF2-40B4-BE49-F238E27FC236}">
                  <a16:creationId xmlns:a16="http://schemas.microsoft.com/office/drawing/2014/main" id="{994B3E28-6AE5-4925-767F-931992D7E234}"/>
                </a:ext>
              </a:extLst>
            </p:cNvPr>
            <p:cNvSpPr/>
            <p:nvPr/>
          </p:nvSpPr>
          <p:spPr bwMode="auto">
            <a:xfrm rot="10800000">
              <a:off x="2062960" y="2852904"/>
              <a:ext cx="8831640" cy="1237957"/>
            </a:xfrm>
            <a:custGeom>
              <a:avLst/>
              <a:gdLst>
                <a:gd name="connsiteX0" fmla="*/ 8831640 w 8831640"/>
                <a:gd name="connsiteY0" fmla="*/ 1237957 h 1237957"/>
                <a:gd name="connsiteX1" fmla="*/ 4415813 w 8831640"/>
                <a:gd name="connsiteY1" fmla="*/ 1074599 h 1237957"/>
                <a:gd name="connsiteX2" fmla="*/ 0 w 8831640"/>
                <a:gd name="connsiteY2" fmla="*/ 1237957 h 1237957"/>
                <a:gd name="connsiteX3" fmla="*/ 543461 w 8831640"/>
                <a:gd name="connsiteY3" fmla="*/ 143253 h 1237957"/>
                <a:gd name="connsiteX4" fmla="*/ 4415813 w 8831640"/>
                <a:gd name="connsiteY4" fmla="*/ 0 h 1237957"/>
                <a:gd name="connsiteX5" fmla="*/ 8288179 w 8831640"/>
                <a:gd name="connsiteY5" fmla="*/ 143253 h 1237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31640" h="1237957">
                  <a:moveTo>
                    <a:pt x="8831640" y="1237957"/>
                  </a:moveTo>
                  <a:lnTo>
                    <a:pt x="4415813" y="1074599"/>
                  </a:lnTo>
                  <a:lnTo>
                    <a:pt x="0" y="1237957"/>
                  </a:lnTo>
                  <a:lnTo>
                    <a:pt x="543461" y="143253"/>
                  </a:lnTo>
                  <a:lnTo>
                    <a:pt x="4415813" y="0"/>
                  </a:lnTo>
                  <a:lnTo>
                    <a:pt x="8288179" y="143253"/>
                  </a:lnTo>
                  <a:close/>
                </a:path>
              </a:pathLst>
            </a:custGeom>
            <a:gradFill>
              <a:gsLst>
                <a:gs pos="60000">
                  <a:srgbClr val="E0EBF9"/>
                </a:gs>
                <a:gs pos="100000">
                  <a:srgbClr val="F0F7FF"/>
                </a:gs>
              </a:gsLst>
              <a:lin ang="0" scaled="1"/>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28" name="Freeform: Shape 19">
              <a:extLst>
                <a:ext uri="{FF2B5EF4-FFF2-40B4-BE49-F238E27FC236}">
                  <a16:creationId xmlns:a16="http://schemas.microsoft.com/office/drawing/2014/main" id="{661EEBE4-2C1C-0943-8556-9B358C91AD1F}"/>
                </a:ext>
              </a:extLst>
            </p:cNvPr>
            <p:cNvSpPr/>
            <p:nvPr/>
          </p:nvSpPr>
          <p:spPr bwMode="auto">
            <a:xfrm rot="10800000">
              <a:off x="2670745" y="4077172"/>
              <a:ext cx="7616070" cy="1215473"/>
            </a:xfrm>
            <a:custGeom>
              <a:avLst/>
              <a:gdLst>
                <a:gd name="connsiteX0" fmla="*/ 7616070 w 7616070"/>
                <a:gd name="connsiteY0" fmla="*/ 1215473 h 1215473"/>
                <a:gd name="connsiteX1" fmla="*/ 3808027 w 7616070"/>
                <a:gd name="connsiteY1" fmla="*/ 1074599 h 1215473"/>
                <a:gd name="connsiteX2" fmla="*/ 0 w 7616070"/>
                <a:gd name="connsiteY2" fmla="*/ 1215472 h 1215473"/>
                <a:gd name="connsiteX3" fmla="*/ 543461 w 7616070"/>
                <a:gd name="connsiteY3" fmla="*/ 120769 h 1215473"/>
                <a:gd name="connsiteX4" fmla="*/ 3808030 w 7616070"/>
                <a:gd name="connsiteY4" fmla="*/ 0 h 1215473"/>
                <a:gd name="connsiteX5" fmla="*/ 7072609 w 7616070"/>
                <a:gd name="connsiteY5" fmla="*/ 120769 h 1215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6070" h="1215473">
                  <a:moveTo>
                    <a:pt x="7616070" y="1215473"/>
                  </a:moveTo>
                  <a:lnTo>
                    <a:pt x="3808027" y="1074599"/>
                  </a:lnTo>
                  <a:lnTo>
                    <a:pt x="0" y="1215472"/>
                  </a:lnTo>
                  <a:lnTo>
                    <a:pt x="543461" y="120769"/>
                  </a:lnTo>
                  <a:lnTo>
                    <a:pt x="3808030" y="0"/>
                  </a:lnTo>
                  <a:lnTo>
                    <a:pt x="7072609" y="120769"/>
                  </a:lnTo>
                  <a:close/>
                </a:path>
              </a:pathLst>
            </a:custGeom>
            <a:gradFill>
              <a:gsLst>
                <a:gs pos="60000">
                  <a:srgbClr val="E0EBF9"/>
                </a:gs>
                <a:gs pos="100000">
                  <a:srgbClr val="F0F7FF"/>
                </a:gs>
              </a:gsLst>
              <a:lin ang="0" scaled="1"/>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29" name="Freeform: Shape 29">
              <a:extLst>
                <a:ext uri="{FF2B5EF4-FFF2-40B4-BE49-F238E27FC236}">
                  <a16:creationId xmlns:a16="http://schemas.microsoft.com/office/drawing/2014/main" id="{5D8DB5D3-699A-B533-2352-6B0E88E1D6DF}"/>
                </a:ext>
              </a:extLst>
            </p:cNvPr>
            <p:cNvSpPr/>
            <p:nvPr/>
          </p:nvSpPr>
          <p:spPr bwMode="auto">
            <a:xfrm rot="10800000">
              <a:off x="1458900" y="1637570"/>
              <a:ext cx="10039761" cy="255565"/>
            </a:xfrm>
            <a:custGeom>
              <a:avLst/>
              <a:gdLst>
                <a:gd name="connsiteX0" fmla="*/ 10039761 w 10039761"/>
                <a:gd name="connsiteY0" fmla="*/ 255565 h 255565"/>
                <a:gd name="connsiteX1" fmla="*/ 0 w 10039761"/>
                <a:gd name="connsiteY1" fmla="*/ 255565 h 255565"/>
                <a:gd name="connsiteX2" fmla="*/ 0 w 10039761"/>
                <a:gd name="connsiteY2" fmla="*/ 248216 h 255565"/>
                <a:gd name="connsiteX3" fmla="*/ 123226 w 10039761"/>
                <a:gd name="connsiteY3" fmla="*/ 0 h 255565"/>
                <a:gd name="connsiteX4" fmla="*/ 9916547 w 10039761"/>
                <a:gd name="connsiteY4" fmla="*/ 0 h 255565"/>
                <a:gd name="connsiteX5" fmla="*/ 10039761 w 10039761"/>
                <a:gd name="connsiteY5" fmla="*/ 248192 h 255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39761" h="255565">
                  <a:moveTo>
                    <a:pt x="10039761" y="255565"/>
                  </a:moveTo>
                  <a:lnTo>
                    <a:pt x="0" y="255565"/>
                  </a:lnTo>
                  <a:lnTo>
                    <a:pt x="0" y="248216"/>
                  </a:lnTo>
                  <a:lnTo>
                    <a:pt x="123226" y="0"/>
                  </a:lnTo>
                  <a:lnTo>
                    <a:pt x="9916547" y="0"/>
                  </a:lnTo>
                  <a:lnTo>
                    <a:pt x="10039761" y="248192"/>
                  </a:lnTo>
                  <a:close/>
                </a:path>
              </a:pathLst>
            </a:custGeom>
            <a:gradFill>
              <a:gsLst>
                <a:gs pos="34000">
                  <a:srgbClr val="155E32"/>
                </a:gs>
                <a:gs pos="0">
                  <a:srgbClr val="449255"/>
                </a:gs>
                <a:gs pos="90000">
                  <a:schemeClr val="accent1"/>
                </a:gs>
              </a:gsLst>
              <a:lin ang="0" scaled="1"/>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30" name="Freeform: Shape 32">
              <a:extLst>
                <a:ext uri="{FF2B5EF4-FFF2-40B4-BE49-F238E27FC236}">
                  <a16:creationId xmlns:a16="http://schemas.microsoft.com/office/drawing/2014/main" id="{F556A301-FE47-8EAB-1AE7-ECF408D9C4E1}"/>
                </a:ext>
              </a:extLst>
            </p:cNvPr>
            <p:cNvSpPr/>
            <p:nvPr/>
          </p:nvSpPr>
          <p:spPr bwMode="auto">
            <a:xfrm rot="10800000">
              <a:off x="2062960" y="2852902"/>
              <a:ext cx="8831640" cy="426308"/>
            </a:xfrm>
            <a:custGeom>
              <a:avLst/>
              <a:gdLst>
                <a:gd name="connsiteX0" fmla="*/ 8831640 w 8831640"/>
                <a:gd name="connsiteY0" fmla="*/ 426308 h 426308"/>
                <a:gd name="connsiteX1" fmla="*/ 4415813 w 8831640"/>
                <a:gd name="connsiteY1" fmla="*/ 262950 h 426308"/>
                <a:gd name="connsiteX2" fmla="*/ 0 w 8831640"/>
                <a:gd name="connsiteY2" fmla="*/ 426308 h 426308"/>
                <a:gd name="connsiteX3" fmla="*/ 132983 w 8831640"/>
                <a:gd name="connsiteY3" fmla="*/ 158438 h 426308"/>
                <a:gd name="connsiteX4" fmla="*/ 4415812 w 8831640"/>
                <a:gd name="connsiteY4" fmla="*/ 0 h 426308"/>
                <a:gd name="connsiteX5" fmla="*/ 8698657 w 8831640"/>
                <a:gd name="connsiteY5" fmla="*/ 158439 h 426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31640" h="426308">
                  <a:moveTo>
                    <a:pt x="8831640" y="426308"/>
                  </a:moveTo>
                  <a:lnTo>
                    <a:pt x="4415813" y="262950"/>
                  </a:lnTo>
                  <a:lnTo>
                    <a:pt x="0" y="426308"/>
                  </a:lnTo>
                  <a:lnTo>
                    <a:pt x="132983" y="158438"/>
                  </a:lnTo>
                  <a:lnTo>
                    <a:pt x="4415812" y="0"/>
                  </a:lnTo>
                  <a:lnTo>
                    <a:pt x="8698657" y="158439"/>
                  </a:lnTo>
                  <a:close/>
                </a:path>
              </a:pathLst>
            </a:custGeom>
            <a:gradFill>
              <a:gsLst>
                <a:gs pos="100000">
                  <a:schemeClr val="accent1"/>
                </a:gs>
                <a:gs pos="35000">
                  <a:srgbClr val="5CAF67"/>
                </a:gs>
                <a:gs pos="0">
                  <a:srgbClr val="A3D28B"/>
                </a:gs>
                <a:gs pos="81000">
                  <a:srgbClr val="155E32"/>
                </a:gs>
              </a:gsLst>
              <a:lin ang="0" scaled="1"/>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FFFFFF"/>
                </a:solidFill>
                <a:effectLst/>
                <a:latin typeface="Arial" pitchFamily="34" charset="0"/>
                <a:cs typeface="Arial" pitchFamily="34" charset="0"/>
              </a:endParaRPr>
            </a:p>
          </p:txBody>
        </p:sp>
        <p:sp>
          <p:nvSpPr>
            <p:cNvPr id="31" name="TextBox 22">
              <a:extLst>
                <a:ext uri="{FF2B5EF4-FFF2-40B4-BE49-F238E27FC236}">
                  <a16:creationId xmlns:a16="http://schemas.microsoft.com/office/drawing/2014/main" id="{7C344FA9-1B32-0756-FFD5-3B1CB7BC3BFC}"/>
                </a:ext>
              </a:extLst>
            </p:cNvPr>
            <p:cNvSpPr txBox="1"/>
            <p:nvPr/>
          </p:nvSpPr>
          <p:spPr>
            <a:xfrm>
              <a:off x="4078458" y="1667634"/>
              <a:ext cx="4828686" cy="206932"/>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1" u="none" strike="noStrike" kern="1200" cap="none" spc="0" normalizeH="0" baseline="0" noProof="0">
                  <a:ln>
                    <a:noFill/>
                  </a:ln>
                  <a:solidFill>
                    <a:schemeClr val="bg1"/>
                  </a:solidFill>
                  <a:effectLst/>
                  <a:uLnTx/>
                  <a:uFillTx/>
                  <a:ea typeface="+mn-ea"/>
                  <a:cs typeface="Arial" pitchFamily="34" charset="0"/>
                </a:rPr>
                <a:t>Annualized Returns</a:t>
              </a:r>
            </a:p>
          </p:txBody>
        </p:sp>
        <p:sp>
          <p:nvSpPr>
            <p:cNvPr id="32" name="TextBox 23">
              <a:extLst>
                <a:ext uri="{FF2B5EF4-FFF2-40B4-BE49-F238E27FC236}">
                  <a16:creationId xmlns:a16="http://schemas.microsoft.com/office/drawing/2014/main" id="{0C4C7C28-1329-5474-8209-AF915C789A26}"/>
                </a:ext>
              </a:extLst>
            </p:cNvPr>
            <p:cNvSpPr txBox="1"/>
            <p:nvPr/>
          </p:nvSpPr>
          <p:spPr>
            <a:xfrm>
              <a:off x="4074349" y="3009753"/>
              <a:ext cx="4832797" cy="206932"/>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1" u="none" strike="noStrike" kern="1200" cap="none" spc="0" normalizeH="0" baseline="0" noProof="0">
                  <a:ln>
                    <a:noFill/>
                  </a:ln>
                  <a:solidFill>
                    <a:schemeClr val="bg1"/>
                  </a:solidFill>
                  <a:effectLst/>
                  <a:uLnTx/>
                  <a:uFillTx/>
                  <a:ea typeface="+mn-ea"/>
                  <a:cs typeface="Arial" pitchFamily="34" charset="0"/>
                </a:rPr>
                <a:t>Lookback Period</a:t>
              </a:r>
            </a:p>
          </p:txBody>
        </p:sp>
        <p:sp>
          <p:nvSpPr>
            <p:cNvPr id="33" name="Freeform: Shape 36">
              <a:extLst>
                <a:ext uri="{FF2B5EF4-FFF2-40B4-BE49-F238E27FC236}">
                  <a16:creationId xmlns:a16="http://schemas.microsoft.com/office/drawing/2014/main" id="{87160B2D-1BD7-A34E-5C37-12D145CB8C3E}"/>
                </a:ext>
              </a:extLst>
            </p:cNvPr>
            <p:cNvSpPr/>
            <p:nvPr/>
          </p:nvSpPr>
          <p:spPr bwMode="auto">
            <a:xfrm rot="10800000">
              <a:off x="2670746" y="4077172"/>
              <a:ext cx="7616070" cy="405163"/>
            </a:xfrm>
            <a:custGeom>
              <a:avLst/>
              <a:gdLst>
                <a:gd name="connsiteX0" fmla="*/ 7616070 w 7616070"/>
                <a:gd name="connsiteY0" fmla="*/ 405163 h 405163"/>
                <a:gd name="connsiteX1" fmla="*/ 3808027 w 7616070"/>
                <a:gd name="connsiteY1" fmla="*/ 264289 h 405163"/>
                <a:gd name="connsiteX2" fmla="*/ 0 w 7616070"/>
                <a:gd name="connsiteY2" fmla="*/ 405162 h 405163"/>
                <a:gd name="connsiteX3" fmla="*/ 133660 w 7616070"/>
                <a:gd name="connsiteY3" fmla="*/ 135929 h 405163"/>
                <a:gd name="connsiteX4" fmla="*/ 3808029 w 7616070"/>
                <a:gd name="connsiteY4" fmla="*/ 0 h 405163"/>
                <a:gd name="connsiteX5" fmla="*/ 7482410 w 7616070"/>
                <a:gd name="connsiteY5" fmla="*/ 135930 h 405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6070" h="405163">
                  <a:moveTo>
                    <a:pt x="7616070" y="405163"/>
                  </a:moveTo>
                  <a:lnTo>
                    <a:pt x="3808027" y="264289"/>
                  </a:lnTo>
                  <a:lnTo>
                    <a:pt x="0" y="405162"/>
                  </a:lnTo>
                  <a:lnTo>
                    <a:pt x="133660" y="135929"/>
                  </a:lnTo>
                  <a:lnTo>
                    <a:pt x="3808029" y="0"/>
                  </a:lnTo>
                  <a:lnTo>
                    <a:pt x="7482410" y="135930"/>
                  </a:lnTo>
                  <a:close/>
                </a:path>
              </a:pathLst>
            </a:custGeom>
            <a:gradFill>
              <a:gsLst>
                <a:gs pos="30000">
                  <a:srgbClr val="A3D28B"/>
                </a:gs>
                <a:gs pos="0">
                  <a:schemeClr val="bg1">
                    <a:lumMod val="95000"/>
                  </a:schemeClr>
                </a:gs>
                <a:gs pos="100000">
                  <a:srgbClr val="155E32"/>
                </a:gs>
              </a:gsLst>
              <a:lin ang="0" scaled="1"/>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34" name="TextBox 24">
              <a:extLst>
                <a:ext uri="{FF2B5EF4-FFF2-40B4-BE49-F238E27FC236}">
                  <a16:creationId xmlns:a16="http://schemas.microsoft.com/office/drawing/2014/main" id="{887A107C-2F22-68EB-788A-E00230EFA278}"/>
                </a:ext>
              </a:extLst>
            </p:cNvPr>
            <p:cNvSpPr txBox="1"/>
            <p:nvPr/>
          </p:nvSpPr>
          <p:spPr>
            <a:xfrm>
              <a:off x="4074349" y="4220449"/>
              <a:ext cx="4832795" cy="206932"/>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200" b="1" i="1" noProof="0">
                  <a:solidFill>
                    <a:schemeClr val="bg1"/>
                  </a:solidFill>
                  <a:cs typeface="Arial" pitchFamily="34" charset="0"/>
                  <a:sym typeface="Wingdings" pitchFamily="2" charset="2"/>
                </a:rPr>
                <a:t>Final Pick</a:t>
              </a:r>
              <a:endParaRPr kumimoji="0" lang="en-US" sz="1200" b="1" i="1" u="none" strike="noStrike" kern="1200" cap="none" spc="0" normalizeH="0" baseline="0" noProof="0">
                <a:ln>
                  <a:noFill/>
                </a:ln>
                <a:solidFill>
                  <a:schemeClr val="bg1"/>
                </a:solidFill>
                <a:effectLst/>
                <a:uLnTx/>
                <a:uFillTx/>
                <a:ea typeface="+mn-ea"/>
                <a:cs typeface="Arial" pitchFamily="34" charset="0"/>
              </a:endParaRPr>
            </a:p>
          </p:txBody>
        </p:sp>
        <p:sp>
          <p:nvSpPr>
            <p:cNvPr id="35" name="TextBox 47">
              <a:extLst>
                <a:ext uri="{FF2B5EF4-FFF2-40B4-BE49-F238E27FC236}">
                  <a16:creationId xmlns:a16="http://schemas.microsoft.com/office/drawing/2014/main" id="{18F1D6CA-DD7C-68CD-CC26-F119C74C0A6F}"/>
                </a:ext>
              </a:extLst>
            </p:cNvPr>
            <p:cNvSpPr txBox="1"/>
            <p:nvPr/>
          </p:nvSpPr>
          <p:spPr>
            <a:xfrm>
              <a:off x="2670747" y="2069348"/>
              <a:ext cx="7616071" cy="615275"/>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u="none" strike="noStrike" kern="1200" cap="none" spc="0" normalizeH="0" baseline="0" noProof="0">
                  <a:ln>
                    <a:noFill/>
                  </a:ln>
                  <a:effectLst/>
                  <a:uLnTx/>
                  <a:uFillTx/>
                  <a:ea typeface="+mn-ea"/>
                  <a:cs typeface="Arial" pitchFamily="34" charset="0"/>
                </a:rPr>
                <a:t>The heatmap confirms that performance </a:t>
              </a:r>
              <a:r>
                <a:rPr kumimoji="0" lang="en-US" sz="1200" b="1" u="none" strike="noStrike" kern="1200" cap="none" spc="0" normalizeH="0" baseline="0" noProof="0">
                  <a:ln>
                    <a:noFill/>
                  </a:ln>
                  <a:effectLst/>
                  <a:uLnTx/>
                  <a:uFillTx/>
                  <a:ea typeface="+mn-ea"/>
                  <a:cs typeface="Arial" pitchFamily="34" charset="0"/>
                </a:rPr>
                <a:t>depends materially on the momentum definition</a:t>
              </a:r>
              <a:r>
                <a:rPr kumimoji="0" lang="en-US" sz="1200" u="none" strike="noStrike" kern="1200" cap="none" spc="0" normalizeH="0" baseline="0" noProof="0">
                  <a:ln>
                    <a:noFill/>
                  </a:ln>
                  <a:effectLst/>
                  <a:uLnTx/>
                  <a:uFillTx/>
                  <a:ea typeface="+mn-ea"/>
                  <a:cs typeface="Arial" pitchFamily="34" charset="0"/>
                </a:rPr>
                <a:t>, with clear differences across portfolio construction and lookback choices.</a:t>
              </a:r>
            </a:p>
          </p:txBody>
        </p:sp>
        <p:sp>
          <p:nvSpPr>
            <p:cNvPr id="36" name="TextBox 48">
              <a:extLst>
                <a:ext uri="{FF2B5EF4-FFF2-40B4-BE49-F238E27FC236}">
                  <a16:creationId xmlns:a16="http://schemas.microsoft.com/office/drawing/2014/main" id="{6C668B68-FFFA-56EE-C341-2BC211CB45E4}"/>
                </a:ext>
              </a:extLst>
            </p:cNvPr>
            <p:cNvSpPr txBox="1"/>
            <p:nvPr/>
          </p:nvSpPr>
          <p:spPr>
            <a:xfrm>
              <a:off x="3625759" y="3379070"/>
              <a:ext cx="5698585" cy="615275"/>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u="none" strike="noStrike" kern="1200" cap="none" spc="0" normalizeH="0" baseline="0" noProof="0">
                  <a:ln>
                    <a:noFill/>
                  </a:ln>
                  <a:effectLst/>
                  <a:uLnTx/>
                  <a:uFillTx/>
                  <a:ea typeface="+mn-ea"/>
                  <a:cs typeface="Arial" pitchFamily="34" charset="0"/>
                </a:rPr>
                <a:t>Shorter lookback windows perform best overall</a:t>
              </a:r>
              <a:r>
                <a:rPr kumimoji="0" lang="en-US" sz="1200" u="none" strike="noStrike" kern="1200" cap="none" spc="0" normalizeH="0" baseline="0" noProof="0">
                  <a:ln>
                    <a:noFill/>
                  </a:ln>
                  <a:effectLst/>
                  <a:uLnTx/>
                  <a:uFillTx/>
                  <a:ea typeface="+mn-ea"/>
                  <a:cs typeface="Arial" pitchFamily="34" charset="0"/>
                </a:rPr>
                <a:t>, with the </a:t>
              </a:r>
              <a:r>
                <a:rPr kumimoji="0" lang="en-US" sz="1200" b="1" u="none" strike="noStrike" kern="1200" cap="none" spc="0" normalizeH="0" baseline="0" noProof="0">
                  <a:ln>
                    <a:noFill/>
                  </a:ln>
                  <a:effectLst/>
                  <a:uLnTx/>
                  <a:uFillTx/>
                  <a:ea typeface="+mn-ea"/>
                  <a:cs typeface="Arial" pitchFamily="34" charset="0"/>
                </a:rPr>
                <a:t>strongest results concentrated at the 1-month lookback.</a:t>
              </a:r>
            </a:p>
          </p:txBody>
        </p:sp>
        <p:sp>
          <p:nvSpPr>
            <p:cNvPr id="37" name="TextBox 49">
              <a:extLst>
                <a:ext uri="{FF2B5EF4-FFF2-40B4-BE49-F238E27FC236}">
                  <a16:creationId xmlns:a16="http://schemas.microsoft.com/office/drawing/2014/main" id="{94E117C3-24F0-04B9-5B1E-30EAAA4B5AFB}"/>
                </a:ext>
              </a:extLst>
            </p:cNvPr>
            <p:cNvSpPr txBox="1"/>
            <p:nvPr/>
          </p:nvSpPr>
          <p:spPr>
            <a:xfrm>
              <a:off x="4042960" y="4499961"/>
              <a:ext cx="4864180" cy="752002"/>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u="none" strike="noStrike" kern="1200" cap="none" spc="0" normalizeH="0" baseline="0" noProof="0">
                  <a:ln>
                    <a:noFill/>
                  </a:ln>
                  <a:effectLst/>
                  <a:uLnTx/>
                  <a:uFillTx/>
                  <a:ea typeface="+mn-ea"/>
                  <a:cs typeface="Arial" pitchFamily="34" charset="0"/>
                </a:rPr>
                <a:t>The best-performing specification is the </a:t>
              </a:r>
              <a:r>
                <a:rPr kumimoji="0" lang="en-US" sz="1200" b="1" u="none" strike="noStrike" kern="1200" cap="none" spc="0" normalizeH="0" baseline="0" noProof="0">
                  <a:ln>
                    <a:noFill/>
                  </a:ln>
                  <a:effectLst/>
                  <a:uLnTx/>
                  <a:uFillTx/>
                  <a:ea typeface="+mn-ea"/>
                  <a:cs typeface="Arial" pitchFamily="34" charset="0"/>
                </a:rPr>
                <a:t>25% long-only strategy with a 1-month lookback, </a:t>
              </a:r>
              <a:r>
                <a:rPr kumimoji="0" lang="en-US" sz="1200" u="none" strike="noStrike" kern="1200" cap="none" spc="0" normalizeH="0" baseline="0" noProof="0">
                  <a:ln>
                    <a:noFill/>
                  </a:ln>
                  <a:effectLst/>
                  <a:uLnTx/>
                  <a:uFillTx/>
                  <a:ea typeface="+mn-ea"/>
                  <a:cs typeface="Arial" pitchFamily="34" charset="0"/>
                </a:rPr>
                <a:t>which delivers the</a:t>
              </a:r>
              <a:r>
                <a:rPr kumimoji="0" lang="en-US" sz="1200" b="1" u="none" strike="noStrike" kern="1200" cap="none" spc="0" normalizeH="0" baseline="0" noProof="0">
                  <a:ln>
                    <a:noFill/>
                  </a:ln>
                  <a:effectLst/>
                  <a:uLnTx/>
                  <a:uFillTx/>
                  <a:ea typeface="+mn-ea"/>
                  <a:cs typeface="Arial" pitchFamily="34" charset="0"/>
                </a:rPr>
                <a:t> highest annualized return </a:t>
              </a:r>
              <a:r>
                <a:rPr lang="en-US" sz="1200" noProof="0">
                  <a:cs typeface="Arial" pitchFamily="34" charset="0"/>
                </a:rPr>
                <a:t>overall.</a:t>
              </a:r>
              <a:endParaRPr kumimoji="0" lang="en-US" sz="1200" u="none" strike="noStrike" kern="1200" cap="none" spc="0" normalizeH="0" baseline="0" noProof="0">
                <a:ln>
                  <a:noFill/>
                </a:ln>
                <a:effectLst/>
                <a:uLnTx/>
                <a:uFillTx/>
                <a:ea typeface="+mn-ea"/>
                <a:cs typeface="Arial" pitchFamily="34" charset="0"/>
              </a:endParaRPr>
            </a:p>
          </p:txBody>
        </p:sp>
      </p:grpSp>
    </p:spTree>
    <p:extLst>
      <p:ext uri="{BB962C8B-B14F-4D97-AF65-F5344CB8AC3E}">
        <p14:creationId xmlns:p14="http://schemas.microsoft.com/office/powerpoint/2010/main" val="4131214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14E99136-8744-1C80-CBEC-083AB77D9955}"/>
            </a:ext>
          </a:extLst>
        </p:cNvPr>
        <p:cNvGrpSpPr/>
        <p:nvPr/>
      </p:nvGrpSpPr>
      <p:grpSpPr>
        <a:xfrm>
          <a:off x="0" y="0"/>
          <a:ext cx="0" cy="0"/>
          <a:chOff x="0" y="0"/>
          <a:chExt cx="0" cy="0"/>
        </a:xfrm>
      </p:grpSpPr>
      <p:sp>
        <p:nvSpPr>
          <p:cNvPr id="24" name="Rounded Rectangle 10">
            <a:extLst>
              <a:ext uri="{FF2B5EF4-FFF2-40B4-BE49-F238E27FC236}">
                <a16:creationId xmlns:a16="http://schemas.microsoft.com/office/drawing/2014/main" id="{BDB711E9-ECCF-AB62-51D4-90189585D79D}"/>
              </a:ext>
            </a:extLst>
          </p:cNvPr>
          <p:cNvSpPr/>
          <p:nvPr/>
        </p:nvSpPr>
        <p:spPr bwMode="auto">
          <a:xfrm>
            <a:off x="542590" y="2164961"/>
            <a:ext cx="3521168" cy="1117413"/>
          </a:xfrm>
          <a:prstGeom prst="roundRect">
            <a:avLst>
              <a:gd name="adj" fmla="val 0"/>
            </a:avLst>
          </a:prstGeom>
          <a:solidFill>
            <a:srgbClr val="F2F2F2"/>
          </a:solidFill>
          <a:ln w="19050" cap="flat" cmpd="sng" algn="ctr">
            <a:noFill/>
            <a:prstDash val="solid"/>
            <a:round/>
            <a:headEnd type="none" w="med" len="med"/>
            <a:tailEnd type="none" w="med" len="med"/>
          </a:ln>
          <a:effectLst/>
        </p:spPr>
        <p:txBody>
          <a:bodyPr vert="horz" wrap="square" lIns="828000" tIns="144000" rIns="18288" bIns="18288" numCol="1" rtlCol="0" anchor="ctr" anchorCtr="0" compatLnSpc="1">
            <a:prstTxWarp prst="textNoShape">
              <a:avLst/>
            </a:prstTxWarp>
          </a:bodyPr>
          <a:lstStyle/>
          <a:p>
            <a:pPr fontAlgn="base">
              <a:spcBef>
                <a:spcPct val="0"/>
              </a:spcBef>
              <a:spcAft>
                <a:spcPct val="0"/>
              </a:spcAft>
              <a:defRPr/>
            </a:pPr>
            <a:r>
              <a:rPr lang="en-US" sz="1100" noProof="0"/>
              <a:t>The original </a:t>
            </a:r>
            <a:r>
              <a:rPr lang="en-US" sz="1100" b="1" noProof="0"/>
              <a:t>LS median </a:t>
            </a:r>
            <a:r>
              <a:rPr lang="en-US" sz="1100" noProof="0"/>
              <a:t>specification is the worst-performing strategy </a:t>
            </a:r>
            <a:r>
              <a:rPr lang="en-US" sz="1100" b="1" noProof="0"/>
              <a:t>in every lookback window</a:t>
            </a:r>
            <a:r>
              <a:rPr lang="en-US" sz="1100" noProof="0"/>
              <a:t>.</a:t>
            </a:r>
            <a:endParaRPr lang="en-US" sz="1100" noProof="0">
              <a:solidFill>
                <a:srgbClr val="000000"/>
              </a:solidFill>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7" name="Text Placeholder 6">
            <a:extLst>
              <a:ext uri="{FF2B5EF4-FFF2-40B4-BE49-F238E27FC236}">
                <a16:creationId xmlns:a16="http://schemas.microsoft.com/office/drawing/2014/main" id="{4D33C7A0-6204-EE22-4AD6-740E05DD2EF9}"/>
              </a:ext>
            </a:extLst>
          </p:cNvPr>
          <p:cNvSpPr>
            <a:spLocks noGrp="1"/>
          </p:cNvSpPr>
          <p:nvPr>
            <p:ph type="body" sz="quarter" idx="13"/>
          </p:nvPr>
        </p:nvSpPr>
        <p:spPr/>
        <p:txBody>
          <a:bodyPr/>
          <a:lstStyle/>
          <a:p>
            <a:r>
              <a:rPr lang="en-US" noProof="0"/>
              <a:t>Part 1 (Factor level) – Performance &amp; Robustness Checks</a:t>
            </a:r>
          </a:p>
        </p:txBody>
      </p:sp>
      <p:sp>
        <p:nvSpPr>
          <p:cNvPr id="8" name="Rectangle 7">
            <a:extLst>
              <a:ext uri="{FF2B5EF4-FFF2-40B4-BE49-F238E27FC236}">
                <a16:creationId xmlns:a16="http://schemas.microsoft.com/office/drawing/2014/main" id="{0B9E3232-6B35-4512-5BFB-9990ABA9E7D9}"/>
              </a:ext>
            </a:extLst>
          </p:cNvPr>
          <p:cNvSpPr/>
          <p:nvPr/>
        </p:nvSpPr>
        <p:spPr>
          <a:xfrm>
            <a:off x="391886" y="881744"/>
            <a:ext cx="1125824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Change of Momentum Definition</a:t>
            </a:r>
          </a:p>
        </p:txBody>
      </p:sp>
      <p:sp>
        <p:nvSpPr>
          <p:cNvPr id="4" name="AutoShape 2">
            <a:extLst>
              <a:ext uri="{FF2B5EF4-FFF2-40B4-BE49-F238E27FC236}">
                <a16:creationId xmlns:a16="http://schemas.microsoft.com/office/drawing/2014/main" id="{E00FE36E-CCFD-9CB9-950F-234E367D5F4D}"/>
              </a:ext>
            </a:extLst>
          </p:cNvPr>
          <p:cNvSpPr>
            <a:spLocks noChangeAspect="1" noChangeArrowheads="1"/>
          </p:cNvSpPr>
          <p:nvPr/>
        </p:nvSpPr>
        <p:spPr bwMode="auto">
          <a:xfrm>
            <a:off x="5943599" y="2165195"/>
            <a:ext cx="1416205" cy="141620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a:p>
        </p:txBody>
      </p:sp>
      <p:sp>
        <p:nvSpPr>
          <p:cNvPr id="5" name="AutoShape 4">
            <a:extLst>
              <a:ext uri="{FF2B5EF4-FFF2-40B4-BE49-F238E27FC236}">
                <a16:creationId xmlns:a16="http://schemas.microsoft.com/office/drawing/2014/main" id="{16BBC98E-C254-0699-FF2A-0E8EE8AB05B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a:p>
        </p:txBody>
      </p:sp>
      <p:sp>
        <p:nvSpPr>
          <p:cNvPr id="9" name="Rounded Rectangle 10">
            <a:extLst>
              <a:ext uri="{FF2B5EF4-FFF2-40B4-BE49-F238E27FC236}">
                <a16:creationId xmlns:a16="http://schemas.microsoft.com/office/drawing/2014/main" id="{4B8D6186-ADC1-E35B-4C4D-9BA12A368361}"/>
              </a:ext>
            </a:extLst>
          </p:cNvPr>
          <p:cNvSpPr/>
          <p:nvPr/>
        </p:nvSpPr>
        <p:spPr bwMode="auto">
          <a:xfrm>
            <a:off x="542590" y="3418698"/>
            <a:ext cx="3521168" cy="1117413"/>
          </a:xfrm>
          <a:prstGeom prst="roundRect">
            <a:avLst>
              <a:gd name="adj" fmla="val 0"/>
            </a:avLst>
          </a:prstGeom>
          <a:solidFill>
            <a:srgbClr val="F2F2F2"/>
          </a:solidFill>
          <a:ln w="19050" cap="flat" cmpd="sng" algn="ctr">
            <a:noFill/>
            <a:prstDash val="solid"/>
            <a:round/>
            <a:headEnd type="none" w="med" len="med"/>
            <a:tailEnd type="none" w="med" len="med"/>
          </a:ln>
          <a:effectLst/>
        </p:spPr>
        <p:txBody>
          <a:bodyPr vert="horz" wrap="square" lIns="828000" tIns="144000" rIns="18288" bIns="18288" numCol="1" rtlCol="0" anchor="ctr" anchorCtr="0" compatLnSpc="1">
            <a:prstTxWarp prst="textNoShape">
              <a:avLst/>
            </a:prstTxWarp>
          </a:bodyPr>
          <a:lstStyle/>
          <a:p>
            <a:pPr defTabSz="914400" fontAlgn="base">
              <a:spcBef>
                <a:spcPct val="0"/>
              </a:spcBef>
              <a:spcAft>
                <a:spcPct val="0"/>
              </a:spcAft>
              <a:defRPr/>
            </a:pPr>
            <a:r>
              <a:rPr lang="en-US" sz="1100" noProof="0"/>
              <a:t>Across all lookback windows, </a:t>
            </a:r>
            <a:r>
              <a:rPr lang="en-US" sz="1100" b="1" noProof="0"/>
              <a:t>long-only specifications consistently outperform the corresponding long-short alternatives</a:t>
            </a:r>
            <a:r>
              <a:rPr lang="en-US" sz="1100" noProof="0"/>
              <a:t>, indicating that the short leg weakens overall performance.</a:t>
            </a:r>
          </a:p>
          <a:p>
            <a:pPr defTabSz="914400" fontAlgn="base">
              <a:spcBef>
                <a:spcPct val="0"/>
              </a:spcBef>
              <a:spcAft>
                <a:spcPct val="0"/>
              </a:spcAft>
              <a:defRPr/>
            </a:pPr>
            <a:endParaRPr kumimoji="0" lang="en-US" sz="1000" b="0" i="0" u="none" strike="noStrike" kern="120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10" name="Rounded Rectangle 10">
            <a:extLst>
              <a:ext uri="{FF2B5EF4-FFF2-40B4-BE49-F238E27FC236}">
                <a16:creationId xmlns:a16="http://schemas.microsoft.com/office/drawing/2014/main" id="{A0D54D3A-B8DF-7300-0875-B990DBC57B00}"/>
              </a:ext>
            </a:extLst>
          </p:cNvPr>
          <p:cNvSpPr/>
          <p:nvPr/>
        </p:nvSpPr>
        <p:spPr bwMode="auto">
          <a:xfrm>
            <a:off x="494387" y="4693930"/>
            <a:ext cx="3570481" cy="1117416"/>
          </a:xfrm>
          <a:prstGeom prst="roundRect">
            <a:avLst>
              <a:gd name="adj" fmla="val 0"/>
            </a:avLst>
          </a:prstGeom>
          <a:solidFill>
            <a:srgbClr val="F2F2F2"/>
          </a:solidFill>
          <a:ln w="19050" cap="flat" cmpd="sng" algn="ctr">
            <a:noFill/>
            <a:prstDash val="solid"/>
            <a:round/>
            <a:headEnd type="none" w="med" len="med"/>
            <a:tailEnd type="none" w="med" len="med"/>
          </a:ln>
          <a:effectLst/>
        </p:spPr>
        <p:txBody>
          <a:bodyPr vert="horz" wrap="square" lIns="828000" tIns="144000" rIns="0" bIns="18288" numCol="1" rtlCol="0" anchor="ctr" anchorCtr="0" compatLnSpc="1">
            <a:prstTxWarp prst="textNoShape">
              <a:avLst/>
            </a:prstTxWarp>
          </a:bodyPr>
          <a:lstStyle/>
          <a:p>
            <a:pPr defTabSz="914400" fontAlgn="base">
              <a:spcBef>
                <a:spcPct val="0"/>
              </a:spcBef>
              <a:spcAft>
                <a:spcPct val="0"/>
              </a:spcAft>
              <a:defRPr/>
            </a:pPr>
            <a:r>
              <a:rPr lang="en-US" sz="1100" noProof="0"/>
              <a:t>Even though the </a:t>
            </a:r>
            <a:r>
              <a:rPr lang="en-US" sz="1100" b="1" noProof="0"/>
              <a:t>long-only top 25% </a:t>
            </a:r>
            <a:r>
              <a:rPr lang="en-US" sz="1100" noProof="0"/>
              <a:t>delivers the highest returns, it also comes with </a:t>
            </a:r>
            <a:r>
              <a:rPr lang="en-US" sz="1100" b="1" noProof="0"/>
              <a:t>higher volatility</a:t>
            </a:r>
            <a:r>
              <a:rPr lang="en-US" sz="1100" noProof="0"/>
              <a:t>, which </a:t>
            </a:r>
            <a:r>
              <a:rPr lang="en-US" sz="1100" b="1" noProof="0"/>
              <a:t>reduces its risk-adjusted performance</a:t>
            </a:r>
            <a:r>
              <a:rPr lang="en-US" sz="1100" noProof="0"/>
              <a:t> relative to others long-only alternatives.</a:t>
            </a:r>
          </a:p>
          <a:p>
            <a:pPr defTabSz="914400" fontAlgn="base">
              <a:spcBef>
                <a:spcPct val="0"/>
              </a:spcBef>
              <a:spcAft>
                <a:spcPct val="0"/>
              </a:spcAft>
              <a:defRPr/>
            </a:pPr>
            <a:endParaRPr kumimoji="0" lang="en-US" sz="1100" b="0" i="0" u="none" strike="noStrike" kern="1200" cap="none" spc="0" normalizeH="0" baseline="0" noProof="0">
              <a:ln>
                <a:noFill/>
              </a:ln>
              <a:solidFill>
                <a:srgbClr val="000000"/>
              </a:solidFill>
              <a:effectLst/>
              <a:uLnTx/>
              <a:uFillTx/>
              <a:latin typeface="Arial" pitchFamily="34" charset="0"/>
              <a:ea typeface="+mn-ea"/>
              <a:cs typeface="Arial" pitchFamily="34" charset="0"/>
            </a:endParaRPr>
          </a:p>
        </p:txBody>
      </p:sp>
      <p:grpSp>
        <p:nvGrpSpPr>
          <p:cNvPr id="11" name="Group 9">
            <a:extLst>
              <a:ext uri="{FF2B5EF4-FFF2-40B4-BE49-F238E27FC236}">
                <a16:creationId xmlns:a16="http://schemas.microsoft.com/office/drawing/2014/main" id="{DC8F1978-1252-430E-A686-9769DF724A69}"/>
              </a:ext>
            </a:extLst>
          </p:cNvPr>
          <p:cNvGrpSpPr/>
          <p:nvPr/>
        </p:nvGrpSpPr>
        <p:grpSpPr>
          <a:xfrm>
            <a:off x="248630" y="2172218"/>
            <a:ext cx="1061171" cy="3639129"/>
            <a:chOff x="8267046" y="1781144"/>
            <a:chExt cx="593469" cy="1645126"/>
          </a:xfrm>
        </p:grpSpPr>
        <p:sp>
          <p:nvSpPr>
            <p:cNvPr id="12" name="Up Arrow 9">
              <a:extLst>
                <a:ext uri="{FF2B5EF4-FFF2-40B4-BE49-F238E27FC236}">
                  <a16:creationId xmlns:a16="http://schemas.microsoft.com/office/drawing/2014/main" id="{AC4C9947-8EBA-81B3-CEB7-8ABC2E7558F9}"/>
                </a:ext>
              </a:extLst>
            </p:cNvPr>
            <p:cNvSpPr/>
            <p:nvPr/>
          </p:nvSpPr>
          <p:spPr bwMode="auto">
            <a:xfrm rot="5400000">
              <a:off x="8485305" y="1778980"/>
              <a:ext cx="257877" cy="492542"/>
            </a:xfrm>
            <a:prstGeom prst="upArrow">
              <a:avLst/>
            </a:prstGeom>
            <a:solidFill>
              <a:srgbClr val="A4CCE2"/>
            </a:solidFill>
            <a:ln w="19050"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13" name="Round Same Side Corner Rectangle 11">
              <a:extLst>
                <a:ext uri="{FF2B5EF4-FFF2-40B4-BE49-F238E27FC236}">
                  <a16:creationId xmlns:a16="http://schemas.microsoft.com/office/drawing/2014/main" id="{C8AB673D-2E0C-9BA4-A35A-86BB0F0B059E}"/>
                </a:ext>
              </a:extLst>
            </p:cNvPr>
            <p:cNvSpPr/>
            <p:nvPr/>
          </p:nvSpPr>
          <p:spPr bwMode="auto">
            <a:xfrm rot="16200000">
              <a:off x="8265675" y="1784573"/>
              <a:ext cx="499400" cy="492542"/>
            </a:xfrm>
            <a:prstGeom prst="round2SameRect">
              <a:avLst>
                <a:gd name="adj1" fmla="val 0"/>
                <a:gd name="adj2" fmla="val 0"/>
              </a:avLst>
            </a:prstGeom>
            <a:solidFill>
              <a:srgbClr val="A4CCE2"/>
            </a:solidFill>
            <a:ln w="19050"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14" name="Up Arrow 9">
              <a:extLst>
                <a:ext uri="{FF2B5EF4-FFF2-40B4-BE49-F238E27FC236}">
                  <a16:creationId xmlns:a16="http://schemas.microsoft.com/office/drawing/2014/main" id="{F987BB6F-BF60-6924-F810-E454490300EB}"/>
                </a:ext>
              </a:extLst>
            </p:cNvPr>
            <p:cNvSpPr/>
            <p:nvPr/>
          </p:nvSpPr>
          <p:spPr bwMode="auto">
            <a:xfrm rot="5400000">
              <a:off x="8483247" y="2350558"/>
              <a:ext cx="257877" cy="492542"/>
            </a:xfrm>
            <a:prstGeom prst="upArrow">
              <a:avLst/>
            </a:prstGeom>
            <a:solidFill>
              <a:srgbClr val="B2E08A"/>
            </a:solidFill>
            <a:ln w="19050"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15" name="Round Same Side Corner Rectangle 11">
              <a:extLst>
                <a:ext uri="{FF2B5EF4-FFF2-40B4-BE49-F238E27FC236}">
                  <a16:creationId xmlns:a16="http://schemas.microsoft.com/office/drawing/2014/main" id="{F3AFA51A-50C1-FC25-BB89-7B23FF296783}"/>
                </a:ext>
              </a:extLst>
            </p:cNvPr>
            <p:cNvSpPr/>
            <p:nvPr/>
          </p:nvSpPr>
          <p:spPr bwMode="auto">
            <a:xfrm rot="16200000">
              <a:off x="8260744" y="2350937"/>
              <a:ext cx="505145" cy="492542"/>
            </a:xfrm>
            <a:prstGeom prst="round2SameRect">
              <a:avLst>
                <a:gd name="adj1" fmla="val 0"/>
                <a:gd name="adj2" fmla="val 0"/>
              </a:avLst>
            </a:prstGeom>
            <a:solidFill>
              <a:srgbClr val="B2E08A"/>
            </a:solidFill>
            <a:ln w="19050"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16" name="Up Arrow 9">
              <a:extLst>
                <a:ext uri="{FF2B5EF4-FFF2-40B4-BE49-F238E27FC236}">
                  <a16:creationId xmlns:a16="http://schemas.microsoft.com/office/drawing/2014/main" id="{4E86E49C-BE2C-7943-A5A5-A547E45D0FC0}"/>
                </a:ext>
              </a:extLst>
            </p:cNvPr>
            <p:cNvSpPr/>
            <p:nvPr/>
          </p:nvSpPr>
          <p:spPr bwMode="auto">
            <a:xfrm rot="5400000">
              <a:off x="8484278" y="2922136"/>
              <a:ext cx="257877" cy="492542"/>
            </a:xfrm>
            <a:prstGeom prst="upArrow">
              <a:avLst/>
            </a:prstGeom>
            <a:solidFill>
              <a:srgbClr val="E41B1B"/>
            </a:solidFill>
            <a:ln w="19050"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17" name="Round Same Side Corner Rectangle 11">
              <a:extLst>
                <a:ext uri="{FF2B5EF4-FFF2-40B4-BE49-F238E27FC236}">
                  <a16:creationId xmlns:a16="http://schemas.microsoft.com/office/drawing/2014/main" id="{2247F7A5-0822-97CE-9856-E25E60D195D4}"/>
                </a:ext>
              </a:extLst>
            </p:cNvPr>
            <p:cNvSpPr/>
            <p:nvPr/>
          </p:nvSpPr>
          <p:spPr bwMode="auto">
            <a:xfrm rot="16200000">
              <a:off x="8261775" y="2927427"/>
              <a:ext cx="505145" cy="492542"/>
            </a:xfrm>
            <a:prstGeom prst="round2SameRect">
              <a:avLst>
                <a:gd name="adj1" fmla="val 0"/>
                <a:gd name="adj2" fmla="val 0"/>
              </a:avLst>
            </a:prstGeom>
            <a:solidFill>
              <a:srgbClr val="E41B1B"/>
            </a:solidFill>
            <a:ln w="19050"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itchFamily="34" charset="0"/>
                <a:ea typeface="+mn-ea"/>
                <a:cs typeface="Arial" pitchFamily="34" charset="0"/>
              </a:endParaRPr>
            </a:p>
          </p:txBody>
        </p:sp>
        <p:pic>
          <p:nvPicPr>
            <p:cNvPr id="18" name="Graphic 6" descr="Scales of justice with solid fill">
              <a:extLst>
                <a:ext uri="{FF2B5EF4-FFF2-40B4-BE49-F238E27FC236}">
                  <a16:creationId xmlns:a16="http://schemas.microsoft.com/office/drawing/2014/main" id="{0D923BC6-C446-7B2A-097B-92A351709B3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65084" y="2445074"/>
              <a:ext cx="302576" cy="302576"/>
            </a:xfrm>
            <a:prstGeom prst="rect">
              <a:avLst/>
            </a:prstGeom>
          </p:spPr>
        </p:pic>
        <p:pic>
          <p:nvPicPr>
            <p:cNvPr id="19" name="Graphic 7" descr="Exclamation mark with solid fill">
              <a:extLst>
                <a:ext uri="{FF2B5EF4-FFF2-40B4-BE49-F238E27FC236}">
                  <a16:creationId xmlns:a16="http://schemas.microsoft.com/office/drawing/2014/main" id="{689F69D5-EFE5-AA23-F7EB-A29003D73AF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64480" y="1879254"/>
              <a:ext cx="292939" cy="292939"/>
            </a:xfrm>
            <a:prstGeom prst="rect">
              <a:avLst/>
            </a:prstGeom>
          </p:spPr>
        </p:pic>
        <p:pic>
          <p:nvPicPr>
            <p:cNvPr id="20" name="Graphic 8" descr="Sort with solid fill">
              <a:extLst>
                <a:ext uri="{FF2B5EF4-FFF2-40B4-BE49-F238E27FC236}">
                  <a16:creationId xmlns:a16="http://schemas.microsoft.com/office/drawing/2014/main" id="{B2647FDD-7BED-9BC8-FBA7-CC4E8A6D5B6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364480" y="3022410"/>
              <a:ext cx="302576" cy="302576"/>
            </a:xfrm>
            <a:prstGeom prst="rect">
              <a:avLst/>
            </a:prstGeom>
          </p:spPr>
        </p:pic>
      </p:grpSp>
      <p:pic>
        <p:nvPicPr>
          <p:cNvPr id="6" name="Immagine 5" descr="Immagine che contiene testo, schermata, Diagramma, linea&#10;&#10;Il contenuto generato dall'IA potrebbe non essere corretto.">
            <a:extLst>
              <a:ext uri="{FF2B5EF4-FFF2-40B4-BE49-F238E27FC236}">
                <a16:creationId xmlns:a16="http://schemas.microsoft.com/office/drawing/2014/main" id="{3965704B-AEA6-43A1-70E1-EBF5332D4199}"/>
              </a:ext>
            </a:extLst>
          </p:cNvPr>
          <p:cNvPicPr>
            <a:picLocks noChangeAspect="1"/>
          </p:cNvPicPr>
          <p:nvPr/>
        </p:nvPicPr>
        <p:blipFill>
          <a:blip r:embed="rId10">
            <a:extLst>
              <a:ext uri="{28A0092B-C50C-407E-A947-70E740481C1C}">
                <a14:useLocalDpi xmlns:a14="http://schemas.microsoft.com/office/drawing/2010/main" val="0"/>
              </a:ext>
            </a:extLst>
          </a:blip>
          <a:srcRect l="555" r="1330" b="1489"/>
          <a:stretch>
            <a:fillRect/>
          </a:stretch>
        </p:blipFill>
        <p:spPr>
          <a:xfrm>
            <a:off x="4310625" y="1748308"/>
            <a:ext cx="7486320" cy="4499004"/>
          </a:xfrm>
          <a:prstGeom prst="rect">
            <a:avLst/>
          </a:prstGeom>
        </p:spPr>
      </p:pic>
    </p:spTree>
    <p:extLst>
      <p:ext uri="{BB962C8B-B14F-4D97-AF65-F5344CB8AC3E}">
        <p14:creationId xmlns:p14="http://schemas.microsoft.com/office/powerpoint/2010/main" val="2484996619"/>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2F1579F0-A923-1E08-D9B4-F9E3643179D7}"/>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F91C6AA8-B424-514B-2355-5356D9428F49}"/>
              </a:ext>
            </a:extLst>
          </p:cNvPr>
          <p:cNvSpPr>
            <a:spLocks noGrp="1"/>
          </p:cNvSpPr>
          <p:nvPr>
            <p:ph type="body" sz="quarter" idx="13"/>
          </p:nvPr>
        </p:nvSpPr>
        <p:spPr/>
        <p:txBody>
          <a:bodyPr/>
          <a:lstStyle/>
          <a:p>
            <a:r>
              <a:rPr lang="en-US" noProof="0"/>
              <a:t>Part 1 (Factor level) – Performance &amp; Robustness Checks</a:t>
            </a:r>
          </a:p>
        </p:txBody>
      </p:sp>
      <p:sp>
        <p:nvSpPr>
          <p:cNvPr id="8" name="Rectangle 7">
            <a:extLst>
              <a:ext uri="{FF2B5EF4-FFF2-40B4-BE49-F238E27FC236}">
                <a16:creationId xmlns:a16="http://schemas.microsoft.com/office/drawing/2014/main" id="{86878CA6-468B-19E9-C466-E85E2EEFDDD2}"/>
              </a:ext>
            </a:extLst>
          </p:cNvPr>
          <p:cNvSpPr/>
          <p:nvPr/>
        </p:nvSpPr>
        <p:spPr>
          <a:xfrm>
            <a:off x="391886" y="881744"/>
            <a:ext cx="1125824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Is it Possible to Reduce the Number of Factors?</a:t>
            </a:r>
          </a:p>
        </p:txBody>
      </p:sp>
      <p:sp>
        <p:nvSpPr>
          <p:cNvPr id="3" name="Freeform: Shape 35">
            <a:extLst>
              <a:ext uri="{FF2B5EF4-FFF2-40B4-BE49-F238E27FC236}">
                <a16:creationId xmlns:a16="http://schemas.microsoft.com/office/drawing/2014/main" id="{47A57E3E-F961-B2AE-9E62-D0D63AD360FD}"/>
              </a:ext>
            </a:extLst>
          </p:cNvPr>
          <p:cNvSpPr/>
          <p:nvPr/>
        </p:nvSpPr>
        <p:spPr>
          <a:xfrm flipH="1">
            <a:off x="7266060" y="1794530"/>
            <a:ext cx="4094180" cy="3385649"/>
          </a:xfrm>
          <a:custGeom>
            <a:avLst/>
            <a:gdLst>
              <a:gd name="connsiteX0" fmla="*/ 3002360 w 3002360"/>
              <a:gd name="connsiteY0" fmla="*/ 0 h 385171"/>
              <a:gd name="connsiteX1" fmla="*/ 0 w 3002360"/>
              <a:gd name="connsiteY1" fmla="*/ 0 h 385171"/>
              <a:gd name="connsiteX2" fmla="*/ 0 w 3002360"/>
              <a:gd name="connsiteY2" fmla="*/ 385171 h 385171"/>
              <a:gd name="connsiteX3" fmla="*/ 3002360 w 3002360"/>
              <a:gd name="connsiteY3" fmla="*/ 385171 h 385171"/>
            </a:gdLst>
            <a:ahLst/>
            <a:cxnLst>
              <a:cxn ang="0">
                <a:pos x="connsiteX0" y="connsiteY0"/>
              </a:cxn>
              <a:cxn ang="0">
                <a:pos x="connsiteX1" y="connsiteY1"/>
              </a:cxn>
              <a:cxn ang="0">
                <a:pos x="connsiteX2" y="connsiteY2"/>
              </a:cxn>
              <a:cxn ang="0">
                <a:pos x="connsiteX3" y="connsiteY3"/>
              </a:cxn>
            </a:cxnLst>
            <a:rect l="l" t="t" r="r" b="b"/>
            <a:pathLst>
              <a:path w="3002360" h="385171">
                <a:moveTo>
                  <a:pt x="3002360" y="0"/>
                </a:moveTo>
                <a:lnTo>
                  <a:pt x="0" y="0"/>
                </a:lnTo>
                <a:lnTo>
                  <a:pt x="0" y="385171"/>
                </a:lnTo>
                <a:lnTo>
                  <a:pt x="3002360" y="385171"/>
                </a:lnTo>
                <a:close/>
              </a:path>
            </a:pathLst>
          </a:custGeom>
          <a:gradFill flip="none" rotWithShape="1">
            <a:gsLst>
              <a:gs pos="0">
                <a:srgbClr val="84B6C9">
                  <a:lumMod val="0"/>
                  <a:lumOff val="100000"/>
                </a:srgbClr>
              </a:gs>
              <a:gs pos="100000">
                <a:srgbClr val="84B6C9">
                  <a:alpha val="60000"/>
                </a:srgb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sz="1000" i="1" noProof="0">
              <a:solidFill>
                <a:schemeClr val="tx1"/>
              </a:solidFill>
              <a:latin typeface="Arial" panose="020B0604020202020204" pitchFamily="34" charset="0"/>
              <a:cs typeface="Arial" panose="020B0604020202020204" pitchFamily="34" charset="0"/>
            </a:endParaRPr>
          </a:p>
        </p:txBody>
      </p:sp>
      <p:sp>
        <p:nvSpPr>
          <p:cNvPr id="4" name="TextBox 41">
            <a:extLst>
              <a:ext uri="{FF2B5EF4-FFF2-40B4-BE49-F238E27FC236}">
                <a16:creationId xmlns:a16="http://schemas.microsoft.com/office/drawing/2014/main" id="{4C3B879D-DF54-F8C4-4392-EEB6169D9971}"/>
              </a:ext>
            </a:extLst>
          </p:cNvPr>
          <p:cNvSpPr txBox="1"/>
          <p:nvPr/>
        </p:nvSpPr>
        <p:spPr>
          <a:xfrm>
            <a:off x="6984908" y="3067904"/>
            <a:ext cx="4061909" cy="923330"/>
          </a:xfrm>
          <a:prstGeom prst="rect">
            <a:avLst/>
          </a:prstGeom>
          <a:noFill/>
        </p:spPr>
        <p:txBody>
          <a:bodyPr wrap="square" lIns="36000" tIns="0" rIns="108000" bIns="0">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1" u="none" strike="noStrike" kern="1200" cap="none" spc="0" normalizeH="0" baseline="0" noProof="0">
                <a:ln>
                  <a:noFill/>
                </a:ln>
                <a:effectLst/>
                <a:uLnTx/>
                <a:uFillTx/>
                <a:ea typeface="+mn-ea"/>
                <a:cs typeface="Arial" pitchFamily="34" charset="0"/>
              </a:rPr>
              <a:t>Long Factors: </a:t>
            </a:r>
            <a:br>
              <a:rPr kumimoji="0" lang="en-US" sz="1200" b="1" u="none" strike="noStrike" kern="1200" cap="none" spc="0" normalizeH="0" baseline="0" noProof="0">
                <a:ln>
                  <a:noFill/>
                </a:ln>
                <a:effectLst/>
                <a:uLnTx/>
                <a:uFillTx/>
                <a:ea typeface="+mn-ea"/>
                <a:cs typeface="Arial" pitchFamily="34" charset="0"/>
              </a:rPr>
            </a:br>
            <a:r>
              <a:rPr kumimoji="0" lang="en-US" sz="1200" u="none" strike="noStrike" kern="1200" cap="none" spc="0" normalizeH="0" baseline="0" noProof="0">
                <a:ln>
                  <a:noFill/>
                </a:ln>
                <a:effectLst/>
                <a:uLnTx/>
                <a:uFillTx/>
                <a:ea typeface="+mn-ea"/>
                <a:cs typeface="Arial" pitchFamily="34" charset="0"/>
              </a:rPr>
              <a:t>Top 5 Long factors are </a:t>
            </a:r>
            <a:r>
              <a:rPr kumimoji="0" lang="en-US" sz="1200" b="1" i="1" u="none" strike="noStrike" kern="1200" cap="none" spc="0" normalizeH="0" baseline="0" noProof="0" err="1">
                <a:ln>
                  <a:noFill/>
                </a:ln>
                <a:effectLst/>
                <a:uLnTx/>
                <a:uFillTx/>
                <a:ea typeface="+mn-ea"/>
                <a:cs typeface="Arial" pitchFamily="34" charset="0"/>
              </a:rPr>
              <a:t>Low_Beta_BAB</a:t>
            </a:r>
            <a:r>
              <a:rPr kumimoji="0" lang="en-US" sz="1200" b="1" i="1" u="none" strike="noStrike" kern="1200" cap="none" spc="0" normalizeH="0" baseline="0" noProof="0">
                <a:ln>
                  <a:noFill/>
                </a:ln>
                <a:effectLst/>
                <a:uLnTx/>
                <a:uFillTx/>
                <a:ea typeface="+mn-ea"/>
                <a:cs typeface="Arial" pitchFamily="34" charset="0"/>
              </a:rPr>
              <a:t> </a:t>
            </a:r>
            <a:r>
              <a:rPr kumimoji="0" lang="en-US" sz="1200" u="none" strike="noStrike" kern="1200" cap="none" spc="0" normalizeH="0" baseline="0" noProof="0">
                <a:ln>
                  <a:noFill/>
                </a:ln>
                <a:effectLst/>
                <a:uLnTx/>
                <a:uFillTx/>
                <a:ea typeface="+mn-ea"/>
                <a:cs typeface="Arial" pitchFamily="34" charset="0"/>
              </a:rPr>
              <a:t>(37.0%), </a:t>
            </a:r>
            <a:r>
              <a:rPr kumimoji="0" lang="en-US" sz="1200" b="1" i="1" u="none" strike="noStrike" kern="1200" cap="none" spc="0" normalizeH="0" baseline="0" noProof="0" err="1">
                <a:ln>
                  <a:noFill/>
                </a:ln>
                <a:effectLst/>
                <a:uLnTx/>
                <a:uFillTx/>
                <a:ea typeface="+mn-ea"/>
                <a:cs typeface="Arial" pitchFamily="34" charset="0"/>
              </a:rPr>
              <a:t>Residual_Variance_RVAR</a:t>
            </a:r>
            <a:r>
              <a:rPr kumimoji="0" lang="en-US" sz="1200" b="1" i="1" u="none" strike="noStrike" kern="1200" cap="none" spc="0" normalizeH="0" baseline="0" noProof="0">
                <a:ln>
                  <a:noFill/>
                </a:ln>
                <a:effectLst/>
                <a:uLnTx/>
                <a:uFillTx/>
                <a:ea typeface="+mn-ea"/>
                <a:cs typeface="Arial" pitchFamily="34" charset="0"/>
              </a:rPr>
              <a:t> </a:t>
            </a:r>
            <a:r>
              <a:rPr kumimoji="0" lang="en-US" sz="1200" u="none" strike="noStrike" kern="1200" cap="none" spc="0" normalizeH="0" baseline="0" noProof="0">
                <a:ln>
                  <a:noFill/>
                </a:ln>
                <a:effectLst/>
                <a:uLnTx/>
                <a:uFillTx/>
                <a:ea typeface="+mn-ea"/>
                <a:cs typeface="Arial" pitchFamily="34" charset="0"/>
              </a:rPr>
              <a:t>(36.7%), </a:t>
            </a:r>
            <a:r>
              <a:rPr kumimoji="0" lang="en-US" sz="1200" b="1" i="1" u="none" strike="noStrike" kern="1200" cap="none" spc="0" normalizeH="0" baseline="0" noProof="0" err="1">
                <a:ln>
                  <a:noFill/>
                </a:ln>
                <a:effectLst/>
                <a:uLnTx/>
                <a:uFillTx/>
                <a:ea typeface="+mn-ea"/>
                <a:cs typeface="Arial" pitchFamily="34" charset="0"/>
              </a:rPr>
              <a:t>Earnings_to_Price</a:t>
            </a:r>
            <a:r>
              <a:rPr kumimoji="0" lang="en-US" sz="1200" b="1" i="1" u="none" strike="noStrike" kern="1200" cap="none" spc="0" normalizeH="0" baseline="0" noProof="0">
                <a:ln>
                  <a:noFill/>
                </a:ln>
                <a:effectLst/>
                <a:uLnTx/>
                <a:uFillTx/>
                <a:ea typeface="+mn-ea"/>
                <a:cs typeface="Arial" pitchFamily="34" charset="0"/>
              </a:rPr>
              <a:t> </a:t>
            </a:r>
            <a:r>
              <a:rPr kumimoji="0" lang="en-US" sz="1200" u="none" strike="noStrike" kern="1200" cap="none" spc="0" normalizeH="0" baseline="0" noProof="0">
                <a:ln>
                  <a:noFill/>
                </a:ln>
                <a:effectLst/>
                <a:uLnTx/>
                <a:uFillTx/>
                <a:ea typeface="+mn-ea"/>
                <a:cs typeface="Arial" pitchFamily="34" charset="0"/>
              </a:rPr>
              <a:t>(32.4%), </a:t>
            </a:r>
            <a:r>
              <a:rPr kumimoji="0" lang="en-US" sz="1200" b="1" i="1" u="none" strike="noStrike" kern="1200" cap="none" spc="0" normalizeH="0" baseline="0" noProof="0" err="1">
                <a:ln>
                  <a:noFill/>
                </a:ln>
                <a:effectLst/>
                <a:uLnTx/>
                <a:uFillTx/>
                <a:ea typeface="+mn-ea"/>
                <a:cs typeface="Arial" pitchFamily="34" charset="0"/>
              </a:rPr>
              <a:t>Enterprise_Multiple</a:t>
            </a:r>
            <a:r>
              <a:rPr kumimoji="0" lang="en-US" sz="1200" u="none" strike="noStrike" kern="1200" cap="none" spc="0" normalizeH="0" baseline="0" noProof="0">
                <a:ln>
                  <a:noFill/>
                </a:ln>
                <a:effectLst/>
                <a:uLnTx/>
                <a:uFillTx/>
                <a:ea typeface="+mn-ea"/>
                <a:cs typeface="Arial" pitchFamily="34" charset="0"/>
              </a:rPr>
              <a:t> (32.4%), and </a:t>
            </a:r>
            <a:r>
              <a:rPr kumimoji="0" lang="en-US" sz="1200" b="1" i="1" u="none" strike="noStrike" kern="1200" cap="none" spc="0" normalizeH="0" baseline="0" noProof="0" err="1">
                <a:ln>
                  <a:noFill/>
                </a:ln>
                <a:effectLst/>
                <a:uLnTx/>
                <a:uFillTx/>
                <a:ea typeface="+mn-ea"/>
                <a:cs typeface="Arial" pitchFamily="34" charset="0"/>
              </a:rPr>
              <a:t>Firm_Age</a:t>
            </a:r>
            <a:r>
              <a:rPr kumimoji="0" lang="en-US" sz="1200" b="1" i="1" u="none" strike="noStrike" kern="1200" cap="none" spc="0" normalizeH="0" baseline="0" noProof="0">
                <a:ln>
                  <a:noFill/>
                </a:ln>
                <a:effectLst/>
                <a:uLnTx/>
                <a:uFillTx/>
                <a:ea typeface="+mn-ea"/>
                <a:cs typeface="Arial" pitchFamily="34" charset="0"/>
              </a:rPr>
              <a:t> </a:t>
            </a:r>
            <a:r>
              <a:rPr kumimoji="0" lang="en-US" sz="1200" u="none" strike="noStrike" kern="1200" cap="none" spc="0" normalizeH="0" baseline="0" noProof="0">
                <a:ln>
                  <a:noFill/>
                </a:ln>
                <a:effectLst/>
                <a:uLnTx/>
                <a:uFillTx/>
                <a:ea typeface="+mn-ea"/>
                <a:cs typeface="Arial" pitchFamily="34" charset="0"/>
              </a:rPr>
              <a:t>(32.0%).</a:t>
            </a:r>
          </a:p>
        </p:txBody>
      </p:sp>
      <p:sp>
        <p:nvSpPr>
          <p:cNvPr id="5" name="TextBox 42">
            <a:extLst>
              <a:ext uri="{FF2B5EF4-FFF2-40B4-BE49-F238E27FC236}">
                <a16:creationId xmlns:a16="http://schemas.microsoft.com/office/drawing/2014/main" id="{2EAB544C-DCEC-D9E4-D9B3-DED69FA39F0E}"/>
              </a:ext>
            </a:extLst>
          </p:cNvPr>
          <p:cNvSpPr txBox="1"/>
          <p:nvPr/>
        </p:nvSpPr>
        <p:spPr>
          <a:xfrm>
            <a:off x="6984908" y="4256087"/>
            <a:ext cx="4042041" cy="738664"/>
          </a:xfrm>
          <a:prstGeom prst="rect">
            <a:avLst/>
          </a:prstGeom>
          <a:noFill/>
        </p:spPr>
        <p:txBody>
          <a:bodyPr wrap="square" lIns="36000" tIns="0" rIns="108000" bIns="0">
            <a:spAutoFit/>
          </a:bodyPr>
          <a:lstStyle/>
          <a:p>
            <a:pPr lvl="0" algn="r" defTabSz="914400" fontAlgn="base">
              <a:spcBef>
                <a:spcPct val="0"/>
              </a:spcBef>
              <a:spcAft>
                <a:spcPct val="0"/>
              </a:spcAft>
              <a:defRPr/>
            </a:pPr>
            <a:r>
              <a:rPr lang="en-US" sz="1200" b="1" noProof="0">
                <a:solidFill>
                  <a:srgbClr val="000000"/>
                </a:solidFill>
              </a:rPr>
              <a:t>Short Factors: </a:t>
            </a:r>
            <a:br>
              <a:rPr lang="en-US" sz="1200" b="1" noProof="0">
                <a:solidFill>
                  <a:srgbClr val="000000"/>
                </a:solidFill>
              </a:rPr>
            </a:br>
            <a:r>
              <a:rPr lang="en-US" sz="1200" noProof="0">
                <a:solidFill>
                  <a:srgbClr val="000000"/>
                </a:solidFill>
              </a:rPr>
              <a:t>Top 5 Short factors are </a:t>
            </a:r>
            <a:r>
              <a:rPr lang="en-US" sz="1200" b="1" i="1" noProof="0" err="1">
                <a:solidFill>
                  <a:srgbClr val="000000"/>
                </a:solidFill>
              </a:rPr>
              <a:t>Nominal_Price</a:t>
            </a:r>
            <a:r>
              <a:rPr lang="en-US" sz="1200" b="1" i="1" noProof="0">
                <a:solidFill>
                  <a:srgbClr val="000000"/>
                </a:solidFill>
              </a:rPr>
              <a:t> </a:t>
            </a:r>
            <a:r>
              <a:rPr lang="en-US" sz="1200" noProof="0">
                <a:solidFill>
                  <a:srgbClr val="000000"/>
                </a:solidFill>
              </a:rPr>
              <a:t>(38.9%), </a:t>
            </a:r>
            <a:r>
              <a:rPr lang="en-US" sz="1200" b="1" i="1" noProof="0" err="1">
                <a:solidFill>
                  <a:srgbClr val="000000"/>
                </a:solidFill>
              </a:rPr>
              <a:t>Size_SMB</a:t>
            </a:r>
            <a:r>
              <a:rPr lang="en-US" sz="1200" b="1" i="1" noProof="0">
                <a:solidFill>
                  <a:srgbClr val="000000"/>
                </a:solidFill>
              </a:rPr>
              <a:t> </a:t>
            </a:r>
            <a:r>
              <a:rPr lang="en-US" sz="1200" noProof="0">
                <a:solidFill>
                  <a:srgbClr val="000000"/>
                </a:solidFill>
              </a:rPr>
              <a:t>(38.2%), </a:t>
            </a:r>
            <a:r>
              <a:rPr lang="en-US" sz="1200" b="1" i="1" noProof="0" err="1">
                <a:solidFill>
                  <a:srgbClr val="000000"/>
                </a:solidFill>
              </a:rPr>
              <a:t>Firm_Age</a:t>
            </a:r>
            <a:r>
              <a:rPr lang="en-US" sz="1200" b="1" i="1" noProof="0">
                <a:solidFill>
                  <a:srgbClr val="000000"/>
                </a:solidFill>
              </a:rPr>
              <a:t> </a:t>
            </a:r>
            <a:r>
              <a:rPr lang="en-US" sz="1200" noProof="0">
                <a:solidFill>
                  <a:srgbClr val="000000"/>
                </a:solidFill>
              </a:rPr>
              <a:t>(37.5%), </a:t>
            </a:r>
            <a:r>
              <a:rPr lang="en-US" sz="1200" b="1" i="1" noProof="0" err="1">
                <a:solidFill>
                  <a:srgbClr val="000000"/>
                </a:solidFill>
              </a:rPr>
              <a:t>Low_Beta_BAB</a:t>
            </a:r>
            <a:r>
              <a:rPr lang="en-US" sz="1200" b="1" i="1" noProof="0">
                <a:solidFill>
                  <a:srgbClr val="000000"/>
                </a:solidFill>
              </a:rPr>
              <a:t> </a:t>
            </a:r>
            <a:r>
              <a:rPr lang="en-US" sz="1200" noProof="0">
                <a:solidFill>
                  <a:srgbClr val="000000"/>
                </a:solidFill>
              </a:rPr>
              <a:t>(37.1%), and </a:t>
            </a:r>
            <a:r>
              <a:rPr lang="en-US" sz="1200" b="1" i="1" noProof="0" err="1">
                <a:solidFill>
                  <a:srgbClr val="000000"/>
                </a:solidFill>
              </a:rPr>
              <a:t>Altman_Z_Score</a:t>
            </a:r>
            <a:r>
              <a:rPr lang="en-US" sz="1200" b="1" i="1" noProof="0">
                <a:solidFill>
                  <a:srgbClr val="000000"/>
                </a:solidFill>
              </a:rPr>
              <a:t> </a:t>
            </a:r>
            <a:r>
              <a:rPr lang="en-US" sz="1200" noProof="0">
                <a:solidFill>
                  <a:srgbClr val="000000"/>
                </a:solidFill>
              </a:rPr>
              <a:t>(35.9%).</a:t>
            </a:r>
            <a:endParaRPr kumimoji="0" lang="en-US" sz="1200" b="1" u="none" strike="noStrike" kern="1200" cap="none" spc="0" normalizeH="0" baseline="0" noProof="0">
              <a:ln>
                <a:noFill/>
              </a:ln>
              <a:effectLst/>
              <a:uLnTx/>
              <a:uFillTx/>
              <a:ea typeface="+mn-ea"/>
              <a:cs typeface="Arial" pitchFamily="34" charset="0"/>
            </a:endParaRPr>
          </a:p>
        </p:txBody>
      </p:sp>
      <p:pic>
        <p:nvPicPr>
          <p:cNvPr id="22" name="Immagine 21" descr="Immagine che contiene testo, schermata&#10;&#10;Il contenuto generato dall'IA potrebbe non essere corretto.">
            <a:extLst>
              <a:ext uri="{FF2B5EF4-FFF2-40B4-BE49-F238E27FC236}">
                <a16:creationId xmlns:a16="http://schemas.microsoft.com/office/drawing/2014/main" id="{DB4F58CA-795A-0510-DA0F-25A338FDE2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699" y="1973193"/>
            <a:ext cx="6515130" cy="4071956"/>
          </a:xfrm>
          <a:prstGeom prst="rect">
            <a:avLst/>
          </a:prstGeom>
        </p:spPr>
      </p:pic>
      <p:grpSp>
        <p:nvGrpSpPr>
          <p:cNvPr id="20" name="Gruppo 19">
            <a:extLst>
              <a:ext uri="{FF2B5EF4-FFF2-40B4-BE49-F238E27FC236}">
                <a16:creationId xmlns:a16="http://schemas.microsoft.com/office/drawing/2014/main" id="{9BE18948-33A0-1966-FFA5-35824CB2309D}"/>
              </a:ext>
            </a:extLst>
          </p:cNvPr>
          <p:cNvGrpSpPr/>
          <p:nvPr/>
        </p:nvGrpSpPr>
        <p:grpSpPr>
          <a:xfrm>
            <a:off x="6677527" y="5485352"/>
            <a:ext cx="5301049" cy="912559"/>
            <a:chOff x="6239129" y="3177660"/>
            <a:chExt cx="5504415" cy="525764"/>
          </a:xfrm>
        </p:grpSpPr>
        <p:sp>
          <p:nvSpPr>
            <p:cNvPr id="9" name="Freeform: Shape 43">
              <a:extLst>
                <a:ext uri="{FF2B5EF4-FFF2-40B4-BE49-F238E27FC236}">
                  <a16:creationId xmlns:a16="http://schemas.microsoft.com/office/drawing/2014/main" id="{F67073CA-085E-71D7-E424-E7FB79F88554}"/>
                </a:ext>
              </a:extLst>
            </p:cNvPr>
            <p:cNvSpPr/>
            <p:nvPr/>
          </p:nvSpPr>
          <p:spPr>
            <a:xfrm flipH="1">
              <a:off x="6239129" y="3177660"/>
              <a:ext cx="5504415" cy="525764"/>
            </a:xfrm>
            <a:custGeom>
              <a:avLst/>
              <a:gdLst>
                <a:gd name="connsiteX0" fmla="*/ 3002360 w 3002360"/>
                <a:gd name="connsiteY0" fmla="*/ 0 h 385171"/>
                <a:gd name="connsiteX1" fmla="*/ 0 w 3002360"/>
                <a:gd name="connsiteY1" fmla="*/ 0 h 385171"/>
                <a:gd name="connsiteX2" fmla="*/ 0 w 3002360"/>
                <a:gd name="connsiteY2" fmla="*/ 385171 h 385171"/>
                <a:gd name="connsiteX3" fmla="*/ 3002360 w 3002360"/>
                <a:gd name="connsiteY3" fmla="*/ 385171 h 385171"/>
              </a:gdLst>
              <a:ahLst/>
              <a:cxnLst>
                <a:cxn ang="0">
                  <a:pos x="connsiteX0" y="connsiteY0"/>
                </a:cxn>
                <a:cxn ang="0">
                  <a:pos x="connsiteX1" y="connsiteY1"/>
                </a:cxn>
                <a:cxn ang="0">
                  <a:pos x="connsiteX2" y="connsiteY2"/>
                </a:cxn>
                <a:cxn ang="0">
                  <a:pos x="connsiteX3" y="connsiteY3"/>
                </a:cxn>
              </a:cxnLst>
              <a:rect l="l" t="t" r="r" b="b"/>
              <a:pathLst>
                <a:path w="3002360" h="385171">
                  <a:moveTo>
                    <a:pt x="3002360" y="0"/>
                  </a:moveTo>
                  <a:lnTo>
                    <a:pt x="0" y="0"/>
                  </a:lnTo>
                  <a:lnTo>
                    <a:pt x="0" y="385171"/>
                  </a:lnTo>
                  <a:lnTo>
                    <a:pt x="3002360" y="385171"/>
                  </a:lnTo>
                  <a:close/>
                </a:path>
              </a:pathLst>
            </a:custGeom>
            <a:gradFill flip="none" rotWithShape="1">
              <a:gsLst>
                <a:gs pos="0">
                  <a:schemeClr val="bg1">
                    <a:lumMod val="85000"/>
                  </a:schemeClr>
                </a:gs>
                <a:gs pos="0">
                  <a:schemeClr val="bg1">
                    <a:lumMod val="85000"/>
                  </a:schemeClr>
                </a:gs>
                <a:gs pos="0">
                  <a:schemeClr val="bg1">
                    <a:lumMod val="85000"/>
                  </a:schemeClr>
                </a:gs>
                <a:gs pos="27000">
                  <a:schemeClr val="bg1">
                    <a:lumMod val="85000"/>
                  </a:schemeClr>
                </a:gs>
                <a:gs pos="100000">
                  <a:schemeClr val="bg1"/>
                </a:gs>
              </a:gsLst>
              <a:lin ang="0" scaled="1"/>
              <a:tileRect/>
            </a:gradFill>
            <a:ln w="19050">
              <a:noFill/>
              <a:prstDash val="sysDash"/>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sz="1000" i="1" noProof="0">
                <a:solidFill>
                  <a:schemeClr val="tx1"/>
                </a:solidFill>
                <a:latin typeface="Arial" panose="020B0604020202020204" pitchFamily="34" charset="0"/>
                <a:cs typeface="Arial" panose="020B0604020202020204" pitchFamily="34" charset="0"/>
              </a:endParaRPr>
            </a:p>
          </p:txBody>
        </p:sp>
        <p:sp>
          <p:nvSpPr>
            <p:cNvPr id="10" name="TextBox 44">
              <a:extLst>
                <a:ext uri="{FF2B5EF4-FFF2-40B4-BE49-F238E27FC236}">
                  <a16:creationId xmlns:a16="http://schemas.microsoft.com/office/drawing/2014/main" id="{58DDDD9D-09CF-49BC-7068-682D02F26633}"/>
                </a:ext>
              </a:extLst>
            </p:cNvPr>
            <p:cNvSpPr txBox="1"/>
            <p:nvPr/>
          </p:nvSpPr>
          <p:spPr>
            <a:xfrm>
              <a:off x="6381698" y="3267652"/>
              <a:ext cx="5272261" cy="345780"/>
            </a:xfrm>
            <a:prstGeom prst="rect">
              <a:avLst/>
            </a:prstGeom>
            <a:noFill/>
          </p:spPr>
          <p:txBody>
            <a:bodyPr wrap="square" lIns="0" tIns="0" rIns="10800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300" b="1" u="none" strike="noStrike" kern="1200" cap="none" spc="0" normalizeH="0" baseline="0" noProof="0">
                  <a:ln>
                    <a:noFill/>
                  </a:ln>
                  <a:effectLst/>
                  <a:uLnTx/>
                  <a:uFillTx/>
                  <a:ea typeface="+mn-ea"/>
                  <a:cs typeface="Arial" pitchFamily="34" charset="0"/>
                </a:rPr>
                <a:t>The factor universe cannot be reduced in a stable way. </a:t>
              </a:r>
              <a:r>
                <a:rPr lang="en-US" sz="1300" b="1" noProof="0">
                  <a:cs typeface="Arial" pitchFamily="34" charset="0"/>
                </a:rPr>
                <a:t>R</a:t>
              </a:r>
              <a:r>
                <a:rPr kumimoji="0" lang="en-US" sz="1300" b="1" u="none" strike="noStrike" kern="1200" cap="none" spc="0" normalizeH="0" baseline="0" noProof="0">
                  <a:ln>
                    <a:noFill/>
                  </a:ln>
                  <a:effectLst/>
                  <a:uLnTx/>
                  <a:uFillTx/>
                  <a:ea typeface="+mn-ea"/>
                  <a:cs typeface="Arial" pitchFamily="34" charset="0"/>
                </a:rPr>
                <a:t>ankings are highly time-varying, and even leading candidates frequently switch sign (e.g., </a:t>
              </a:r>
              <a:r>
                <a:rPr kumimoji="0" lang="en-US" sz="1300" b="1" u="none" strike="noStrike" kern="1200" cap="none" spc="0" normalizeH="0" baseline="0" noProof="0" err="1">
                  <a:ln>
                    <a:noFill/>
                  </a:ln>
                  <a:effectLst/>
                  <a:uLnTx/>
                  <a:uFillTx/>
                  <a:ea typeface="+mn-ea"/>
                  <a:cs typeface="Arial" pitchFamily="34" charset="0"/>
                </a:rPr>
                <a:t>Low_Beta_BAB</a:t>
              </a:r>
              <a:r>
                <a:rPr kumimoji="0" lang="en-US" sz="1300" b="1" u="none" strike="noStrike" kern="1200" cap="none" spc="0" normalizeH="0" baseline="0" noProof="0">
                  <a:ln>
                    <a:noFill/>
                  </a:ln>
                  <a:effectLst/>
                  <a:uLnTx/>
                  <a:uFillTx/>
                  <a:ea typeface="+mn-ea"/>
                  <a:cs typeface="Arial" pitchFamily="34" charset="0"/>
                </a:rPr>
                <a:t>).</a:t>
              </a:r>
            </a:p>
          </p:txBody>
        </p:sp>
      </p:grpSp>
      <p:sp>
        <p:nvSpPr>
          <p:cNvPr id="11" name="Freeform: Shape 51">
            <a:extLst>
              <a:ext uri="{FF2B5EF4-FFF2-40B4-BE49-F238E27FC236}">
                <a16:creationId xmlns:a16="http://schemas.microsoft.com/office/drawing/2014/main" id="{3A13BEEF-B585-17ED-A624-0E4FA15E1804}"/>
              </a:ext>
            </a:extLst>
          </p:cNvPr>
          <p:cNvSpPr/>
          <p:nvPr/>
        </p:nvSpPr>
        <p:spPr bwMode="auto">
          <a:xfrm flipH="1" flipV="1">
            <a:off x="11282334" y="1794530"/>
            <a:ext cx="206240" cy="3823935"/>
          </a:xfrm>
          <a:custGeom>
            <a:avLst/>
            <a:gdLst>
              <a:gd name="connsiteX0" fmla="*/ 163518 w 209813"/>
              <a:gd name="connsiteY0" fmla="*/ 1192137 h 1192137"/>
              <a:gd name="connsiteX1" fmla="*/ 46295 w 209813"/>
              <a:gd name="connsiteY1" fmla="*/ 1192137 h 1192137"/>
              <a:gd name="connsiteX2" fmla="*/ 46295 w 209813"/>
              <a:gd name="connsiteY2" fmla="*/ 87909 h 1192137"/>
              <a:gd name="connsiteX3" fmla="*/ 0 w 209813"/>
              <a:gd name="connsiteY3" fmla="*/ 87909 h 1192137"/>
              <a:gd name="connsiteX4" fmla="*/ 104907 w 209813"/>
              <a:gd name="connsiteY4" fmla="*/ 0 h 1192137"/>
              <a:gd name="connsiteX5" fmla="*/ 209813 w 209813"/>
              <a:gd name="connsiteY5" fmla="*/ 87909 h 1192137"/>
              <a:gd name="connsiteX6" fmla="*/ 163518 w 209813"/>
              <a:gd name="connsiteY6" fmla="*/ 87909 h 119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813" h="1192137">
                <a:moveTo>
                  <a:pt x="163518" y="1192137"/>
                </a:moveTo>
                <a:lnTo>
                  <a:pt x="46295" y="1192137"/>
                </a:lnTo>
                <a:lnTo>
                  <a:pt x="46295" y="87909"/>
                </a:lnTo>
                <a:lnTo>
                  <a:pt x="0" y="87909"/>
                </a:lnTo>
                <a:lnTo>
                  <a:pt x="104907" y="0"/>
                </a:lnTo>
                <a:lnTo>
                  <a:pt x="209813" y="87909"/>
                </a:lnTo>
                <a:lnTo>
                  <a:pt x="163518" y="87909"/>
                </a:lnTo>
                <a:close/>
              </a:path>
            </a:pathLst>
          </a:custGeom>
          <a:solidFill>
            <a:schemeClr val="accent1"/>
          </a:soli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grpSp>
        <p:nvGrpSpPr>
          <p:cNvPr id="18" name="Gruppo 17">
            <a:extLst>
              <a:ext uri="{FF2B5EF4-FFF2-40B4-BE49-F238E27FC236}">
                <a16:creationId xmlns:a16="http://schemas.microsoft.com/office/drawing/2014/main" id="{E0F16E17-696F-98B5-A8DF-96E26BE0399A}"/>
              </a:ext>
            </a:extLst>
          </p:cNvPr>
          <p:cNvGrpSpPr/>
          <p:nvPr/>
        </p:nvGrpSpPr>
        <p:grpSpPr>
          <a:xfrm>
            <a:off x="11046615" y="3190911"/>
            <a:ext cx="689982" cy="677107"/>
            <a:chOff x="11108624" y="1720293"/>
            <a:chExt cx="540000" cy="540000"/>
          </a:xfrm>
        </p:grpSpPr>
        <p:sp>
          <p:nvSpPr>
            <p:cNvPr id="17" name="Oval 53">
              <a:extLst>
                <a:ext uri="{FF2B5EF4-FFF2-40B4-BE49-F238E27FC236}">
                  <a16:creationId xmlns:a16="http://schemas.microsoft.com/office/drawing/2014/main" id="{BCCCAA79-9FB4-DCBC-0184-9D1839A5651A}"/>
                </a:ext>
              </a:extLst>
            </p:cNvPr>
            <p:cNvSpPr/>
            <p:nvPr/>
          </p:nvSpPr>
          <p:spPr bwMode="auto">
            <a:xfrm>
              <a:off x="11108624" y="1720293"/>
              <a:ext cx="540000" cy="540000"/>
            </a:xfrm>
            <a:prstGeom prst="ellipse">
              <a:avLst/>
            </a:prstGeom>
            <a:solidFill>
              <a:srgbClr val="BDD6E1"/>
            </a:solidFill>
            <a:ln w="9525" cap="flat" cmpd="sng" algn="ctr">
              <a:noFill/>
              <a:prstDash val="solid"/>
              <a:round/>
              <a:headEnd type="none" w="med" len="med"/>
              <a:tailEnd type="none" w="med" len="med"/>
            </a:ln>
            <a:effectLst>
              <a:outerShdw blurRad="88900" sx="102000" sy="102000" algn="ctr" rotWithShape="0">
                <a:srgbClr val="003876">
                  <a:alpha val="15000"/>
                </a:srgbClr>
              </a:outerShdw>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12" name="Oval 50">
              <a:extLst>
                <a:ext uri="{FF2B5EF4-FFF2-40B4-BE49-F238E27FC236}">
                  <a16:creationId xmlns:a16="http://schemas.microsoft.com/office/drawing/2014/main" id="{97642DA0-5E16-5BF1-62D7-6B02E3A319F4}"/>
                </a:ext>
              </a:extLst>
            </p:cNvPr>
            <p:cNvSpPr/>
            <p:nvPr/>
          </p:nvSpPr>
          <p:spPr bwMode="auto">
            <a:xfrm>
              <a:off x="11162624" y="1773359"/>
              <a:ext cx="432000" cy="432000"/>
            </a:xfrm>
            <a:prstGeom prst="ellipse">
              <a:avLst/>
            </a:prstGeom>
            <a:solidFill>
              <a:srgbClr val="003674"/>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pic>
          <p:nvPicPr>
            <p:cNvPr id="14" name="Graphic 40" descr="Binocolo con riempimento a tinta unita">
              <a:extLst>
                <a:ext uri="{FF2B5EF4-FFF2-40B4-BE49-F238E27FC236}">
                  <a16:creationId xmlns:a16="http://schemas.microsoft.com/office/drawing/2014/main" id="{4945DC5A-7650-3543-642A-A6CB0E840628}"/>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1237311" y="1837848"/>
              <a:ext cx="282626" cy="288000"/>
            </a:xfrm>
            <a:prstGeom prst="rect">
              <a:avLst/>
            </a:prstGeom>
          </p:spPr>
        </p:pic>
      </p:grpSp>
      <p:grpSp>
        <p:nvGrpSpPr>
          <p:cNvPr id="19" name="Gruppo 18">
            <a:extLst>
              <a:ext uri="{FF2B5EF4-FFF2-40B4-BE49-F238E27FC236}">
                <a16:creationId xmlns:a16="http://schemas.microsoft.com/office/drawing/2014/main" id="{59B6F1F3-91E9-FFE0-2A6E-55724043C182}"/>
              </a:ext>
            </a:extLst>
          </p:cNvPr>
          <p:cNvGrpSpPr/>
          <p:nvPr/>
        </p:nvGrpSpPr>
        <p:grpSpPr>
          <a:xfrm>
            <a:off x="11033113" y="4287289"/>
            <a:ext cx="703484" cy="677107"/>
            <a:chOff x="11112234" y="2409818"/>
            <a:chExt cx="540000" cy="540000"/>
          </a:xfrm>
        </p:grpSpPr>
        <p:sp>
          <p:nvSpPr>
            <p:cNvPr id="16" name="Oval 48">
              <a:extLst>
                <a:ext uri="{FF2B5EF4-FFF2-40B4-BE49-F238E27FC236}">
                  <a16:creationId xmlns:a16="http://schemas.microsoft.com/office/drawing/2014/main" id="{D64CF773-E089-139A-5438-08C09B49253C}"/>
                </a:ext>
              </a:extLst>
            </p:cNvPr>
            <p:cNvSpPr/>
            <p:nvPr/>
          </p:nvSpPr>
          <p:spPr bwMode="auto">
            <a:xfrm>
              <a:off x="11112234" y="2409818"/>
              <a:ext cx="540000" cy="540000"/>
            </a:xfrm>
            <a:prstGeom prst="ellipse">
              <a:avLst/>
            </a:prstGeom>
            <a:solidFill>
              <a:srgbClr val="BDD6E1"/>
            </a:solidFill>
            <a:ln w="9525" cap="flat" cmpd="sng" algn="ctr">
              <a:noFill/>
              <a:prstDash val="solid"/>
              <a:round/>
              <a:headEnd type="none" w="med" len="med"/>
              <a:tailEnd type="none" w="med" len="med"/>
            </a:ln>
            <a:effectLst>
              <a:outerShdw blurRad="88900" sx="102000" sy="102000" algn="ctr" rotWithShape="0">
                <a:srgbClr val="003876">
                  <a:alpha val="15000"/>
                </a:srgbClr>
              </a:outerShdw>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13" name="Oval 56">
              <a:extLst>
                <a:ext uri="{FF2B5EF4-FFF2-40B4-BE49-F238E27FC236}">
                  <a16:creationId xmlns:a16="http://schemas.microsoft.com/office/drawing/2014/main" id="{53A1911A-4D49-F1AD-77E7-1AC351CC8959}"/>
                </a:ext>
              </a:extLst>
            </p:cNvPr>
            <p:cNvSpPr/>
            <p:nvPr/>
          </p:nvSpPr>
          <p:spPr bwMode="auto">
            <a:xfrm>
              <a:off x="11165323" y="2463818"/>
              <a:ext cx="432000" cy="432000"/>
            </a:xfrm>
            <a:prstGeom prst="ellipse">
              <a:avLst/>
            </a:prstGeom>
            <a:solidFill>
              <a:srgbClr val="003674"/>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pic>
          <p:nvPicPr>
            <p:cNvPr id="15" name="Graphic 38" descr="Shuffle with solid fill">
              <a:extLst>
                <a:ext uri="{FF2B5EF4-FFF2-40B4-BE49-F238E27FC236}">
                  <a16:creationId xmlns:a16="http://schemas.microsoft.com/office/drawing/2014/main" id="{6E03B18E-01F5-C936-188F-DF60E7D81AB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42976" y="2535480"/>
              <a:ext cx="288000" cy="288000"/>
            </a:xfrm>
            <a:prstGeom prst="rect">
              <a:avLst/>
            </a:prstGeom>
          </p:spPr>
        </p:pic>
      </p:grpSp>
      <p:grpSp>
        <p:nvGrpSpPr>
          <p:cNvPr id="23" name="Gruppo 22">
            <a:extLst>
              <a:ext uri="{FF2B5EF4-FFF2-40B4-BE49-F238E27FC236}">
                <a16:creationId xmlns:a16="http://schemas.microsoft.com/office/drawing/2014/main" id="{32B7D91D-31DF-F290-1A18-97DF2BA0B3F9}"/>
              </a:ext>
            </a:extLst>
          </p:cNvPr>
          <p:cNvGrpSpPr/>
          <p:nvPr/>
        </p:nvGrpSpPr>
        <p:grpSpPr>
          <a:xfrm>
            <a:off x="11046615" y="2024710"/>
            <a:ext cx="689982" cy="677107"/>
            <a:chOff x="11108624" y="1720293"/>
            <a:chExt cx="540000" cy="540000"/>
          </a:xfrm>
        </p:grpSpPr>
        <p:sp>
          <p:nvSpPr>
            <p:cNvPr id="24" name="Oval 53">
              <a:extLst>
                <a:ext uri="{FF2B5EF4-FFF2-40B4-BE49-F238E27FC236}">
                  <a16:creationId xmlns:a16="http://schemas.microsoft.com/office/drawing/2014/main" id="{5299F86B-026E-C73C-AF1D-7BF218EC5700}"/>
                </a:ext>
              </a:extLst>
            </p:cNvPr>
            <p:cNvSpPr/>
            <p:nvPr/>
          </p:nvSpPr>
          <p:spPr bwMode="auto">
            <a:xfrm>
              <a:off x="11108624" y="1720293"/>
              <a:ext cx="540000" cy="540000"/>
            </a:xfrm>
            <a:prstGeom prst="ellipse">
              <a:avLst/>
            </a:prstGeom>
            <a:solidFill>
              <a:srgbClr val="BDD6E1"/>
            </a:solidFill>
            <a:ln w="9525" cap="flat" cmpd="sng" algn="ctr">
              <a:noFill/>
              <a:prstDash val="solid"/>
              <a:round/>
              <a:headEnd type="none" w="med" len="med"/>
              <a:tailEnd type="none" w="med" len="med"/>
            </a:ln>
            <a:effectLst>
              <a:outerShdw blurRad="88900" sx="102000" sy="102000" algn="ctr" rotWithShape="0">
                <a:srgbClr val="003876">
                  <a:alpha val="15000"/>
                </a:srgbClr>
              </a:outerShdw>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25" name="Oval 50">
              <a:extLst>
                <a:ext uri="{FF2B5EF4-FFF2-40B4-BE49-F238E27FC236}">
                  <a16:creationId xmlns:a16="http://schemas.microsoft.com/office/drawing/2014/main" id="{B8C20828-2146-4522-13CB-6F9A5471FE55}"/>
                </a:ext>
              </a:extLst>
            </p:cNvPr>
            <p:cNvSpPr/>
            <p:nvPr/>
          </p:nvSpPr>
          <p:spPr bwMode="auto">
            <a:xfrm>
              <a:off x="11162624" y="1773359"/>
              <a:ext cx="432000" cy="432000"/>
            </a:xfrm>
            <a:prstGeom prst="ellipse">
              <a:avLst/>
            </a:prstGeom>
            <a:solidFill>
              <a:srgbClr val="003674"/>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pic>
          <p:nvPicPr>
            <p:cNvPr id="26" name="Graphic 40" descr="Abaco con riempimento a tinta unita">
              <a:extLst>
                <a:ext uri="{FF2B5EF4-FFF2-40B4-BE49-F238E27FC236}">
                  <a16:creationId xmlns:a16="http://schemas.microsoft.com/office/drawing/2014/main" id="{6AE7560F-0BE3-22B9-DAE8-C58A9A84F6E1}"/>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1237311" y="1837848"/>
              <a:ext cx="282626" cy="288000"/>
            </a:xfrm>
            <a:prstGeom prst="rect">
              <a:avLst/>
            </a:prstGeom>
          </p:spPr>
        </p:pic>
      </p:grpSp>
      <p:sp>
        <p:nvSpPr>
          <p:cNvPr id="27" name="TextBox 41">
            <a:extLst>
              <a:ext uri="{FF2B5EF4-FFF2-40B4-BE49-F238E27FC236}">
                <a16:creationId xmlns:a16="http://schemas.microsoft.com/office/drawing/2014/main" id="{5AF65318-7B63-B49D-0770-271379D0E388}"/>
              </a:ext>
            </a:extLst>
          </p:cNvPr>
          <p:cNvSpPr txBox="1"/>
          <p:nvPr/>
        </p:nvSpPr>
        <p:spPr>
          <a:xfrm>
            <a:off x="6978519" y="1999624"/>
            <a:ext cx="4061909" cy="738664"/>
          </a:xfrm>
          <a:prstGeom prst="rect">
            <a:avLst/>
          </a:prstGeom>
          <a:noFill/>
        </p:spPr>
        <p:txBody>
          <a:bodyPr wrap="square" lIns="36000" tIns="0" rIns="108000" bIns="0">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1" u="none" strike="noStrike" kern="1200" cap="none" spc="0" normalizeH="0" baseline="0" noProof="0">
                <a:ln>
                  <a:noFill/>
                </a:ln>
                <a:effectLst/>
                <a:uLnTx/>
                <a:uFillTx/>
                <a:ea typeface="+mn-ea"/>
                <a:cs typeface="Arial" pitchFamily="34" charset="0"/>
              </a:rPr>
              <a:t>The Heatmap: </a:t>
            </a:r>
            <a:br>
              <a:rPr kumimoji="0" lang="en-US" sz="1200" b="1" u="none" strike="noStrike" kern="1200" cap="none" spc="0" normalizeH="0" baseline="0" noProof="0">
                <a:ln>
                  <a:noFill/>
                </a:ln>
                <a:effectLst/>
                <a:uLnTx/>
                <a:uFillTx/>
                <a:ea typeface="+mn-ea"/>
                <a:cs typeface="Arial" pitchFamily="34" charset="0"/>
              </a:rPr>
            </a:br>
            <a:r>
              <a:rPr kumimoji="0" lang="en-US" sz="1200" u="none" strike="noStrike" kern="1200" cap="none" spc="0" normalizeH="0" baseline="0" noProof="0">
                <a:ln>
                  <a:noFill/>
                </a:ln>
                <a:effectLst/>
                <a:uLnTx/>
                <a:uFillTx/>
                <a:ea typeface="+mn-ea"/>
                <a:cs typeface="Arial" pitchFamily="34" charset="0"/>
              </a:rPr>
              <a:t>Factors move in and out of the top and bottom quartiles frequently, so there is no stable subset of ‘always-long’ or ‘always-short’ factors. </a:t>
            </a:r>
          </a:p>
        </p:txBody>
      </p:sp>
    </p:spTree>
    <p:extLst>
      <p:ext uri="{BB962C8B-B14F-4D97-AF65-F5344CB8AC3E}">
        <p14:creationId xmlns:p14="http://schemas.microsoft.com/office/powerpoint/2010/main" val="175775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A9E68D63-5763-B564-32C7-2797F6255965}"/>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17100A2E-E452-ED46-9B06-FDE692892127}"/>
              </a:ext>
            </a:extLst>
          </p:cNvPr>
          <p:cNvSpPr>
            <a:spLocks noGrp="1"/>
          </p:cNvSpPr>
          <p:nvPr>
            <p:ph type="body" sz="quarter" idx="13"/>
          </p:nvPr>
        </p:nvSpPr>
        <p:spPr/>
        <p:txBody>
          <a:bodyPr/>
          <a:lstStyle/>
          <a:p>
            <a:r>
              <a:rPr lang="en-US" noProof="0"/>
              <a:t>Part 1 (Factor level) – Performance &amp; Robustness Checks</a:t>
            </a:r>
          </a:p>
        </p:txBody>
      </p:sp>
      <p:sp>
        <p:nvSpPr>
          <p:cNvPr id="8" name="Rectangle 7">
            <a:extLst>
              <a:ext uri="{FF2B5EF4-FFF2-40B4-BE49-F238E27FC236}">
                <a16:creationId xmlns:a16="http://schemas.microsoft.com/office/drawing/2014/main" id="{080059C4-6C32-AB89-C80E-F9F64BC4AEE9}"/>
              </a:ext>
            </a:extLst>
          </p:cNvPr>
          <p:cNvSpPr/>
          <p:nvPr/>
        </p:nvSpPr>
        <p:spPr>
          <a:xfrm>
            <a:off x="391886" y="881744"/>
            <a:ext cx="1125824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a:t>Systematic Validation: Top 5 Principal Components Drive the Strategy</a:t>
            </a:r>
            <a:endParaRPr lang="en-US" sz="1800" b="1" noProof="0">
              <a:solidFill>
                <a:schemeClr val="bg1"/>
              </a:solidFill>
            </a:endParaRPr>
          </a:p>
        </p:txBody>
      </p:sp>
      <p:sp>
        <p:nvSpPr>
          <p:cNvPr id="2" name="CasellaDiTesto 1">
            <a:extLst>
              <a:ext uri="{FF2B5EF4-FFF2-40B4-BE49-F238E27FC236}">
                <a16:creationId xmlns:a16="http://schemas.microsoft.com/office/drawing/2014/main" id="{65C6C69F-E89D-02CD-EAAC-34D55C08C78F}"/>
              </a:ext>
            </a:extLst>
          </p:cNvPr>
          <p:cNvSpPr txBox="1"/>
          <p:nvPr/>
        </p:nvSpPr>
        <p:spPr>
          <a:xfrm>
            <a:off x="2101336" y="7218154"/>
            <a:ext cx="4212868" cy="2246769"/>
          </a:xfrm>
          <a:prstGeom prst="rect">
            <a:avLst/>
          </a:prstGeom>
          <a:noFill/>
        </p:spPr>
        <p:txBody>
          <a:bodyPr wrap="square" rtlCol="0">
            <a:spAutoFit/>
          </a:bodyPr>
          <a:lstStyle/>
          <a:p>
            <a:r>
              <a:rPr lang="en-US" sz="1400" b="1" noProof="0">
                <a:solidFill>
                  <a:schemeClr val="bg1"/>
                </a:solidFill>
              </a:rPr>
              <a:t>PCA Decomposition: </a:t>
            </a:r>
            <a:r>
              <a:rPr lang="en-US" sz="1400" noProof="0">
                <a:solidFill>
                  <a:schemeClr val="bg1"/>
                </a:solidFill>
              </a:rPr>
              <a:t>We performed a Principal Component Analysis (PCA) on the entire universe of 36 factors to separate signal from noise.</a:t>
            </a:r>
          </a:p>
          <a:p>
            <a:endParaRPr lang="en-US" sz="1400" noProof="0">
              <a:solidFill>
                <a:schemeClr val="bg1"/>
              </a:solidFill>
            </a:endParaRPr>
          </a:p>
          <a:p>
            <a:r>
              <a:rPr lang="en-US" sz="1400" b="1" noProof="0">
                <a:solidFill>
                  <a:schemeClr val="bg1"/>
                </a:solidFill>
              </a:rPr>
              <a:t>Result:</a:t>
            </a:r>
            <a:r>
              <a:rPr lang="en-US" sz="1400" noProof="0">
                <a:solidFill>
                  <a:schemeClr val="bg1"/>
                </a:solidFill>
              </a:rPr>
              <a:t> The </a:t>
            </a:r>
            <a:r>
              <a:rPr lang="en-US" sz="1400" b="1" noProof="0">
                <a:solidFill>
                  <a:schemeClr val="bg1"/>
                </a:solidFill>
              </a:rPr>
              <a:t>Top 5 Principal Components</a:t>
            </a:r>
            <a:r>
              <a:rPr lang="en-US" sz="1400" noProof="0">
                <a:solidFill>
                  <a:schemeClr val="bg1"/>
                </a:solidFill>
              </a:rPr>
              <a:t> alone explain </a:t>
            </a:r>
            <a:r>
              <a:rPr lang="en-US" sz="1400" b="1" noProof="0">
                <a:solidFill>
                  <a:schemeClr val="bg1"/>
                </a:solidFill>
              </a:rPr>
              <a:t>&gt;80%</a:t>
            </a:r>
            <a:r>
              <a:rPr lang="en-US" sz="1400" noProof="0">
                <a:solidFill>
                  <a:schemeClr val="bg1"/>
                </a:solidFill>
              </a:rPr>
              <a:t> of the total variance in the factor dataset. The remaining 31 dimensions are largely idiosyncratic noise that do not drive the trend according to the PCA analysis</a:t>
            </a:r>
          </a:p>
        </p:txBody>
      </p:sp>
      <p:pic>
        <p:nvPicPr>
          <p:cNvPr id="5" name="Picture 4">
            <a:extLst>
              <a:ext uri="{FF2B5EF4-FFF2-40B4-BE49-F238E27FC236}">
                <a16:creationId xmlns:a16="http://schemas.microsoft.com/office/drawing/2014/main" id="{76A96330-6297-E2A0-B035-A22EAAC1507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91886" y="1574704"/>
            <a:ext cx="6385267" cy="3912541"/>
          </a:xfrm>
          <a:prstGeom prst="rect">
            <a:avLst/>
          </a:prstGeom>
        </p:spPr>
      </p:pic>
      <p:sp>
        <p:nvSpPr>
          <p:cNvPr id="4" name="TextBox 3">
            <a:extLst>
              <a:ext uri="{FF2B5EF4-FFF2-40B4-BE49-F238E27FC236}">
                <a16:creationId xmlns:a16="http://schemas.microsoft.com/office/drawing/2014/main" id="{B8771BF3-FEB7-7D92-8F27-19ADA68620D2}"/>
              </a:ext>
            </a:extLst>
          </p:cNvPr>
          <p:cNvSpPr txBox="1"/>
          <p:nvPr/>
        </p:nvSpPr>
        <p:spPr>
          <a:xfrm>
            <a:off x="7433545" y="7218153"/>
            <a:ext cx="4212868" cy="2246769"/>
          </a:xfrm>
          <a:prstGeom prst="rect">
            <a:avLst/>
          </a:prstGeom>
          <a:noFill/>
        </p:spPr>
        <p:txBody>
          <a:bodyPr wrap="square">
            <a:spAutoFit/>
          </a:bodyPr>
          <a:lstStyle/>
          <a:p>
            <a:r>
              <a:rPr lang="en-US" sz="1400" b="1" noProof="0">
                <a:solidFill>
                  <a:schemeClr val="bg1"/>
                </a:solidFill>
              </a:rPr>
              <a:t>Systematic Dominance:</a:t>
            </a:r>
            <a:r>
              <a:rPr lang="en-US" sz="1400" noProof="0">
                <a:solidFill>
                  <a:schemeClr val="bg1"/>
                </a:solidFill>
              </a:rPr>
              <a:t> The simple 5-factor PCA strategy explains </a:t>
            </a:r>
            <a:r>
              <a:rPr lang="en-US" sz="1400" b="1" noProof="0">
                <a:solidFill>
                  <a:schemeClr val="bg1"/>
                </a:solidFill>
              </a:rPr>
              <a:t>53%</a:t>
            </a:r>
            <a:r>
              <a:rPr lang="en-US" sz="1400" noProof="0">
                <a:solidFill>
                  <a:schemeClr val="bg1"/>
                </a:solidFill>
              </a:rPr>
              <a:t> of the variation (R2) in the complex 36-factor strategy returns, confirming the signal is driven by systematic risk.</a:t>
            </a:r>
          </a:p>
          <a:p>
            <a:r>
              <a:rPr lang="en-US" sz="1400" b="1" noProof="0">
                <a:solidFill>
                  <a:schemeClr val="bg1"/>
                </a:solidFill>
              </a:rPr>
              <a:t>High Beta:</a:t>
            </a:r>
            <a:r>
              <a:rPr lang="en-US" sz="1400" noProof="0">
                <a:solidFill>
                  <a:schemeClr val="bg1"/>
                </a:solidFill>
              </a:rPr>
              <a:t> The regression reveals a high beta of </a:t>
            </a:r>
            <a:r>
              <a:rPr lang="en-US" sz="1400" b="1" noProof="0">
                <a:solidFill>
                  <a:schemeClr val="bg1"/>
                </a:solidFill>
              </a:rPr>
              <a:t>0.77</a:t>
            </a:r>
            <a:r>
              <a:rPr lang="en-US" sz="1400" noProof="0">
                <a:solidFill>
                  <a:schemeClr val="bg1"/>
                </a:solidFill>
              </a:rPr>
              <a:t> (t-stat: 25.2) with marginally significant alpha. This suggests the "All Factor" strategy is essentially a leveraged bet on these systematic drivers.</a:t>
            </a:r>
          </a:p>
        </p:txBody>
      </p:sp>
      <p:sp>
        <p:nvSpPr>
          <p:cNvPr id="3" name="Triangolo 2">
            <a:extLst>
              <a:ext uri="{FF2B5EF4-FFF2-40B4-BE49-F238E27FC236}">
                <a16:creationId xmlns:a16="http://schemas.microsoft.com/office/drawing/2014/main" id="{3EBABB13-BC0F-0BAB-E822-F99D7213F230}"/>
              </a:ext>
            </a:extLst>
          </p:cNvPr>
          <p:cNvSpPr/>
          <p:nvPr/>
        </p:nvSpPr>
        <p:spPr>
          <a:xfrm rot="5400000">
            <a:off x="5887077" y="2571455"/>
            <a:ext cx="4149726" cy="2069801"/>
          </a:xfrm>
          <a:prstGeom prst="triangle">
            <a:avLst/>
          </a:prstGeom>
          <a:gradFill flip="none" rotWithShape="1">
            <a:gsLst>
              <a:gs pos="74000">
                <a:schemeClr val="accent2">
                  <a:lumMod val="20000"/>
                  <a:lumOff val="80000"/>
                </a:schemeClr>
              </a:gs>
              <a:gs pos="21000">
                <a:schemeClr val="bg1">
                  <a:lumMod val="95000"/>
                </a:schemeClr>
              </a:gs>
              <a:gs pos="39000">
                <a:schemeClr val="bg1">
                  <a:lumMod val="95000"/>
                  <a:alpha val="97000"/>
                </a:schemeClr>
              </a:gs>
              <a:gs pos="95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CasellaDiTesto 5">
            <a:extLst>
              <a:ext uri="{FF2B5EF4-FFF2-40B4-BE49-F238E27FC236}">
                <a16:creationId xmlns:a16="http://schemas.microsoft.com/office/drawing/2014/main" id="{B887D783-FD88-41D1-F53F-020AD40240EB}"/>
              </a:ext>
            </a:extLst>
          </p:cNvPr>
          <p:cNvSpPr txBox="1"/>
          <p:nvPr/>
        </p:nvSpPr>
        <p:spPr>
          <a:xfrm>
            <a:off x="7647850" y="1964848"/>
            <a:ext cx="3998563" cy="3283015"/>
          </a:xfrm>
          <a:prstGeom prst="rect">
            <a:avLst/>
          </a:prstGeom>
          <a:solidFill>
            <a:schemeClr val="bg1">
              <a:lumMod val="95000"/>
            </a:schemeClr>
          </a:solidFill>
          <a:ln w="15875">
            <a:noFill/>
            <a:prstDash val="dash"/>
          </a:ln>
          <a:effectLst>
            <a:outerShdw blurRad="165100" sx="103000" sy="103000" algn="ctr" rotWithShape="0">
              <a:schemeClr val="tx1">
                <a:alpha val="28000"/>
              </a:schemeClr>
            </a:outerShdw>
          </a:effectLst>
        </p:spPr>
        <p:txBody>
          <a:bodyPr wrap="square" rtlCol="0">
            <a:spAutoFit/>
          </a:bodyPr>
          <a:lstStyle/>
          <a:p>
            <a:pPr algn="ctr">
              <a:lnSpc>
                <a:spcPct val="150000"/>
              </a:lnSpc>
            </a:pPr>
            <a:r>
              <a:rPr lang="en-US" sz="1400" noProof="0"/>
              <a:t>The PCA decomposition shows that the </a:t>
            </a:r>
            <a:r>
              <a:rPr lang="en-US" sz="1400" b="1" noProof="0"/>
              <a:t>top 5 principal components </a:t>
            </a:r>
            <a:r>
              <a:rPr lang="en-US" sz="1400" noProof="0"/>
              <a:t>explain more than </a:t>
            </a:r>
            <a:r>
              <a:rPr lang="en-US" sz="1400" b="1" noProof="0"/>
              <a:t>80% of total variance </a:t>
            </a:r>
            <a:r>
              <a:rPr lang="en-US" sz="1400" noProof="0"/>
              <a:t>in factor returns. This means the factor universe is </a:t>
            </a:r>
            <a:r>
              <a:rPr lang="en-US" sz="1400" b="1" noProof="0"/>
              <a:t>largely driven by a small set of common, time-varying systematic forces</a:t>
            </a:r>
            <a:r>
              <a:rPr lang="en-US" sz="1400" noProof="0"/>
              <a:t>, while the </a:t>
            </a:r>
            <a:r>
              <a:rPr lang="en-US" sz="1400" b="1" noProof="0"/>
              <a:t>role of individual factors changes over time</a:t>
            </a:r>
            <a:r>
              <a:rPr lang="en-US" sz="1400" noProof="0"/>
              <a:t>. As these dominant exposures rotate, the PCA results do not support a stable pre-selection of “best” factors. </a:t>
            </a:r>
          </a:p>
        </p:txBody>
      </p:sp>
      <p:sp>
        <p:nvSpPr>
          <p:cNvPr id="9" name="Rectangle 10">
            <a:extLst>
              <a:ext uri="{FF2B5EF4-FFF2-40B4-BE49-F238E27FC236}">
                <a16:creationId xmlns:a16="http://schemas.microsoft.com/office/drawing/2014/main" id="{DC9EC996-1D9A-FBD0-CE70-9481222965AC}"/>
              </a:ext>
            </a:extLst>
          </p:cNvPr>
          <p:cNvSpPr/>
          <p:nvPr/>
        </p:nvSpPr>
        <p:spPr>
          <a:xfrm>
            <a:off x="391886" y="5808453"/>
            <a:ext cx="11414051" cy="705236"/>
          </a:xfrm>
          <a:prstGeom prst="rect">
            <a:avLst/>
          </a:prstGeom>
          <a:gradFill flip="none" rotWithShape="1">
            <a:gsLst>
              <a:gs pos="0">
                <a:srgbClr val="113981"/>
              </a:gs>
              <a:gs pos="19000">
                <a:srgbClr val="1848A0"/>
              </a:gs>
              <a:gs pos="0">
                <a:schemeClr val="accent1">
                  <a:lumMod val="40000"/>
                  <a:lumOff val="60000"/>
                </a:schemeClr>
              </a:gs>
              <a:gs pos="100000">
                <a:schemeClr val="accent1"/>
              </a:gs>
              <a:gs pos="100000">
                <a:schemeClr val="accent1"/>
              </a:gs>
              <a:gs pos="100000">
                <a:schemeClr val="accent1">
                  <a:lumMod val="75000"/>
                </a:schemeClr>
              </a:gs>
            </a:gsLst>
            <a:lin ang="1080000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algn="ctr" defTabSz="457200"/>
            <a:r>
              <a:rPr lang="en-US" b="1" noProof="0">
                <a:solidFill>
                  <a:schemeClr val="bg1"/>
                </a:solidFill>
                <a:cs typeface="Arial" pitchFamily="34" charset="0"/>
              </a:rPr>
              <a:t>We proceed with the rest of the analysis using the full 36-factor universe.</a:t>
            </a:r>
          </a:p>
        </p:txBody>
      </p:sp>
    </p:spTree>
    <p:extLst>
      <p:ext uri="{BB962C8B-B14F-4D97-AF65-F5344CB8AC3E}">
        <p14:creationId xmlns:p14="http://schemas.microsoft.com/office/powerpoint/2010/main" val="793516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18ECFFDE-9146-4F17-63EC-CA49DE8888AB}"/>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4E474119-918C-74A7-49C3-C1845F19DC28}"/>
              </a:ext>
            </a:extLst>
          </p:cNvPr>
          <p:cNvSpPr>
            <a:spLocks noGrp="1"/>
          </p:cNvSpPr>
          <p:nvPr>
            <p:ph type="body" sz="quarter" idx="13"/>
          </p:nvPr>
        </p:nvSpPr>
        <p:spPr/>
        <p:txBody>
          <a:bodyPr/>
          <a:lstStyle/>
          <a:p>
            <a:r>
              <a:rPr lang="en-US" noProof="0"/>
              <a:t>Part 1 (Factor level) – Performance &amp; Robustness Checks</a:t>
            </a:r>
          </a:p>
        </p:txBody>
      </p:sp>
      <p:sp>
        <p:nvSpPr>
          <p:cNvPr id="8" name="Rectangle 7">
            <a:extLst>
              <a:ext uri="{FF2B5EF4-FFF2-40B4-BE49-F238E27FC236}">
                <a16:creationId xmlns:a16="http://schemas.microsoft.com/office/drawing/2014/main" id="{D91FC12F-5F7D-6412-EFE2-80649120930C}"/>
              </a:ext>
            </a:extLst>
          </p:cNvPr>
          <p:cNvSpPr/>
          <p:nvPr/>
        </p:nvSpPr>
        <p:spPr>
          <a:xfrm>
            <a:off x="391886" y="881744"/>
            <a:ext cx="1125824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Performance </a:t>
            </a:r>
            <a:r>
              <a:rPr lang="en-US" b="1" noProof="0">
                <a:solidFill>
                  <a:schemeClr val="bg1"/>
                </a:solidFill>
              </a:rPr>
              <a:t>D</a:t>
            </a:r>
            <a:r>
              <a:rPr lang="en-US" sz="1800" b="1" noProof="0">
                <a:solidFill>
                  <a:schemeClr val="bg1"/>
                </a:solidFill>
              </a:rPr>
              <a:t>uring Crisis (Long-Only)</a:t>
            </a:r>
          </a:p>
        </p:txBody>
      </p:sp>
      <p:grpSp>
        <p:nvGrpSpPr>
          <p:cNvPr id="32" name="Gruppo 31">
            <a:extLst>
              <a:ext uri="{FF2B5EF4-FFF2-40B4-BE49-F238E27FC236}">
                <a16:creationId xmlns:a16="http://schemas.microsoft.com/office/drawing/2014/main" id="{7469A1C3-0C86-06F8-5856-57D225C7F4F0}"/>
              </a:ext>
            </a:extLst>
          </p:cNvPr>
          <p:cNvGrpSpPr/>
          <p:nvPr/>
        </p:nvGrpSpPr>
        <p:grpSpPr>
          <a:xfrm>
            <a:off x="693100" y="1462501"/>
            <a:ext cx="10634302" cy="3110957"/>
            <a:chOff x="693100" y="1462501"/>
            <a:chExt cx="10634302" cy="3110957"/>
          </a:xfrm>
        </p:grpSpPr>
        <p:pic>
          <p:nvPicPr>
            <p:cNvPr id="5" name="Immagine 4" descr="Immagine che contiene diagramma, linea, Diagramma, testo&#10;&#10;Il contenuto generato dall'IA potrebbe non essere corretto.">
              <a:extLst>
                <a:ext uri="{FF2B5EF4-FFF2-40B4-BE49-F238E27FC236}">
                  <a16:creationId xmlns:a16="http://schemas.microsoft.com/office/drawing/2014/main" id="{E569170C-B122-4274-F1C8-6FDBA997E1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100" y="1553032"/>
              <a:ext cx="4825971" cy="3020426"/>
            </a:xfrm>
            <a:prstGeom prst="rect">
              <a:avLst/>
            </a:prstGeom>
          </p:spPr>
        </p:pic>
        <p:pic>
          <p:nvPicPr>
            <p:cNvPr id="9" name="Immagine 8" descr="Immagine che contiene Diagramma, linea, diagramma, testo&#10;&#10;Il contenuto generato dall'IA potrebbe non essere corretto.">
              <a:extLst>
                <a:ext uri="{FF2B5EF4-FFF2-40B4-BE49-F238E27FC236}">
                  <a16:creationId xmlns:a16="http://schemas.microsoft.com/office/drawing/2014/main" id="{C580B1D6-6860-06D4-A8D6-20C4950966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9870" y="1462501"/>
              <a:ext cx="4977532" cy="3110957"/>
            </a:xfrm>
            <a:prstGeom prst="rect">
              <a:avLst/>
            </a:prstGeom>
          </p:spPr>
        </p:pic>
      </p:grpSp>
      <p:grpSp>
        <p:nvGrpSpPr>
          <p:cNvPr id="24" name="Gruppo 23">
            <a:extLst>
              <a:ext uri="{FF2B5EF4-FFF2-40B4-BE49-F238E27FC236}">
                <a16:creationId xmlns:a16="http://schemas.microsoft.com/office/drawing/2014/main" id="{102175ED-E09B-6101-2C7E-C0923C7CC96B}"/>
              </a:ext>
            </a:extLst>
          </p:cNvPr>
          <p:cNvGrpSpPr/>
          <p:nvPr/>
        </p:nvGrpSpPr>
        <p:grpSpPr>
          <a:xfrm>
            <a:off x="391886" y="4780651"/>
            <a:ext cx="8294779" cy="1753965"/>
            <a:chOff x="1711413" y="4579929"/>
            <a:chExt cx="8769818" cy="1753965"/>
          </a:xfrm>
        </p:grpSpPr>
        <p:sp>
          <p:nvSpPr>
            <p:cNvPr id="17" name="Rettangolo 16">
              <a:extLst>
                <a:ext uri="{FF2B5EF4-FFF2-40B4-BE49-F238E27FC236}">
                  <a16:creationId xmlns:a16="http://schemas.microsoft.com/office/drawing/2014/main" id="{08664526-B17D-D61C-21CF-3957DCCAB52F}"/>
                </a:ext>
              </a:extLst>
            </p:cNvPr>
            <p:cNvSpPr/>
            <p:nvPr/>
          </p:nvSpPr>
          <p:spPr>
            <a:xfrm>
              <a:off x="1711413" y="4857516"/>
              <a:ext cx="8769174" cy="1476378"/>
            </a:xfrm>
            <a:prstGeom prst="rect">
              <a:avLst/>
            </a:prstGeom>
            <a:pattFill prst="dkDnDiag">
              <a:fgClr>
                <a:schemeClr val="bg1">
                  <a:lumMod val="9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Rectangle 31">
              <a:extLst>
                <a:ext uri="{FF2B5EF4-FFF2-40B4-BE49-F238E27FC236}">
                  <a16:creationId xmlns:a16="http://schemas.microsoft.com/office/drawing/2014/main" id="{F181C355-C9F3-5951-32A5-3EE7F6139102}"/>
                </a:ext>
              </a:extLst>
            </p:cNvPr>
            <p:cNvSpPr/>
            <p:nvPr/>
          </p:nvSpPr>
          <p:spPr>
            <a:xfrm>
              <a:off x="1711413" y="4579929"/>
              <a:ext cx="8769174" cy="522514"/>
            </a:xfrm>
            <a:prstGeom prst="rect">
              <a:avLst/>
            </a:prstGeom>
            <a:gradFill flip="none" rotWithShape="1">
              <a:gsLst>
                <a:gs pos="45000">
                  <a:srgbClr val="BFD7E7"/>
                </a:gs>
                <a:gs pos="66000">
                  <a:srgbClr val="94BDD3"/>
                </a:gs>
                <a:gs pos="0">
                  <a:schemeClr val="bg2">
                    <a:lumMod val="75000"/>
                  </a:schemeClr>
                </a:gs>
                <a:gs pos="10000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noProof="0">
                <a:solidFill>
                  <a:schemeClr val="bg1"/>
                </a:solidFill>
                <a:latin typeface="Arial" panose="020B0604020202020204" pitchFamily="34" charset="0"/>
                <a:cs typeface="Arial" panose="020B0604020202020204" pitchFamily="34" charset="0"/>
              </a:endParaRPr>
            </a:p>
          </p:txBody>
        </p:sp>
        <p:sp>
          <p:nvSpPr>
            <p:cNvPr id="4" name="Rectangle 32">
              <a:extLst>
                <a:ext uri="{FF2B5EF4-FFF2-40B4-BE49-F238E27FC236}">
                  <a16:creationId xmlns:a16="http://schemas.microsoft.com/office/drawing/2014/main" id="{BA9770CF-235E-3066-B30F-E0890CC5E507}"/>
                </a:ext>
              </a:extLst>
            </p:cNvPr>
            <p:cNvSpPr/>
            <p:nvPr/>
          </p:nvSpPr>
          <p:spPr>
            <a:xfrm>
              <a:off x="1719424" y="4693769"/>
              <a:ext cx="1449536" cy="2836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Arial" panose="020B0604020202020204" pitchFamily="34" charset="0"/>
                  <a:cs typeface="Arial" panose="020B0604020202020204" pitchFamily="34" charset="0"/>
                </a:rPr>
                <a:t>Period</a:t>
              </a:r>
            </a:p>
          </p:txBody>
        </p:sp>
        <p:sp>
          <p:nvSpPr>
            <p:cNvPr id="6" name="Rectangle 33">
              <a:extLst>
                <a:ext uri="{FF2B5EF4-FFF2-40B4-BE49-F238E27FC236}">
                  <a16:creationId xmlns:a16="http://schemas.microsoft.com/office/drawing/2014/main" id="{6419AD04-3C5A-07D4-9F59-5BFA082B1043}"/>
                </a:ext>
              </a:extLst>
            </p:cNvPr>
            <p:cNvSpPr/>
            <p:nvPr/>
          </p:nvSpPr>
          <p:spPr>
            <a:xfrm>
              <a:off x="3140528" y="4699836"/>
              <a:ext cx="1483857" cy="2836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Arial" panose="020B0604020202020204" pitchFamily="34" charset="0"/>
                  <a:cs typeface="Arial" panose="020B0604020202020204" pitchFamily="34" charset="0"/>
                </a:rPr>
                <a:t>Long Leg Return</a:t>
              </a:r>
            </a:p>
          </p:txBody>
        </p:sp>
        <p:sp>
          <p:nvSpPr>
            <p:cNvPr id="10" name="Rectangle 34">
              <a:extLst>
                <a:ext uri="{FF2B5EF4-FFF2-40B4-BE49-F238E27FC236}">
                  <a16:creationId xmlns:a16="http://schemas.microsoft.com/office/drawing/2014/main" id="{BCABAF86-B644-0D55-9021-F3CD162A9C65}"/>
                </a:ext>
              </a:extLst>
            </p:cNvPr>
            <p:cNvSpPr/>
            <p:nvPr/>
          </p:nvSpPr>
          <p:spPr>
            <a:xfrm>
              <a:off x="4624138" y="4696480"/>
              <a:ext cx="1438458" cy="2836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Arial" panose="020B0604020202020204" pitchFamily="34" charset="0"/>
                  <a:cs typeface="Arial" panose="020B0604020202020204" pitchFamily="34" charset="0"/>
                </a:rPr>
                <a:t>Market Return</a:t>
              </a:r>
            </a:p>
          </p:txBody>
        </p:sp>
        <p:sp>
          <p:nvSpPr>
            <p:cNvPr id="11" name="Rectangle 35">
              <a:extLst>
                <a:ext uri="{FF2B5EF4-FFF2-40B4-BE49-F238E27FC236}">
                  <a16:creationId xmlns:a16="http://schemas.microsoft.com/office/drawing/2014/main" id="{6848351C-A0CD-1D82-6203-B283944B98BF}"/>
                </a:ext>
              </a:extLst>
            </p:cNvPr>
            <p:cNvSpPr/>
            <p:nvPr/>
          </p:nvSpPr>
          <p:spPr>
            <a:xfrm>
              <a:off x="6072585" y="4693769"/>
              <a:ext cx="1449535" cy="2836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Arial" panose="020B0604020202020204" pitchFamily="34" charset="0"/>
                  <a:cs typeface="Arial" panose="020B0604020202020204" pitchFamily="34" charset="0"/>
                </a:rPr>
                <a:t>Correlation</a:t>
              </a:r>
            </a:p>
          </p:txBody>
        </p:sp>
        <p:sp>
          <p:nvSpPr>
            <p:cNvPr id="12" name="Rectangle 35">
              <a:extLst>
                <a:ext uri="{FF2B5EF4-FFF2-40B4-BE49-F238E27FC236}">
                  <a16:creationId xmlns:a16="http://schemas.microsoft.com/office/drawing/2014/main" id="{1F25F243-9B34-0E9D-ED32-13DE69C69BB1}"/>
                </a:ext>
              </a:extLst>
            </p:cNvPr>
            <p:cNvSpPr/>
            <p:nvPr/>
          </p:nvSpPr>
          <p:spPr>
            <a:xfrm>
              <a:off x="7546698" y="4688666"/>
              <a:ext cx="1449535" cy="2836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Arial" panose="020B0604020202020204" pitchFamily="34" charset="0"/>
                  <a:cs typeface="Arial" panose="020B0604020202020204" pitchFamily="34" charset="0"/>
                </a:rPr>
                <a:t>Long Leg Volatility</a:t>
              </a:r>
            </a:p>
          </p:txBody>
        </p:sp>
        <p:sp>
          <p:nvSpPr>
            <p:cNvPr id="13" name="Rectangle 35">
              <a:extLst>
                <a:ext uri="{FF2B5EF4-FFF2-40B4-BE49-F238E27FC236}">
                  <a16:creationId xmlns:a16="http://schemas.microsoft.com/office/drawing/2014/main" id="{30926758-3354-CA9B-3686-AA7C6FD422E7}"/>
                </a:ext>
              </a:extLst>
            </p:cNvPr>
            <p:cNvSpPr/>
            <p:nvPr/>
          </p:nvSpPr>
          <p:spPr>
            <a:xfrm>
              <a:off x="9030800" y="4696480"/>
              <a:ext cx="1449535" cy="2836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Arial" panose="020B0604020202020204" pitchFamily="34" charset="0"/>
                  <a:cs typeface="Arial" panose="020B0604020202020204" pitchFamily="34" charset="0"/>
                </a:rPr>
                <a:t>Market Volatility</a:t>
              </a:r>
            </a:p>
          </p:txBody>
        </p:sp>
        <p:sp>
          <p:nvSpPr>
            <p:cNvPr id="18" name="CasellaDiTesto 17">
              <a:extLst>
                <a:ext uri="{FF2B5EF4-FFF2-40B4-BE49-F238E27FC236}">
                  <a16:creationId xmlns:a16="http://schemas.microsoft.com/office/drawing/2014/main" id="{FBCC09DD-8A1F-6A13-245D-75FF98F79D2A}"/>
                </a:ext>
              </a:extLst>
            </p:cNvPr>
            <p:cNvSpPr txBox="1"/>
            <p:nvPr/>
          </p:nvSpPr>
          <p:spPr>
            <a:xfrm>
              <a:off x="1733119" y="5022495"/>
              <a:ext cx="1422145" cy="1169551"/>
            </a:xfrm>
            <a:prstGeom prst="rect">
              <a:avLst/>
            </a:prstGeom>
            <a:noFill/>
          </p:spPr>
          <p:txBody>
            <a:bodyPr wrap="square" rtlCol="0">
              <a:spAutoFit/>
            </a:bodyPr>
            <a:lstStyle/>
            <a:p>
              <a:pPr algn="ctr"/>
              <a:endParaRPr lang="en-US" sz="1400" noProof="0"/>
            </a:p>
            <a:p>
              <a:pPr algn="ctr"/>
              <a:r>
                <a:rPr lang="en-US" sz="1400" b="1" noProof="0"/>
                <a:t>Covid</a:t>
              </a:r>
            </a:p>
            <a:p>
              <a:pPr algn="ctr"/>
              <a:endParaRPr lang="en-US" sz="1400" noProof="0"/>
            </a:p>
            <a:p>
              <a:pPr algn="ctr"/>
              <a:endParaRPr lang="en-US" sz="1400" noProof="0"/>
            </a:p>
            <a:p>
              <a:pPr algn="ctr"/>
              <a:r>
                <a:rPr lang="en-US" sz="1400" b="1" noProof="0"/>
                <a:t>GFC</a:t>
              </a:r>
            </a:p>
          </p:txBody>
        </p:sp>
        <p:sp>
          <p:nvSpPr>
            <p:cNvPr id="19" name="CasellaDiTesto 18">
              <a:extLst>
                <a:ext uri="{FF2B5EF4-FFF2-40B4-BE49-F238E27FC236}">
                  <a16:creationId xmlns:a16="http://schemas.microsoft.com/office/drawing/2014/main" id="{654AB164-B6C1-EE9E-23EB-BFBC405D8681}"/>
                </a:ext>
              </a:extLst>
            </p:cNvPr>
            <p:cNvSpPr txBox="1"/>
            <p:nvPr/>
          </p:nvSpPr>
          <p:spPr>
            <a:xfrm>
              <a:off x="3147498" y="5028562"/>
              <a:ext cx="1422145" cy="1169551"/>
            </a:xfrm>
            <a:prstGeom prst="rect">
              <a:avLst/>
            </a:prstGeom>
            <a:noFill/>
          </p:spPr>
          <p:txBody>
            <a:bodyPr wrap="square" rtlCol="0">
              <a:spAutoFit/>
            </a:bodyPr>
            <a:lstStyle/>
            <a:p>
              <a:pPr algn="ctr"/>
              <a:endParaRPr lang="en-US" sz="1400" b="1" noProof="0"/>
            </a:p>
            <a:p>
              <a:pPr algn="ctr"/>
              <a:r>
                <a:rPr lang="en-US" sz="1400" b="1" noProof="0"/>
                <a:t>0.0182</a:t>
              </a:r>
            </a:p>
            <a:p>
              <a:pPr algn="ctr"/>
              <a:endParaRPr lang="en-US" sz="1400" b="1" noProof="0"/>
            </a:p>
            <a:p>
              <a:pPr algn="ctr"/>
              <a:endParaRPr lang="en-US" sz="1400" b="1" noProof="0"/>
            </a:p>
            <a:p>
              <a:pPr algn="ctr"/>
              <a:r>
                <a:rPr lang="en-US" sz="1400" b="1" noProof="0"/>
                <a:t>0.103</a:t>
              </a:r>
            </a:p>
          </p:txBody>
        </p:sp>
        <p:sp>
          <p:nvSpPr>
            <p:cNvPr id="20" name="CasellaDiTesto 19">
              <a:extLst>
                <a:ext uri="{FF2B5EF4-FFF2-40B4-BE49-F238E27FC236}">
                  <a16:creationId xmlns:a16="http://schemas.microsoft.com/office/drawing/2014/main" id="{60D94CB6-448E-4B7E-A6AD-3B7E76CF39DC}"/>
                </a:ext>
              </a:extLst>
            </p:cNvPr>
            <p:cNvSpPr txBox="1"/>
            <p:nvPr/>
          </p:nvSpPr>
          <p:spPr>
            <a:xfrm>
              <a:off x="4570932" y="5025484"/>
              <a:ext cx="1422145" cy="1169551"/>
            </a:xfrm>
            <a:prstGeom prst="rect">
              <a:avLst/>
            </a:prstGeom>
            <a:noFill/>
          </p:spPr>
          <p:txBody>
            <a:bodyPr wrap="square" rtlCol="0">
              <a:spAutoFit/>
            </a:bodyPr>
            <a:lstStyle/>
            <a:p>
              <a:pPr algn="ctr"/>
              <a:endParaRPr lang="en-US" sz="1400" b="1" noProof="0"/>
            </a:p>
            <a:p>
              <a:pPr algn="ctr"/>
              <a:r>
                <a:rPr lang="en-US" sz="1400" b="1" noProof="0">
                  <a:solidFill>
                    <a:srgbClr val="FF0000"/>
                  </a:solidFill>
                </a:rPr>
                <a:t>-0.204</a:t>
              </a:r>
              <a:endParaRPr lang="en-US" sz="1400" b="1" noProof="0"/>
            </a:p>
            <a:p>
              <a:pPr algn="ctr"/>
              <a:endParaRPr lang="en-US" sz="1400" b="1" noProof="0"/>
            </a:p>
            <a:p>
              <a:pPr algn="ctr"/>
              <a:endParaRPr lang="en-US" sz="1400" b="1" noProof="0"/>
            </a:p>
            <a:p>
              <a:pPr algn="ctr"/>
              <a:r>
                <a:rPr lang="en-US" sz="1400" b="1" noProof="0">
                  <a:solidFill>
                    <a:srgbClr val="FF0000"/>
                  </a:solidFill>
                </a:rPr>
                <a:t>-0.461</a:t>
              </a:r>
            </a:p>
          </p:txBody>
        </p:sp>
        <p:sp>
          <p:nvSpPr>
            <p:cNvPr id="21" name="CasellaDiTesto 20">
              <a:extLst>
                <a:ext uri="{FF2B5EF4-FFF2-40B4-BE49-F238E27FC236}">
                  <a16:creationId xmlns:a16="http://schemas.microsoft.com/office/drawing/2014/main" id="{DC9A57FE-7ADE-BD9C-5BE2-2C0E22155253}"/>
                </a:ext>
              </a:extLst>
            </p:cNvPr>
            <p:cNvSpPr txBox="1"/>
            <p:nvPr/>
          </p:nvSpPr>
          <p:spPr>
            <a:xfrm>
              <a:off x="6086279" y="5028562"/>
              <a:ext cx="1422145" cy="1169551"/>
            </a:xfrm>
            <a:prstGeom prst="rect">
              <a:avLst/>
            </a:prstGeom>
            <a:noFill/>
          </p:spPr>
          <p:txBody>
            <a:bodyPr wrap="square" rtlCol="0">
              <a:spAutoFit/>
            </a:bodyPr>
            <a:lstStyle/>
            <a:p>
              <a:pPr algn="ctr"/>
              <a:endParaRPr lang="en-US" sz="1400" b="1" noProof="0"/>
            </a:p>
            <a:p>
              <a:pPr algn="ctr"/>
              <a:r>
                <a:rPr lang="en-US" sz="1400" b="1" noProof="0">
                  <a:solidFill>
                    <a:srgbClr val="FF0000"/>
                  </a:solidFill>
                </a:rPr>
                <a:t>-1</a:t>
              </a:r>
              <a:endParaRPr lang="en-US" sz="1400" b="1" noProof="0"/>
            </a:p>
            <a:p>
              <a:pPr algn="ctr"/>
              <a:endParaRPr lang="en-US" sz="1400" b="1" noProof="0"/>
            </a:p>
            <a:p>
              <a:pPr algn="ctr"/>
              <a:endParaRPr lang="en-US" sz="1400" b="1" noProof="0"/>
            </a:p>
            <a:p>
              <a:pPr algn="ctr"/>
              <a:r>
                <a:rPr lang="en-US" sz="1400" b="1" noProof="0">
                  <a:solidFill>
                    <a:srgbClr val="FF0000"/>
                  </a:solidFill>
                </a:rPr>
                <a:t>- 0.562</a:t>
              </a:r>
            </a:p>
          </p:txBody>
        </p:sp>
        <p:sp>
          <p:nvSpPr>
            <p:cNvPr id="22" name="CasellaDiTesto 21">
              <a:extLst>
                <a:ext uri="{FF2B5EF4-FFF2-40B4-BE49-F238E27FC236}">
                  <a16:creationId xmlns:a16="http://schemas.microsoft.com/office/drawing/2014/main" id="{4558C0AF-C702-4FF1-326C-72B4457F353A}"/>
                </a:ext>
              </a:extLst>
            </p:cNvPr>
            <p:cNvSpPr txBox="1"/>
            <p:nvPr/>
          </p:nvSpPr>
          <p:spPr>
            <a:xfrm>
              <a:off x="7560392" y="5028562"/>
              <a:ext cx="1422145" cy="1169551"/>
            </a:xfrm>
            <a:prstGeom prst="rect">
              <a:avLst/>
            </a:prstGeom>
            <a:noFill/>
          </p:spPr>
          <p:txBody>
            <a:bodyPr wrap="square" rtlCol="0">
              <a:spAutoFit/>
            </a:bodyPr>
            <a:lstStyle/>
            <a:p>
              <a:pPr algn="ctr"/>
              <a:endParaRPr lang="en-US" sz="1400" b="1" noProof="0"/>
            </a:p>
            <a:p>
              <a:pPr algn="ctr"/>
              <a:r>
                <a:rPr lang="en-US" sz="1400" b="1" noProof="0"/>
                <a:t>0.039</a:t>
              </a:r>
            </a:p>
            <a:p>
              <a:pPr algn="ctr"/>
              <a:endParaRPr lang="en-US" sz="1400" b="1" noProof="0"/>
            </a:p>
            <a:p>
              <a:pPr algn="ctr"/>
              <a:endParaRPr lang="en-US" sz="1400" b="1" noProof="0"/>
            </a:p>
            <a:p>
              <a:pPr algn="ctr"/>
              <a:r>
                <a:rPr lang="en-US" sz="1400" b="1" noProof="0"/>
                <a:t>0.0541</a:t>
              </a:r>
            </a:p>
          </p:txBody>
        </p:sp>
        <p:sp>
          <p:nvSpPr>
            <p:cNvPr id="23" name="CasellaDiTesto 22">
              <a:extLst>
                <a:ext uri="{FF2B5EF4-FFF2-40B4-BE49-F238E27FC236}">
                  <a16:creationId xmlns:a16="http://schemas.microsoft.com/office/drawing/2014/main" id="{CE5B57CC-309E-D326-4631-96104C051EA5}"/>
                </a:ext>
              </a:extLst>
            </p:cNvPr>
            <p:cNvSpPr txBox="1"/>
            <p:nvPr/>
          </p:nvSpPr>
          <p:spPr>
            <a:xfrm>
              <a:off x="9059086" y="5028562"/>
              <a:ext cx="1422145" cy="1169551"/>
            </a:xfrm>
            <a:prstGeom prst="rect">
              <a:avLst/>
            </a:prstGeom>
            <a:noFill/>
          </p:spPr>
          <p:txBody>
            <a:bodyPr wrap="square" rtlCol="0">
              <a:spAutoFit/>
            </a:bodyPr>
            <a:lstStyle/>
            <a:p>
              <a:pPr algn="ctr"/>
              <a:endParaRPr lang="en-US" sz="1400" b="1" noProof="0"/>
            </a:p>
            <a:p>
              <a:pPr algn="ctr"/>
              <a:r>
                <a:rPr lang="en-US" sz="1400" b="1" noProof="0"/>
                <a:t>0.128</a:t>
              </a:r>
            </a:p>
            <a:p>
              <a:pPr algn="ctr"/>
              <a:endParaRPr lang="en-US" sz="1400" b="1" noProof="0"/>
            </a:p>
            <a:p>
              <a:pPr algn="ctr"/>
              <a:endParaRPr lang="en-US" sz="1400" b="1" noProof="0"/>
            </a:p>
            <a:p>
              <a:pPr algn="ctr"/>
              <a:r>
                <a:rPr lang="en-US" sz="1400" b="1" noProof="0"/>
                <a:t>0.221</a:t>
              </a:r>
            </a:p>
          </p:txBody>
        </p:sp>
      </p:grpSp>
      <p:sp>
        <p:nvSpPr>
          <p:cNvPr id="30" name="Rettangolo 29">
            <a:extLst>
              <a:ext uri="{FF2B5EF4-FFF2-40B4-BE49-F238E27FC236}">
                <a16:creationId xmlns:a16="http://schemas.microsoft.com/office/drawing/2014/main" id="{4D986001-4314-7CF8-05CF-A0B1D26F5CD7}"/>
              </a:ext>
            </a:extLst>
          </p:cNvPr>
          <p:cNvSpPr/>
          <p:nvPr/>
        </p:nvSpPr>
        <p:spPr>
          <a:xfrm>
            <a:off x="9072222" y="4780651"/>
            <a:ext cx="2661392" cy="1753965"/>
          </a:xfrm>
          <a:prstGeom prst="rect">
            <a:avLst/>
          </a:prstGeom>
          <a:solidFill>
            <a:schemeClr val="bg1">
              <a:lumMod val="95000"/>
            </a:schemeClr>
          </a:solidFill>
          <a:ln>
            <a:noFill/>
            <a:prstDash val="dash"/>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a:solidFill>
                  <a:schemeClr val="tx1"/>
                </a:solidFill>
              </a:rPr>
              <a:t>Across</a:t>
            </a:r>
            <a:r>
              <a:rPr lang="en-US" sz="1400" b="1" noProof="0">
                <a:solidFill>
                  <a:schemeClr val="tx1"/>
                </a:solidFill>
              </a:rPr>
              <a:t> crisis episodes, </a:t>
            </a:r>
            <a:r>
              <a:rPr lang="en-US" sz="1400" noProof="0">
                <a:solidFill>
                  <a:schemeClr val="tx1"/>
                </a:solidFill>
              </a:rPr>
              <a:t>the strategy provides a consistent</a:t>
            </a:r>
            <a:r>
              <a:rPr lang="en-US" sz="1400" b="1" noProof="0">
                <a:solidFill>
                  <a:schemeClr val="tx1"/>
                </a:solidFill>
              </a:rPr>
              <a:t> diversifying hedge, </a:t>
            </a:r>
            <a:r>
              <a:rPr lang="en-US" sz="1400" noProof="0">
                <a:solidFill>
                  <a:schemeClr val="tx1"/>
                </a:solidFill>
              </a:rPr>
              <a:t>helping </a:t>
            </a:r>
            <a:r>
              <a:rPr lang="en-US" sz="1400" b="1" noProof="0">
                <a:solidFill>
                  <a:schemeClr val="tx1"/>
                </a:solidFill>
              </a:rPr>
              <a:t>stabilize</a:t>
            </a:r>
            <a:r>
              <a:rPr lang="en-US" sz="1400" noProof="0">
                <a:solidFill>
                  <a:schemeClr val="tx1"/>
                </a:solidFill>
              </a:rPr>
              <a:t> portfolio outcomes in drawdowns.</a:t>
            </a:r>
          </a:p>
        </p:txBody>
      </p:sp>
    </p:spTree>
    <p:extLst>
      <p:ext uri="{BB962C8B-B14F-4D97-AF65-F5344CB8AC3E}">
        <p14:creationId xmlns:p14="http://schemas.microsoft.com/office/powerpoint/2010/main" val="1649069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539072B2-8E2A-7FCF-0ECC-2739B688F202}"/>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5EF2BB79-8BE7-0344-D281-EA772CAD3149}"/>
              </a:ext>
            </a:extLst>
          </p:cNvPr>
          <p:cNvSpPr>
            <a:spLocks noGrp="1"/>
          </p:cNvSpPr>
          <p:nvPr>
            <p:ph type="body" sz="quarter" idx="13"/>
          </p:nvPr>
        </p:nvSpPr>
        <p:spPr/>
        <p:txBody>
          <a:bodyPr/>
          <a:lstStyle/>
          <a:p>
            <a:r>
              <a:rPr lang="en-US" noProof="0"/>
              <a:t>Part 1 (Factor level) – Performance &amp; Robustness Checks</a:t>
            </a:r>
          </a:p>
        </p:txBody>
      </p:sp>
      <p:pic>
        <p:nvPicPr>
          <p:cNvPr id="11" name="Picture 10">
            <a:extLst>
              <a:ext uri="{FF2B5EF4-FFF2-40B4-BE49-F238E27FC236}">
                <a16:creationId xmlns:a16="http://schemas.microsoft.com/office/drawing/2014/main" id="{5F0DDE79-2C8E-9421-5278-700B3207E07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28362" y="1408083"/>
            <a:ext cx="5336461" cy="3735523"/>
          </a:xfrm>
          <a:prstGeom prst="rect">
            <a:avLst/>
          </a:prstGeom>
        </p:spPr>
      </p:pic>
      <p:pic>
        <p:nvPicPr>
          <p:cNvPr id="12" name="Picture 11">
            <a:extLst>
              <a:ext uri="{FF2B5EF4-FFF2-40B4-BE49-F238E27FC236}">
                <a16:creationId xmlns:a16="http://schemas.microsoft.com/office/drawing/2014/main" id="{B77F5C1E-FF13-4B07-4783-FDCEF3285F2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469476" y="1404258"/>
            <a:ext cx="5336461" cy="3735523"/>
          </a:xfrm>
          <a:prstGeom prst="rect">
            <a:avLst/>
          </a:prstGeom>
        </p:spPr>
      </p:pic>
      <p:grpSp>
        <p:nvGrpSpPr>
          <p:cNvPr id="6" name="Gruppo 5">
            <a:extLst>
              <a:ext uri="{FF2B5EF4-FFF2-40B4-BE49-F238E27FC236}">
                <a16:creationId xmlns:a16="http://schemas.microsoft.com/office/drawing/2014/main" id="{E1EE49DF-16EB-E061-02AD-42A99B8D94DF}"/>
              </a:ext>
            </a:extLst>
          </p:cNvPr>
          <p:cNvGrpSpPr/>
          <p:nvPr/>
        </p:nvGrpSpPr>
        <p:grpSpPr>
          <a:xfrm>
            <a:off x="397708" y="5097026"/>
            <a:ext cx="11408229" cy="644797"/>
            <a:chOff x="6165288" y="5355736"/>
            <a:chExt cx="5514453" cy="1289594"/>
          </a:xfrm>
        </p:grpSpPr>
        <p:sp>
          <p:nvSpPr>
            <p:cNvPr id="3" name="Téglalap 117">
              <a:extLst>
                <a:ext uri="{FF2B5EF4-FFF2-40B4-BE49-F238E27FC236}">
                  <a16:creationId xmlns:a16="http://schemas.microsoft.com/office/drawing/2014/main" id="{D38908C7-B369-B6E0-C31D-60135C123EE0}"/>
                </a:ext>
              </a:extLst>
            </p:cNvPr>
            <p:cNvSpPr/>
            <p:nvPr/>
          </p:nvSpPr>
          <p:spPr bwMode="auto">
            <a:xfrm>
              <a:off x="6165288" y="5355736"/>
              <a:ext cx="5514453" cy="1289594"/>
            </a:xfrm>
            <a:prstGeom prst="rect">
              <a:avLst/>
            </a:prstGeom>
            <a:pattFill prst="dkDnDiag">
              <a:fgClr>
                <a:schemeClr val="bg1">
                  <a:lumMod val="95000"/>
                </a:schemeClr>
              </a:fgClr>
              <a:bgClr>
                <a:schemeClr val="bg1"/>
              </a:bgClr>
            </a:pattFill>
            <a:ln w="12700" cap="flat" cmpd="sng" algn="ctr">
              <a:solidFill>
                <a:srgbClr val="1A5186"/>
              </a:solidFill>
              <a:prstDash val="dash"/>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5" name="object 8">
              <a:extLst>
                <a:ext uri="{FF2B5EF4-FFF2-40B4-BE49-F238E27FC236}">
                  <a16:creationId xmlns:a16="http://schemas.microsoft.com/office/drawing/2014/main" id="{646FDE5E-3076-75A2-5F7D-F581260305FE}"/>
                </a:ext>
              </a:extLst>
            </p:cNvPr>
            <p:cNvSpPr txBox="1"/>
            <p:nvPr/>
          </p:nvSpPr>
          <p:spPr>
            <a:xfrm rot="10800000" flipV="1">
              <a:off x="6457950" y="5556820"/>
              <a:ext cx="5139150" cy="887422"/>
            </a:xfrm>
            <a:prstGeom prst="rect">
              <a:avLst/>
            </a:prstGeom>
          </p:spPr>
          <p:txBody>
            <a:bodyPr vert="horz" wrap="square" lIns="0" tIns="12700" rIns="0" bIns="0" rtlCol="0" anchor="t">
              <a:spAutoFit/>
            </a:bodyPr>
            <a:lstStyle/>
            <a:p>
              <a:r>
                <a:rPr lang="en-US" sz="1400" b="1" noProof="0"/>
                <a:t>Why Alpha Has Decayed Post-2000: </a:t>
              </a:r>
              <a:r>
                <a:rPr lang="en-US" sz="1400" noProof="0"/>
                <a:t>Structural alpha decay in the modern era (from SR=1.09 to 0.33) is probably driven by increased market efficiency and the crowding of factor strategies following widespread academic publication.</a:t>
              </a:r>
            </a:p>
          </p:txBody>
        </p:sp>
      </p:grpSp>
      <p:pic>
        <p:nvPicPr>
          <p:cNvPr id="9" name="Grafik 12" descr="Punto interrogativo con riempimento a tinta unita">
            <a:extLst>
              <a:ext uri="{FF2B5EF4-FFF2-40B4-BE49-F238E27FC236}">
                <a16:creationId xmlns:a16="http://schemas.microsoft.com/office/drawing/2014/main" id="{A8B1B1D2-1F37-C4ED-F994-E2608281C9E4}"/>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28362" y="5258994"/>
            <a:ext cx="320858" cy="320858"/>
          </a:xfrm>
          <a:prstGeom prst="rect">
            <a:avLst/>
          </a:prstGeom>
        </p:spPr>
      </p:pic>
      <p:sp>
        <p:nvSpPr>
          <p:cNvPr id="8" name="Rectangle 7">
            <a:extLst>
              <a:ext uri="{FF2B5EF4-FFF2-40B4-BE49-F238E27FC236}">
                <a16:creationId xmlns:a16="http://schemas.microsoft.com/office/drawing/2014/main" id="{0356EEB1-2A72-00A5-4EFE-E292BC220EAD}"/>
              </a:ext>
            </a:extLst>
          </p:cNvPr>
          <p:cNvSpPr/>
          <p:nvPr/>
        </p:nvSpPr>
        <p:spPr>
          <a:xfrm>
            <a:off x="391886" y="881744"/>
            <a:ext cx="1125824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rPr>
              <a:t>Structural Decay in the Performance Post-2000 </a:t>
            </a:r>
          </a:p>
        </p:txBody>
      </p:sp>
      <p:sp>
        <p:nvSpPr>
          <p:cNvPr id="15" name="Rectangle 10">
            <a:extLst>
              <a:ext uri="{FF2B5EF4-FFF2-40B4-BE49-F238E27FC236}">
                <a16:creationId xmlns:a16="http://schemas.microsoft.com/office/drawing/2014/main" id="{3526F64D-B21C-DE8E-2FA7-9920DF39BE46}"/>
              </a:ext>
            </a:extLst>
          </p:cNvPr>
          <p:cNvSpPr/>
          <p:nvPr/>
        </p:nvSpPr>
        <p:spPr>
          <a:xfrm>
            <a:off x="391886" y="5808453"/>
            <a:ext cx="11414051" cy="705236"/>
          </a:xfrm>
          <a:prstGeom prst="rect">
            <a:avLst/>
          </a:prstGeom>
          <a:gradFill flip="none" rotWithShape="1">
            <a:gsLst>
              <a:gs pos="0">
                <a:srgbClr val="113981"/>
              </a:gs>
              <a:gs pos="19000">
                <a:srgbClr val="1848A0"/>
              </a:gs>
              <a:gs pos="0">
                <a:schemeClr val="accent1">
                  <a:lumMod val="40000"/>
                  <a:lumOff val="60000"/>
                </a:schemeClr>
              </a:gs>
              <a:gs pos="100000">
                <a:schemeClr val="accent1"/>
              </a:gs>
              <a:gs pos="100000">
                <a:schemeClr val="accent1"/>
              </a:gs>
              <a:gs pos="100000">
                <a:schemeClr val="accent1">
                  <a:lumMod val="75000"/>
                </a:schemeClr>
              </a:gs>
            </a:gsLst>
            <a:lin ang="1080000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algn="ctr" defTabSz="457200"/>
            <a:r>
              <a:rPr lang="en-US" sz="1600" b="1" noProof="0">
                <a:solidFill>
                  <a:schemeClr val="bg1"/>
                </a:solidFill>
                <a:cs typeface="Arial" pitchFamily="34" charset="0"/>
              </a:rPr>
              <a:t>To restore </a:t>
            </a:r>
            <a:r>
              <a:rPr lang="en-US" sz="1600" b="1" noProof="0" err="1">
                <a:solidFill>
                  <a:schemeClr val="bg1"/>
                </a:solidFill>
                <a:cs typeface="Arial" pitchFamily="34" charset="0"/>
              </a:rPr>
              <a:t>investability</a:t>
            </a:r>
            <a:r>
              <a:rPr lang="en-US" sz="1600" b="1" noProof="0">
                <a:solidFill>
                  <a:schemeClr val="bg1"/>
                </a:solidFill>
                <a:cs typeface="Arial" pitchFamily="34" charset="0"/>
              </a:rPr>
              <a:t>, in Phase 2 we pivot to 25% long-only implementation that leverages the strategy's proven negative correlation during market stress as a reliable tail-risk hedge.</a:t>
            </a:r>
          </a:p>
        </p:txBody>
      </p:sp>
    </p:spTree>
    <p:extLst>
      <p:ext uri="{BB962C8B-B14F-4D97-AF65-F5344CB8AC3E}">
        <p14:creationId xmlns:p14="http://schemas.microsoft.com/office/powerpoint/2010/main" val="3989720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89393B93-146B-281A-035D-594C77179893}"/>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539C5443-6A7A-6291-5177-0BED0B2781FC}"/>
              </a:ext>
            </a:extLst>
          </p:cNvPr>
          <p:cNvSpPr>
            <a:spLocks noGrp="1"/>
          </p:cNvSpPr>
          <p:nvPr>
            <p:ph type="body" sz="quarter" idx="13"/>
          </p:nvPr>
        </p:nvSpPr>
        <p:spPr/>
        <p:txBody>
          <a:bodyPr/>
          <a:lstStyle/>
          <a:p>
            <a:r>
              <a:rPr lang="en-US" noProof="0"/>
              <a:t>Part 1 (Factor level) – Performance &amp; Robustness Checks</a:t>
            </a:r>
          </a:p>
        </p:txBody>
      </p:sp>
      <p:grpSp>
        <p:nvGrpSpPr>
          <p:cNvPr id="6" name="Gruppo 5">
            <a:extLst>
              <a:ext uri="{FF2B5EF4-FFF2-40B4-BE49-F238E27FC236}">
                <a16:creationId xmlns:a16="http://schemas.microsoft.com/office/drawing/2014/main" id="{8E520A91-B318-049A-F7BF-8B7DC715EDB1}"/>
              </a:ext>
            </a:extLst>
          </p:cNvPr>
          <p:cNvGrpSpPr/>
          <p:nvPr/>
        </p:nvGrpSpPr>
        <p:grpSpPr>
          <a:xfrm>
            <a:off x="397708" y="5097026"/>
            <a:ext cx="11408229" cy="644797"/>
            <a:chOff x="6165288" y="5355736"/>
            <a:chExt cx="5514453" cy="1289594"/>
          </a:xfrm>
        </p:grpSpPr>
        <p:sp>
          <p:nvSpPr>
            <p:cNvPr id="3" name="Téglalap 117">
              <a:extLst>
                <a:ext uri="{FF2B5EF4-FFF2-40B4-BE49-F238E27FC236}">
                  <a16:creationId xmlns:a16="http://schemas.microsoft.com/office/drawing/2014/main" id="{F4B1A687-2017-ED90-1ECE-4BB64E0F173A}"/>
                </a:ext>
              </a:extLst>
            </p:cNvPr>
            <p:cNvSpPr/>
            <p:nvPr/>
          </p:nvSpPr>
          <p:spPr bwMode="auto">
            <a:xfrm>
              <a:off x="6165288" y="5355736"/>
              <a:ext cx="5514453" cy="1289594"/>
            </a:xfrm>
            <a:prstGeom prst="rect">
              <a:avLst/>
            </a:prstGeom>
            <a:pattFill prst="dkDnDiag">
              <a:fgClr>
                <a:schemeClr val="bg1">
                  <a:lumMod val="95000"/>
                </a:schemeClr>
              </a:fgClr>
              <a:bgClr>
                <a:schemeClr val="bg1"/>
              </a:bgClr>
            </a:pattFill>
            <a:ln w="12700" cap="flat" cmpd="sng" algn="ctr">
              <a:solidFill>
                <a:srgbClr val="1A5186"/>
              </a:solidFill>
              <a:prstDash val="dash"/>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5" name="object 8">
              <a:extLst>
                <a:ext uri="{FF2B5EF4-FFF2-40B4-BE49-F238E27FC236}">
                  <a16:creationId xmlns:a16="http://schemas.microsoft.com/office/drawing/2014/main" id="{D126C5A8-944D-7C5B-B009-669B8CBBE261}"/>
                </a:ext>
              </a:extLst>
            </p:cNvPr>
            <p:cNvSpPr txBox="1"/>
            <p:nvPr/>
          </p:nvSpPr>
          <p:spPr>
            <a:xfrm rot="10800000" flipV="1">
              <a:off x="6457950" y="5556820"/>
              <a:ext cx="5139150" cy="887422"/>
            </a:xfrm>
            <a:prstGeom prst="rect">
              <a:avLst/>
            </a:prstGeom>
          </p:spPr>
          <p:txBody>
            <a:bodyPr vert="horz" wrap="square" lIns="0" tIns="12700" rIns="0" bIns="0" rtlCol="0" anchor="t">
              <a:spAutoFit/>
            </a:bodyPr>
            <a:lstStyle/>
            <a:p>
              <a:r>
                <a:rPr lang="en-US" sz="1400" b="1" noProof="0"/>
                <a:t>Why Alpha Has Decayed Post-2000: </a:t>
              </a:r>
              <a:r>
                <a:rPr lang="en-US" sz="1400" noProof="0"/>
                <a:t>Structural alpha decay in the modern era (from SR=1.09 to 0.33) is probably driven by increased market efficiency and the crowding of factor strategies following widespread academic publication.</a:t>
              </a:r>
            </a:p>
          </p:txBody>
        </p:sp>
      </p:grpSp>
      <p:pic>
        <p:nvPicPr>
          <p:cNvPr id="9" name="Grafik 12" descr="Punto interrogativo con riempimento a tinta unita">
            <a:extLst>
              <a:ext uri="{FF2B5EF4-FFF2-40B4-BE49-F238E27FC236}">
                <a16:creationId xmlns:a16="http://schemas.microsoft.com/office/drawing/2014/main" id="{D09B5E51-3AA5-41F8-A1F4-B8708280888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528362" y="5258994"/>
            <a:ext cx="320858" cy="320858"/>
          </a:xfrm>
          <a:prstGeom prst="rect">
            <a:avLst/>
          </a:prstGeom>
        </p:spPr>
      </p:pic>
      <p:sp>
        <p:nvSpPr>
          <p:cNvPr id="8" name="Rectangle 7">
            <a:extLst>
              <a:ext uri="{FF2B5EF4-FFF2-40B4-BE49-F238E27FC236}">
                <a16:creationId xmlns:a16="http://schemas.microsoft.com/office/drawing/2014/main" id="{83BEC5C5-861A-A576-4A7B-D0EB4DCE3E48}"/>
              </a:ext>
            </a:extLst>
          </p:cNvPr>
          <p:cNvSpPr/>
          <p:nvPr/>
        </p:nvSpPr>
        <p:spPr>
          <a:xfrm>
            <a:off x="391886" y="881744"/>
            <a:ext cx="1125824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rPr>
              <a:t>Structural Decay in the Performance Post-2000 </a:t>
            </a:r>
          </a:p>
        </p:txBody>
      </p:sp>
      <p:sp>
        <p:nvSpPr>
          <p:cNvPr id="15" name="Rectangle 10">
            <a:extLst>
              <a:ext uri="{FF2B5EF4-FFF2-40B4-BE49-F238E27FC236}">
                <a16:creationId xmlns:a16="http://schemas.microsoft.com/office/drawing/2014/main" id="{AA833DE3-2727-BBE9-F479-48D9EEA46A65}"/>
              </a:ext>
            </a:extLst>
          </p:cNvPr>
          <p:cNvSpPr/>
          <p:nvPr/>
        </p:nvSpPr>
        <p:spPr>
          <a:xfrm>
            <a:off x="391886" y="5808453"/>
            <a:ext cx="11414051" cy="705236"/>
          </a:xfrm>
          <a:prstGeom prst="rect">
            <a:avLst/>
          </a:prstGeom>
          <a:gradFill flip="none" rotWithShape="1">
            <a:gsLst>
              <a:gs pos="0">
                <a:srgbClr val="113981"/>
              </a:gs>
              <a:gs pos="19000">
                <a:srgbClr val="1848A0"/>
              </a:gs>
              <a:gs pos="0">
                <a:schemeClr val="accent1">
                  <a:lumMod val="40000"/>
                  <a:lumOff val="60000"/>
                </a:schemeClr>
              </a:gs>
              <a:gs pos="100000">
                <a:schemeClr val="accent1"/>
              </a:gs>
              <a:gs pos="100000">
                <a:schemeClr val="accent1"/>
              </a:gs>
              <a:gs pos="100000">
                <a:schemeClr val="accent1">
                  <a:lumMod val="75000"/>
                </a:schemeClr>
              </a:gs>
            </a:gsLst>
            <a:lin ang="1080000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algn="ctr" defTabSz="457200"/>
            <a:r>
              <a:rPr lang="en-US" sz="1600" b="1" noProof="0">
                <a:solidFill>
                  <a:schemeClr val="bg1"/>
                </a:solidFill>
                <a:cs typeface="Arial" pitchFamily="34" charset="0"/>
              </a:rPr>
              <a:t>To restore </a:t>
            </a:r>
            <a:r>
              <a:rPr lang="en-US" sz="1600" b="1" noProof="0" err="1">
                <a:solidFill>
                  <a:schemeClr val="bg1"/>
                </a:solidFill>
                <a:cs typeface="Arial" pitchFamily="34" charset="0"/>
              </a:rPr>
              <a:t>investability</a:t>
            </a:r>
            <a:r>
              <a:rPr lang="en-US" sz="1600" b="1" noProof="0">
                <a:solidFill>
                  <a:schemeClr val="bg1"/>
                </a:solidFill>
                <a:cs typeface="Arial" pitchFamily="34" charset="0"/>
              </a:rPr>
              <a:t>, in Phase 2 we pivot to 25% long-only implementation that leverages the strategy's proven negative correlation during market stress as a reliable tail-risk hedge.</a:t>
            </a:r>
          </a:p>
        </p:txBody>
      </p:sp>
      <p:pic>
        <p:nvPicPr>
          <p:cNvPr id="2" name="Picture 3">
            <a:extLst>
              <a:ext uri="{FF2B5EF4-FFF2-40B4-BE49-F238E27FC236}">
                <a16:creationId xmlns:a16="http://schemas.microsoft.com/office/drawing/2014/main" id="{97699B67-081E-FB44-4E10-F906971BF5C9}"/>
              </a:ext>
            </a:extLst>
          </p:cNvPr>
          <p:cNvPicPr>
            <a:picLocks noChangeAspect="1"/>
          </p:cNvPicPr>
          <p:nvPr/>
        </p:nvPicPr>
        <p:blipFill>
          <a:blip r:embed="rId5"/>
          <a:stretch>
            <a:fillRect/>
          </a:stretch>
        </p:blipFill>
        <p:spPr>
          <a:xfrm>
            <a:off x="2264294" y="1438203"/>
            <a:ext cx="7663411" cy="3658822"/>
          </a:xfrm>
          <a:prstGeom prst="rect">
            <a:avLst/>
          </a:prstGeom>
        </p:spPr>
      </p:pic>
    </p:spTree>
    <p:extLst>
      <p:ext uri="{BB962C8B-B14F-4D97-AF65-F5344CB8AC3E}">
        <p14:creationId xmlns:p14="http://schemas.microsoft.com/office/powerpoint/2010/main" val="1714822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695BC602-0E6C-D691-DF70-EE61364B8606}"/>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0F2BDB3D-55A9-E654-3540-619F5CF53F56}"/>
              </a:ext>
            </a:extLst>
          </p:cNvPr>
          <p:cNvSpPr>
            <a:spLocks noGrp="1"/>
          </p:cNvSpPr>
          <p:nvPr>
            <p:ph type="body" sz="quarter" idx="13"/>
          </p:nvPr>
        </p:nvSpPr>
        <p:spPr/>
        <p:txBody>
          <a:bodyPr/>
          <a:lstStyle/>
          <a:p>
            <a:r>
              <a:rPr lang="en-US" noProof="0"/>
              <a:t>Part 1 (Factor level) – Performance &amp; Robustness Checks</a:t>
            </a:r>
          </a:p>
        </p:txBody>
      </p:sp>
      <p:sp>
        <p:nvSpPr>
          <p:cNvPr id="8" name="Rectangle 7">
            <a:extLst>
              <a:ext uri="{FF2B5EF4-FFF2-40B4-BE49-F238E27FC236}">
                <a16:creationId xmlns:a16="http://schemas.microsoft.com/office/drawing/2014/main" id="{20CBFE80-10BD-AA69-05E0-6D1AA86BC8CF}"/>
              </a:ext>
            </a:extLst>
          </p:cNvPr>
          <p:cNvSpPr/>
          <p:nvPr/>
        </p:nvSpPr>
        <p:spPr>
          <a:xfrm>
            <a:off x="391886" y="881744"/>
            <a:ext cx="1125824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a:t>Portfolio Impact: Factor Momentum Acts more as a Volatility Dampener</a:t>
            </a:r>
            <a:endParaRPr lang="en-US" sz="1800" b="1" noProof="0">
              <a:solidFill>
                <a:schemeClr val="bg1"/>
              </a:solidFill>
            </a:endParaRPr>
          </a:p>
        </p:txBody>
      </p:sp>
      <p:grpSp>
        <p:nvGrpSpPr>
          <p:cNvPr id="3" name="Group 44">
            <a:extLst>
              <a:ext uri="{FF2B5EF4-FFF2-40B4-BE49-F238E27FC236}">
                <a16:creationId xmlns:a16="http://schemas.microsoft.com/office/drawing/2014/main" id="{3196AD5D-26BA-9B97-12DA-20A148053C78}"/>
              </a:ext>
            </a:extLst>
          </p:cNvPr>
          <p:cNvGrpSpPr/>
          <p:nvPr/>
        </p:nvGrpSpPr>
        <p:grpSpPr>
          <a:xfrm>
            <a:off x="358989" y="1577376"/>
            <a:ext cx="365758" cy="3727384"/>
            <a:chOff x="10173218" y="4267199"/>
            <a:chExt cx="365758" cy="4684974"/>
          </a:xfrm>
        </p:grpSpPr>
        <p:cxnSp>
          <p:nvCxnSpPr>
            <p:cNvPr id="5" name="Gerader Verbinder 11">
              <a:extLst>
                <a:ext uri="{FF2B5EF4-FFF2-40B4-BE49-F238E27FC236}">
                  <a16:creationId xmlns:a16="http://schemas.microsoft.com/office/drawing/2014/main" id="{1A56CA99-D605-9F80-5D48-8057A20CE406}"/>
                </a:ext>
              </a:extLst>
            </p:cNvPr>
            <p:cNvCxnSpPr>
              <a:cxnSpLocks/>
            </p:cNvCxnSpPr>
            <p:nvPr/>
          </p:nvCxnSpPr>
          <p:spPr bwMode="auto">
            <a:xfrm>
              <a:off x="10364584" y="4267199"/>
              <a:ext cx="0" cy="4684974"/>
            </a:xfrm>
            <a:prstGeom prst="line">
              <a:avLst/>
            </a:prstGeom>
            <a:noFill/>
            <a:ln w="19050" cap="flat" cmpd="sng" algn="ctr">
              <a:solidFill>
                <a:srgbClr val="DB246C"/>
              </a:solidFill>
              <a:prstDash val="solid"/>
              <a:round/>
              <a:headEnd type="none" w="med" len="med"/>
              <a:tailEnd type="none" w="med" len="med"/>
            </a:ln>
            <a:effectLst/>
          </p:spPr>
        </p:cxnSp>
        <p:grpSp>
          <p:nvGrpSpPr>
            <p:cNvPr id="6" name="Group 14">
              <a:extLst>
                <a:ext uri="{FF2B5EF4-FFF2-40B4-BE49-F238E27FC236}">
                  <a16:creationId xmlns:a16="http://schemas.microsoft.com/office/drawing/2014/main" id="{D90CA40A-3FA4-0A74-DC63-AEA86ABED43C}"/>
                </a:ext>
              </a:extLst>
            </p:cNvPr>
            <p:cNvGrpSpPr/>
            <p:nvPr/>
          </p:nvGrpSpPr>
          <p:grpSpPr>
            <a:xfrm>
              <a:off x="10173218" y="6216299"/>
              <a:ext cx="365758" cy="621741"/>
              <a:chOff x="10190945" y="6120701"/>
              <a:chExt cx="365758" cy="788721"/>
            </a:xfrm>
          </p:grpSpPr>
          <p:sp>
            <p:nvSpPr>
              <p:cNvPr id="9" name="Oval 6">
                <a:extLst>
                  <a:ext uri="{FF2B5EF4-FFF2-40B4-BE49-F238E27FC236}">
                    <a16:creationId xmlns:a16="http://schemas.microsoft.com/office/drawing/2014/main" id="{4A11987F-EC56-8B9E-DDBE-9EB83FC71411}"/>
                  </a:ext>
                </a:extLst>
              </p:cNvPr>
              <p:cNvSpPr/>
              <p:nvPr/>
            </p:nvSpPr>
            <p:spPr bwMode="auto">
              <a:xfrm flipV="1">
                <a:off x="10190945" y="6120701"/>
                <a:ext cx="365758" cy="788721"/>
              </a:xfrm>
              <a:prstGeom prst="ellipse">
                <a:avLst/>
              </a:prstGeom>
              <a:solidFill>
                <a:schemeClr val="bg1"/>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pic>
            <p:nvPicPr>
              <p:cNvPr id="10" name="Grafik 12" descr="Caretzeichen nach rechts mit einfarbiger Füllung">
                <a:extLst>
                  <a:ext uri="{FF2B5EF4-FFF2-40B4-BE49-F238E27FC236}">
                    <a16:creationId xmlns:a16="http://schemas.microsoft.com/office/drawing/2014/main" id="{41343226-A7A1-1195-6D7D-B2FCEFB4A5F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31915" y="6124325"/>
                <a:ext cx="311637" cy="785097"/>
              </a:xfrm>
              <a:prstGeom prst="rect">
                <a:avLst/>
              </a:prstGeom>
            </p:spPr>
          </p:pic>
        </p:grpSp>
      </p:grpSp>
      <p:sp>
        <p:nvSpPr>
          <p:cNvPr id="11" name="Rectangle 10">
            <a:extLst>
              <a:ext uri="{FF2B5EF4-FFF2-40B4-BE49-F238E27FC236}">
                <a16:creationId xmlns:a16="http://schemas.microsoft.com/office/drawing/2014/main" id="{32DA2BB5-1962-51BB-524A-0D61038D14E2}"/>
              </a:ext>
            </a:extLst>
          </p:cNvPr>
          <p:cNvSpPr/>
          <p:nvPr/>
        </p:nvSpPr>
        <p:spPr>
          <a:xfrm>
            <a:off x="391886" y="5808453"/>
            <a:ext cx="11414051" cy="705236"/>
          </a:xfrm>
          <a:prstGeom prst="rect">
            <a:avLst/>
          </a:prstGeom>
          <a:gradFill flip="none" rotWithShape="1">
            <a:gsLst>
              <a:gs pos="0">
                <a:srgbClr val="113981"/>
              </a:gs>
              <a:gs pos="19000">
                <a:srgbClr val="1848A0"/>
              </a:gs>
              <a:gs pos="0">
                <a:schemeClr val="accent1">
                  <a:lumMod val="40000"/>
                  <a:lumOff val="60000"/>
                </a:schemeClr>
              </a:gs>
              <a:gs pos="100000">
                <a:schemeClr val="accent1"/>
              </a:gs>
              <a:gs pos="100000">
                <a:schemeClr val="accent1"/>
              </a:gs>
              <a:gs pos="100000">
                <a:schemeClr val="accent1">
                  <a:lumMod val="75000"/>
                </a:schemeClr>
              </a:gs>
            </a:gsLst>
            <a:lin ang="1080000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algn="ctr" defTabSz="457200"/>
            <a:r>
              <a:rPr lang="en-US" sz="1600" b="1" noProof="0">
                <a:solidFill>
                  <a:schemeClr val="bg1"/>
                </a:solidFill>
                <a:cs typeface="Arial" pitchFamily="34" charset="0"/>
              </a:rPr>
              <a:t>To restore </a:t>
            </a:r>
            <a:r>
              <a:rPr lang="en-US" sz="1600" b="1" noProof="0" err="1">
                <a:solidFill>
                  <a:schemeClr val="bg1"/>
                </a:solidFill>
                <a:cs typeface="Arial" pitchFamily="34" charset="0"/>
              </a:rPr>
              <a:t>investability</a:t>
            </a:r>
            <a:r>
              <a:rPr lang="en-US" sz="1600" b="1" noProof="0">
                <a:solidFill>
                  <a:schemeClr val="bg1"/>
                </a:solidFill>
                <a:cs typeface="Arial" pitchFamily="34" charset="0"/>
              </a:rPr>
              <a:t>, in Phase 2 we pivot to 25% long-only implementation that leverages the strategy's proven negative correlation during market stress as a reliable tail-risk hedge.</a:t>
            </a:r>
          </a:p>
        </p:txBody>
      </p:sp>
      <p:sp>
        <p:nvSpPr>
          <p:cNvPr id="12" name="Triangolo 11">
            <a:extLst>
              <a:ext uri="{FF2B5EF4-FFF2-40B4-BE49-F238E27FC236}">
                <a16:creationId xmlns:a16="http://schemas.microsoft.com/office/drawing/2014/main" id="{1313D05C-8C04-B29C-9B89-677D4707BDED}"/>
              </a:ext>
            </a:extLst>
          </p:cNvPr>
          <p:cNvSpPr/>
          <p:nvPr/>
        </p:nvSpPr>
        <p:spPr>
          <a:xfrm rot="5400000">
            <a:off x="6560016" y="2617339"/>
            <a:ext cx="4149726" cy="2069801"/>
          </a:xfrm>
          <a:prstGeom prst="triangle">
            <a:avLst/>
          </a:prstGeom>
          <a:gradFill flip="none" rotWithShape="1">
            <a:gsLst>
              <a:gs pos="74000">
                <a:schemeClr val="accent2">
                  <a:lumMod val="20000"/>
                  <a:lumOff val="80000"/>
                </a:schemeClr>
              </a:gs>
              <a:gs pos="21000">
                <a:schemeClr val="bg1">
                  <a:lumMod val="95000"/>
                </a:schemeClr>
              </a:gs>
              <a:gs pos="39000">
                <a:schemeClr val="bg1">
                  <a:lumMod val="95000"/>
                  <a:alpha val="97000"/>
                </a:schemeClr>
              </a:gs>
              <a:gs pos="95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CasellaDiTesto 1">
            <a:extLst>
              <a:ext uri="{FF2B5EF4-FFF2-40B4-BE49-F238E27FC236}">
                <a16:creationId xmlns:a16="http://schemas.microsoft.com/office/drawing/2014/main" id="{F0AD875C-B5FC-60AE-9712-533F1F40BF02}"/>
              </a:ext>
            </a:extLst>
          </p:cNvPr>
          <p:cNvSpPr txBox="1"/>
          <p:nvPr/>
        </p:nvSpPr>
        <p:spPr>
          <a:xfrm>
            <a:off x="8634879" y="1964912"/>
            <a:ext cx="2791882" cy="3282886"/>
          </a:xfrm>
          <a:prstGeom prst="rect">
            <a:avLst/>
          </a:prstGeom>
          <a:solidFill>
            <a:schemeClr val="bg1">
              <a:lumMod val="95000"/>
            </a:schemeClr>
          </a:solidFill>
          <a:ln w="15875">
            <a:noFill/>
            <a:prstDash val="dash"/>
          </a:ln>
          <a:effectLst>
            <a:outerShdw blurRad="165100" sx="103000" sy="103000" algn="ctr" rotWithShape="0">
              <a:schemeClr val="tx1">
                <a:alpha val="28000"/>
              </a:schemeClr>
            </a:outerShdw>
          </a:effectLst>
        </p:spPr>
        <p:txBody>
          <a:bodyPr wrap="square" rtlCol="0">
            <a:spAutoFit/>
          </a:bodyPr>
          <a:lstStyle/>
          <a:p>
            <a:pPr algn="ctr">
              <a:lnSpc>
                <a:spcPct val="150000"/>
              </a:lnSpc>
            </a:pPr>
            <a:r>
              <a:rPr lang="en-US" sz="1400" noProof="0"/>
              <a:t>The efficient frontier reveals that </a:t>
            </a:r>
            <a:r>
              <a:rPr lang="en-US" sz="1400" b="1" noProof="0"/>
              <a:t>portfolios with high allocations to Factor Momentum </a:t>
            </a:r>
            <a:r>
              <a:rPr lang="en-US" sz="1400" noProof="0"/>
              <a:t>(blue points) cluster in the </a:t>
            </a:r>
            <a:r>
              <a:rPr lang="en-US" sz="1400" b="1" noProof="0"/>
              <a:t>lower-volatility region</a:t>
            </a:r>
            <a:r>
              <a:rPr lang="en-US" sz="1400" noProof="0"/>
              <a:t>, sacrificing the raw upside of a pure equity portfolio (red points) to achieve a </a:t>
            </a:r>
            <a:r>
              <a:rPr lang="en-US" sz="1400" b="1" noProof="0"/>
              <a:t>significantly more stable risk profile</a:t>
            </a:r>
            <a:r>
              <a:rPr lang="en-US" sz="1400" noProof="0"/>
              <a:t>.</a:t>
            </a:r>
            <a:endParaRPr lang="en-US" sz="1100" noProof="0"/>
          </a:p>
        </p:txBody>
      </p:sp>
      <p:pic>
        <p:nvPicPr>
          <p:cNvPr id="4" name="Picture 3">
            <a:extLst>
              <a:ext uri="{FF2B5EF4-FFF2-40B4-BE49-F238E27FC236}">
                <a16:creationId xmlns:a16="http://schemas.microsoft.com/office/drawing/2014/main" id="{EFA40CCB-41BE-9344-948E-E9597A3EACE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91886" y="1504565"/>
            <a:ext cx="7327766" cy="4236365"/>
          </a:xfrm>
          <a:prstGeom prst="rect">
            <a:avLst/>
          </a:prstGeom>
        </p:spPr>
      </p:pic>
    </p:spTree>
    <p:extLst>
      <p:ext uri="{BB962C8B-B14F-4D97-AF65-F5344CB8AC3E}">
        <p14:creationId xmlns:p14="http://schemas.microsoft.com/office/powerpoint/2010/main" val="1399541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34E69C6B-CF46-8D3D-8F30-B85345F926A9}"/>
            </a:ext>
          </a:extLst>
        </p:cNvPr>
        <p:cNvGrpSpPr/>
        <p:nvPr/>
      </p:nvGrpSpPr>
      <p:grpSpPr>
        <a:xfrm>
          <a:off x="0" y="0"/>
          <a:ext cx="0" cy="0"/>
          <a:chOff x="0" y="0"/>
          <a:chExt cx="0" cy="0"/>
        </a:xfrm>
      </p:grpSpPr>
      <p:sp>
        <p:nvSpPr>
          <p:cNvPr id="4" name="Trapezio 3">
            <a:extLst>
              <a:ext uri="{FF2B5EF4-FFF2-40B4-BE49-F238E27FC236}">
                <a16:creationId xmlns:a16="http://schemas.microsoft.com/office/drawing/2014/main" id="{8AB6F7B4-7237-608E-A52C-EB387B3C566F}"/>
              </a:ext>
            </a:extLst>
          </p:cNvPr>
          <p:cNvSpPr/>
          <p:nvPr/>
        </p:nvSpPr>
        <p:spPr>
          <a:xfrm rot="10800000">
            <a:off x="8731358" y="4597729"/>
            <a:ext cx="2918772" cy="398767"/>
          </a:xfrm>
          <a:prstGeom prst="trapezoid">
            <a:avLst/>
          </a:prstGeom>
          <a:gradFill>
            <a:gsLst>
              <a:gs pos="0">
                <a:schemeClr val="tx2">
                  <a:lumMod val="20000"/>
                  <a:lumOff val="80000"/>
                </a:schemeClr>
              </a:gs>
              <a:gs pos="99000">
                <a:schemeClr val="bg1">
                  <a:lumMod val="9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rapezio 1">
            <a:extLst>
              <a:ext uri="{FF2B5EF4-FFF2-40B4-BE49-F238E27FC236}">
                <a16:creationId xmlns:a16="http://schemas.microsoft.com/office/drawing/2014/main" id="{461009B4-2B19-2F48-A284-4C10C7D99C16}"/>
              </a:ext>
            </a:extLst>
          </p:cNvPr>
          <p:cNvSpPr/>
          <p:nvPr/>
        </p:nvSpPr>
        <p:spPr>
          <a:xfrm rot="10800000">
            <a:off x="8731360" y="2999333"/>
            <a:ext cx="2918772" cy="398767"/>
          </a:xfrm>
          <a:prstGeom prst="trapezoid">
            <a:avLst/>
          </a:prstGeom>
          <a:gradFill>
            <a:gsLst>
              <a:gs pos="0">
                <a:schemeClr val="tx2">
                  <a:lumMod val="20000"/>
                  <a:lumOff val="80000"/>
                </a:schemeClr>
              </a:gs>
              <a:gs pos="99000">
                <a:schemeClr val="bg1">
                  <a:lumMod val="9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 name="Rectangle 9">
            <a:extLst>
              <a:ext uri="{FF2B5EF4-FFF2-40B4-BE49-F238E27FC236}">
                <a16:creationId xmlns:a16="http://schemas.microsoft.com/office/drawing/2014/main" id="{C902EED1-7801-A4BE-A73B-940EA7813678}"/>
              </a:ext>
            </a:extLst>
          </p:cNvPr>
          <p:cNvSpPr/>
          <p:nvPr/>
        </p:nvSpPr>
        <p:spPr>
          <a:xfrm>
            <a:off x="8731361" y="1799704"/>
            <a:ext cx="2918771" cy="1199629"/>
          </a:xfrm>
          <a:prstGeom prst="rect">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a:solidFill>
                  <a:srgbClr val="000000"/>
                </a:solidFill>
                <a:cs typeface="Arial" pitchFamily="34" charset="0"/>
              </a:rPr>
              <a:t>We switched to </a:t>
            </a:r>
            <a:r>
              <a:rPr lang="en-US" sz="1400" b="1" noProof="0">
                <a:solidFill>
                  <a:srgbClr val="000000"/>
                </a:solidFill>
                <a:cs typeface="Arial" pitchFamily="34" charset="0"/>
              </a:rPr>
              <a:t>daily data </a:t>
            </a:r>
            <a:r>
              <a:rPr lang="en-US" sz="1400" noProof="0">
                <a:solidFill>
                  <a:srgbClr val="000000"/>
                </a:solidFill>
                <a:cs typeface="Arial" pitchFamily="34" charset="0"/>
              </a:rPr>
              <a:t>to mimic real-life implementation of the Investment Strategy.</a:t>
            </a:r>
          </a:p>
        </p:txBody>
      </p:sp>
      <p:sp>
        <p:nvSpPr>
          <p:cNvPr id="29" name="Rectangle 28">
            <a:extLst>
              <a:ext uri="{FF2B5EF4-FFF2-40B4-BE49-F238E27FC236}">
                <a16:creationId xmlns:a16="http://schemas.microsoft.com/office/drawing/2014/main" id="{B8E76E4B-3F64-94B9-6126-E96A2DFEABAE}"/>
              </a:ext>
            </a:extLst>
          </p:cNvPr>
          <p:cNvSpPr/>
          <p:nvPr/>
        </p:nvSpPr>
        <p:spPr>
          <a:xfrm>
            <a:off x="8731359" y="3398100"/>
            <a:ext cx="2918771" cy="1199629"/>
          </a:xfrm>
          <a:prstGeom prst="rect">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a:solidFill>
                  <a:srgbClr val="000000"/>
                </a:solidFill>
                <a:cs typeface="Arial" pitchFamily="34" charset="0"/>
              </a:rPr>
              <a:t>We invest at </a:t>
            </a:r>
            <a:r>
              <a:rPr lang="en-US" sz="1400" b="1" noProof="0">
                <a:solidFill>
                  <a:srgbClr val="000000"/>
                </a:solidFill>
                <a:cs typeface="Arial" pitchFamily="34" charset="0"/>
              </a:rPr>
              <a:t>1st day of the following month closing prices</a:t>
            </a:r>
            <a:r>
              <a:rPr lang="en-US" sz="1400" noProof="0">
                <a:solidFill>
                  <a:srgbClr val="000000"/>
                </a:solidFill>
                <a:cs typeface="Arial" pitchFamily="34" charset="0"/>
              </a:rPr>
              <a:t>.</a:t>
            </a:r>
          </a:p>
        </p:txBody>
      </p:sp>
      <p:sp>
        <p:nvSpPr>
          <p:cNvPr id="7" name="Text Placeholder 6">
            <a:extLst>
              <a:ext uri="{FF2B5EF4-FFF2-40B4-BE49-F238E27FC236}">
                <a16:creationId xmlns:a16="http://schemas.microsoft.com/office/drawing/2014/main" id="{9377CD60-4F28-68DE-B3AD-E6F97D02A6D8}"/>
              </a:ext>
            </a:extLst>
          </p:cNvPr>
          <p:cNvSpPr>
            <a:spLocks noGrp="1"/>
          </p:cNvSpPr>
          <p:nvPr>
            <p:ph type="body" sz="quarter" idx="13"/>
          </p:nvPr>
        </p:nvSpPr>
        <p:spPr/>
        <p:txBody>
          <a:bodyPr/>
          <a:lstStyle/>
          <a:p>
            <a:r>
              <a:rPr lang="en-US" noProof="0"/>
              <a:t>Part 1 (Factor level) – Performance &amp; Robustness Checks</a:t>
            </a:r>
          </a:p>
        </p:txBody>
      </p:sp>
      <p:sp>
        <p:nvSpPr>
          <p:cNvPr id="8" name="Rectangle 7">
            <a:extLst>
              <a:ext uri="{FF2B5EF4-FFF2-40B4-BE49-F238E27FC236}">
                <a16:creationId xmlns:a16="http://schemas.microsoft.com/office/drawing/2014/main" id="{B3E4F77A-9416-A67E-0939-3EDAD70EF20A}"/>
              </a:ext>
            </a:extLst>
          </p:cNvPr>
          <p:cNvSpPr/>
          <p:nvPr/>
        </p:nvSpPr>
        <p:spPr>
          <a:xfrm>
            <a:off x="391886" y="881744"/>
            <a:ext cx="1125824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rPr>
              <a:t>Switching to Daily Data – Closer to Real-life implementation</a:t>
            </a:r>
            <a:endParaRPr lang="en-US" sz="1800" b="1" noProof="0">
              <a:solidFill>
                <a:schemeClr val="bg1"/>
              </a:solidFill>
            </a:endParaRPr>
          </a:p>
        </p:txBody>
      </p:sp>
      <p:pic>
        <p:nvPicPr>
          <p:cNvPr id="9" name="Picture 8">
            <a:extLst>
              <a:ext uri="{FF2B5EF4-FFF2-40B4-BE49-F238E27FC236}">
                <a16:creationId xmlns:a16="http://schemas.microsoft.com/office/drawing/2014/main" id="{F49993D0-F183-DDFD-0DDD-6681E3A31EC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41868" y="1941457"/>
            <a:ext cx="7798107" cy="4254668"/>
          </a:xfrm>
          <a:prstGeom prst="rect">
            <a:avLst/>
          </a:prstGeom>
        </p:spPr>
      </p:pic>
      <p:sp>
        <p:nvSpPr>
          <p:cNvPr id="3" name="Rectangle 28">
            <a:extLst>
              <a:ext uri="{FF2B5EF4-FFF2-40B4-BE49-F238E27FC236}">
                <a16:creationId xmlns:a16="http://schemas.microsoft.com/office/drawing/2014/main" id="{C92211C4-7173-1EB6-0B72-BF9EAD510BA0}"/>
              </a:ext>
            </a:extLst>
          </p:cNvPr>
          <p:cNvSpPr/>
          <p:nvPr/>
        </p:nvSpPr>
        <p:spPr>
          <a:xfrm>
            <a:off x="8731357" y="4996496"/>
            <a:ext cx="2918771" cy="1199629"/>
          </a:xfrm>
          <a:prstGeom prst="rect">
            <a:avLst/>
          </a:prstGeom>
          <a:solidFill>
            <a:srgbClr val="D9ECFF"/>
          </a:solidFill>
          <a:ln>
            <a:noFill/>
          </a:ln>
          <a:effectLst>
            <a:outerShdw blurRad="63500" sx="102000" sy="102000" algn="ct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a:solidFill>
                  <a:srgbClr val="000000"/>
                </a:solidFill>
                <a:cs typeface="Arial" pitchFamily="34" charset="0"/>
              </a:rPr>
              <a:t>The performance of both strategies decreases, but Factor Momentum stays the </a:t>
            </a:r>
            <a:r>
              <a:rPr lang="en-US" sz="1400" b="1" noProof="0">
                <a:solidFill>
                  <a:srgbClr val="000000"/>
                </a:solidFill>
                <a:cs typeface="Arial" pitchFamily="34" charset="0"/>
              </a:rPr>
              <a:t>winner</a:t>
            </a:r>
            <a:r>
              <a:rPr lang="en-US" sz="1400" noProof="0">
                <a:solidFill>
                  <a:srgbClr val="000000"/>
                </a:solidFill>
                <a:cs typeface="Arial" pitchFamily="34" charset="0"/>
              </a:rPr>
              <a:t>.</a:t>
            </a:r>
          </a:p>
        </p:txBody>
      </p:sp>
    </p:spTree>
    <p:extLst>
      <p:ext uri="{BB962C8B-B14F-4D97-AF65-F5344CB8AC3E}">
        <p14:creationId xmlns:p14="http://schemas.microsoft.com/office/powerpoint/2010/main" val="1041337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5D435F7A-418D-F24A-E4CD-F994840D06DB}"/>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B5A827D2-D429-C2EF-0D94-CB5F02CD8570}"/>
              </a:ext>
            </a:extLst>
          </p:cNvPr>
          <p:cNvSpPr>
            <a:spLocks noGrp="1"/>
          </p:cNvSpPr>
          <p:nvPr>
            <p:ph type="body" sz="quarter" idx="13"/>
          </p:nvPr>
        </p:nvSpPr>
        <p:spPr/>
        <p:txBody>
          <a:bodyPr/>
          <a:lstStyle/>
          <a:p>
            <a:r>
              <a:rPr lang="en-US" noProof="0"/>
              <a:t>Adding Factor Momentum to 60/40 Portfolio</a:t>
            </a:r>
          </a:p>
        </p:txBody>
      </p:sp>
      <p:sp>
        <p:nvSpPr>
          <p:cNvPr id="8" name="Rectangle 7">
            <a:extLst>
              <a:ext uri="{FF2B5EF4-FFF2-40B4-BE49-F238E27FC236}">
                <a16:creationId xmlns:a16="http://schemas.microsoft.com/office/drawing/2014/main" id="{7DF11CC8-CBF3-DF3C-75AE-365FDFFD94D9}"/>
              </a:ext>
            </a:extLst>
          </p:cNvPr>
          <p:cNvSpPr/>
          <p:nvPr/>
        </p:nvSpPr>
        <p:spPr>
          <a:xfrm>
            <a:off x="391886" y="881744"/>
            <a:ext cx="1125824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rPr>
              <a:t>Adding Factor Momentum to 60/40 Portfolio, 1M and LO 25%</a:t>
            </a:r>
          </a:p>
        </p:txBody>
      </p:sp>
      <p:sp>
        <p:nvSpPr>
          <p:cNvPr id="2" name="Rectangle 1">
            <a:extLst>
              <a:ext uri="{FF2B5EF4-FFF2-40B4-BE49-F238E27FC236}">
                <a16:creationId xmlns:a16="http://schemas.microsoft.com/office/drawing/2014/main" id="{2BF3D886-BE46-DFC5-4482-A98CC34922A2}"/>
              </a:ext>
            </a:extLst>
          </p:cNvPr>
          <p:cNvSpPr/>
          <p:nvPr/>
        </p:nvSpPr>
        <p:spPr>
          <a:xfrm>
            <a:off x="391886" y="1748308"/>
            <a:ext cx="11258246" cy="34523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400" noProof="0">
              <a:solidFill>
                <a:schemeClr val="tx1"/>
              </a:solidFill>
            </a:endParaRPr>
          </a:p>
        </p:txBody>
      </p:sp>
      <p:sp>
        <p:nvSpPr>
          <p:cNvPr id="4" name="AutoShape 2">
            <a:extLst>
              <a:ext uri="{FF2B5EF4-FFF2-40B4-BE49-F238E27FC236}">
                <a16:creationId xmlns:a16="http://schemas.microsoft.com/office/drawing/2014/main" id="{520F1625-F9D3-84EF-B601-45D9E28075AB}"/>
              </a:ext>
            </a:extLst>
          </p:cNvPr>
          <p:cNvSpPr>
            <a:spLocks noChangeAspect="1" noChangeArrowheads="1"/>
          </p:cNvSpPr>
          <p:nvPr/>
        </p:nvSpPr>
        <p:spPr bwMode="auto">
          <a:xfrm>
            <a:off x="5943599" y="2165195"/>
            <a:ext cx="1416205" cy="141620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a:p>
        </p:txBody>
      </p:sp>
      <p:sp>
        <p:nvSpPr>
          <p:cNvPr id="5" name="AutoShape 4">
            <a:extLst>
              <a:ext uri="{FF2B5EF4-FFF2-40B4-BE49-F238E27FC236}">
                <a16:creationId xmlns:a16="http://schemas.microsoft.com/office/drawing/2014/main" id="{5254DB6F-DF53-ADE8-67AE-152ADBEAB22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a:p>
        </p:txBody>
      </p:sp>
      <p:pic>
        <p:nvPicPr>
          <p:cNvPr id="3" name="Picture 2">
            <a:extLst>
              <a:ext uri="{FF2B5EF4-FFF2-40B4-BE49-F238E27FC236}">
                <a16:creationId xmlns:a16="http://schemas.microsoft.com/office/drawing/2014/main" id="{E4B4F90F-ADD6-0860-DB02-89CC077119E1}"/>
              </a:ext>
            </a:extLst>
          </p:cNvPr>
          <p:cNvPicPr>
            <a:picLocks noChangeAspect="1"/>
          </p:cNvPicPr>
          <p:nvPr/>
        </p:nvPicPr>
        <p:blipFill>
          <a:blip r:embed="rId3"/>
          <a:stretch>
            <a:fillRect/>
          </a:stretch>
        </p:blipFill>
        <p:spPr>
          <a:xfrm>
            <a:off x="391886" y="1498503"/>
            <a:ext cx="7059858" cy="5193946"/>
          </a:xfrm>
          <a:prstGeom prst="rect">
            <a:avLst/>
          </a:prstGeom>
        </p:spPr>
      </p:pic>
      <p:sp>
        <p:nvSpPr>
          <p:cNvPr id="12" name="Oval 11">
            <a:extLst>
              <a:ext uri="{FF2B5EF4-FFF2-40B4-BE49-F238E27FC236}">
                <a16:creationId xmlns:a16="http://schemas.microsoft.com/office/drawing/2014/main" id="{A37650CA-5D0B-60F0-9E77-FA5193CE9EC0}"/>
              </a:ext>
            </a:extLst>
          </p:cNvPr>
          <p:cNvSpPr/>
          <p:nvPr/>
        </p:nvSpPr>
        <p:spPr>
          <a:xfrm>
            <a:off x="7995362" y="1986143"/>
            <a:ext cx="548640" cy="54864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21" name="Gruppo 20">
            <a:extLst>
              <a:ext uri="{FF2B5EF4-FFF2-40B4-BE49-F238E27FC236}">
                <a16:creationId xmlns:a16="http://schemas.microsoft.com/office/drawing/2014/main" id="{8F7D3C54-035C-371A-2AA8-AD75C605EA16}"/>
              </a:ext>
            </a:extLst>
          </p:cNvPr>
          <p:cNvGrpSpPr/>
          <p:nvPr/>
        </p:nvGrpSpPr>
        <p:grpSpPr>
          <a:xfrm>
            <a:off x="7695208" y="1466897"/>
            <a:ext cx="3954921" cy="5182291"/>
            <a:chOff x="7384546" y="1758160"/>
            <a:chExt cx="3423586" cy="4505288"/>
          </a:xfrm>
        </p:grpSpPr>
        <p:sp>
          <p:nvSpPr>
            <p:cNvPr id="22" name="Rectangle 14">
              <a:extLst>
                <a:ext uri="{FF2B5EF4-FFF2-40B4-BE49-F238E27FC236}">
                  <a16:creationId xmlns:a16="http://schemas.microsoft.com/office/drawing/2014/main" id="{18FADF77-B4F4-CB48-A5E4-AE0F6C6270D5}"/>
                </a:ext>
              </a:extLst>
            </p:cNvPr>
            <p:cNvSpPr/>
            <p:nvPr/>
          </p:nvSpPr>
          <p:spPr bwMode="auto">
            <a:xfrm>
              <a:off x="7652774" y="1848630"/>
              <a:ext cx="3155357" cy="954639"/>
            </a:xfrm>
            <a:prstGeom prst="rect">
              <a:avLst/>
            </a:prstGeom>
            <a:solidFill>
              <a:schemeClr val="bg2"/>
            </a:solidFill>
            <a:ln w="9525" cap="flat" cmpd="sng" algn="ctr">
              <a:noFill/>
              <a:prstDash val="solid"/>
              <a:round/>
              <a:headEnd type="none" w="med" len="med"/>
              <a:tailEnd type="none" w="med" len="med"/>
            </a:ln>
            <a:effectLst/>
          </p:spPr>
          <p:txBody>
            <a:bodyPr vert="horz" wrap="none" lIns="0" tIns="216000" rIns="18288" bIns="18288" numCol="1" rtlCol="0" anchor="ctr" anchorCtr="0" compatLnSpc="1">
              <a:prstTxWarp prst="textNoShape">
                <a:avLst/>
              </a:prstTxWarp>
            </a:bodyPr>
            <a:lstStyle/>
            <a:p>
              <a:pPr algn="ctr" defTabSz="914400" fontAlgn="base">
                <a:spcBef>
                  <a:spcPct val="0"/>
                </a:spcBef>
                <a:spcAft>
                  <a:spcPct val="0"/>
                </a:spcAft>
                <a:defRPr/>
              </a:pPr>
              <a:r>
                <a:rPr lang="en-US" sz="1200" noProof="0"/>
                <a:t>We compare </a:t>
              </a:r>
              <a:r>
                <a:rPr lang="en-US" sz="1200" b="1" noProof="0"/>
                <a:t>60/40 portfolio, </a:t>
              </a:r>
            </a:p>
            <a:p>
              <a:pPr algn="ctr" defTabSz="914400" fontAlgn="base">
                <a:spcBef>
                  <a:spcPct val="0"/>
                </a:spcBef>
                <a:spcAft>
                  <a:spcPct val="0"/>
                </a:spcAft>
                <a:defRPr/>
              </a:pPr>
              <a:r>
                <a:rPr lang="en-US" sz="1200" b="1" noProof="0"/>
                <a:t>60/40 + factor momentum overlay (10%),</a:t>
              </a:r>
            </a:p>
            <a:p>
              <a:pPr algn="ctr" defTabSz="914400" fontAlgn="base">
                <a:spcBef>
                  <a:spcPct val="0"/>
                </a:spcBef>
                <a:spcAft>
                  <a:spcPct val="0"/>
                </a:spcAft>
                <a:defRPr/>
              </a:pPr>
              <a:r>
                <a:rPr lang="en-US" sz="1200" b="1" noProof="0"/>
                <a:t> </a:t>
              </a:r>
              <a:r>
                <a:rPr lang="en-US" sz="1200" noProof="0"/>
                <a:t>and</a:t>
              </a:r>
              <a:r>
                <a:rPr lang="en-US" sz="1200" b="1" noProof="0"/>
                <a:t> factor momentum</a:t>
              </a:r>
              <a:r>
                <a:rPr lang="en-US" sz="1200" noProof="0"/>
                <a:t>.</a:t>
              </a:r>
            </a:p>
          </p:txBody>
        </p:sp>
        <p:sp>
          <p:nvSpPr>
            <p:cNvPr id="23" name="Rectangle 46">
              <a:extLst>
                <a:ext uri="{FF2B5EF4-FFF2-40B4-BE49-F238E27FC236}">
                  <a16:creationId xmlns:a16="http://schemas.microsoft.com/office/drawing/2014/main" id="{77B9CF43-09A6-99CE-A06A-D5A62F6C8B23}"/>
                </a:ext>
              </a:extLst>
            </p:cNvPr>
            <p:cNvSpPr/>
            <p:nvPr/>
          </p:nvSpPr>
          <p:spPr bwMode="auto">
            <a:xfrm>
              <a:off x="7652775" y="3002117"/>
              <a:ext cx="3155357" cy="954639"/>
            </a:xfrm>
            <a:prstGeom prst="rect">
              <a:avLst/>
            </a:prstGeom>
            <a:solidFill>
              <a:schemeClr val="bg2"/>
            </a:solidFill>
            <a:ln w="9525" cap="flat" cmpd="sng" algn="ctr">
              <a:noFill/>
              <a:prstDash val="solid"/>
              <a:round/>
              <a:headEnd type="none" w="med" len="med"/>
              <a:tailEnd type="none" w="med" len="med"/>
            </a:ln>
            <a:effectLst/>
          </p:spPr>
          <p:txBody>
            <a:bodyPr vert="horz" wrap="none" lIns="0" tIns="216000" rIns="18288" bIns="18288" numCol="1" rtlCol="0" anchor="ctr" anchorCtr="0" compatLnSpc="1">
              <a:prstTxWarp prst="textNoShape">
                <a:avLst/>
              </a:prstTxWarp>
            </a:bodyPr>
            <a:lstStyle/>
            <a:p>
              <a:pPr algn="ctr" defTabSz="914400" fontAlgn="base">
                <a:spcBef>
                  <a:spcPct val="0"/>
                </a:spcBef>
                <a:spcAft>
                  <a:spcPct val="0"/>
                </a:spcAft>
                <a:defRPr/>
              </a:pPr>
              <a:r>
                <a:rPr lang="en-US" sz="1200" noProof="0"/>
                <a:t>Adding a </a:t>
              </a:r>
              <a:r>
                <a:rPr lang="en-US" sz="1200" b="1" noProof="0"/>
                <a:t>10% factor momentum overlay </a:t>
              </a:r>
            </a:p>
            <a:p>
              <a:pPr algn="ctr" defTabSz="914400" fontAlgn="base">
                <a:spcBef>
                  <a:spcPct val="0"/>
                </a:spcBef>
                <a:spcAft>
                  <a:spcPct val="0"/>
                </a:spcAft>
                <a:defRPr/>
              </a:pPr>
              <a:r>
                <a:rPr lang="en-US" sz="1200" noProof="0"/>
                <a:t>improves the 60/40 portfolio’s risk-adjusted </a:t>
              </a:r>
            </a:p>
            <a:p>
              <a:pPr algn="ctr" defTabSz="914400" fontAlgn="base">
                <a:spcBef>
                  <a:spcPct val="0"/>
                </a:spcBef>
                <a:spcAft>
                  <a:spcPct val="0"/>
                </a:spcAft>
                <a:defRPr/>
              </a:pPr>
              <a:r>
                <a:rPr lang="en-US" sz="1200" noProof="0"/>
                <a:t>performance (</a:t>
              </a:r>
              <a:r>
                <a:rPr lang="en-US" sz="1200" b="1" noProof="0"/>
                <a:t>Sharpe 0.89 → 0.97</a:t>
              </a:r>
              <a:r>
                <a:rPr lang="en-US" sz="1200" noProof="0"/>
                <a:t>).</a:t>
              </a:r>
            </a:p>
          </p:txBody>
        </p:sp>
        <p:sp>
          <p:nvSpPr>
            <p:cNvPr id="24" name="Rectangle 49">
              <a:extLst>
                <a:ext uri="{FF2B5EF4-FFF2-40B4-BE49-F238E27FC236}">
                  <a16:creationId xmlns:a16="http://schemas.microsoft.com/office/drawing/2014/main" id="{2EC06AEF-C2C2-54E7-C18F-863679077515}"/>
                </a:ext>
              </a:extLst>
            </p:cNvPr>
            <p:cNvSpPr/>
            <p:nvPr/>
          </p:nvSpPr>
          <p:spPr bwMode="auto">
            <a:xfrm>
              <a:off x="7652774" y="4155604"/>
              <a:ext cx="3155357" cy="954639"/>
            </a:xfrm>
            <a:prstGeom prst="rect">
              <a:avLst/>
            </a:prstGeom>
            <a:solidFill>
              <a:schemeClr val="bg2"/>
            </a:solidFill>
            <a:ln w="9525" cap="flat" cmpd="sng" algn="ctr">
              <a:noFill/>
              <a:prstDash val="solid"/>
              <a:round/>
              <a:headEnd type="none" w="med" len="med"/>
              <a:tailEnd type="none" w="med" len="med"/>
            </a:ln>
            <a:effectLst/>
          </p:spPr>
          <p:txBody>
            <a:bodyPr vert="horz" wrap="none" lIns="0" tIns="216000" rIns="18288" bIns="18288" numCol="1" rtlCol="0" anchor="ctr" anchorCtr="0" compatLnSpc="1">
              <a:prstTxWarp prst="textNoShape">
                <a:avLst/>
              </a:prstTxWarp>
            </a:bodyPr>
            <a:lstStyle/>
            <a:p>
              <a:pPr algn="ctr" defTabSz="914400" fontAlgn="base">
                <a:spcBef>
                  <a:spcPct val="0"/>
                </a:spcBef>
                <a:spcAft>
                  <a:spcPct val="0"/>
                </a:spcAft>
                <a:defRPr/>
              </a:pPr>
              <a:r>
                <a:rPr lang="en-US" sz="1200" noProof="0"/>
                <a:t>The overlay smooths the path of returns and </a:t>
              </a:r>
            </a:p>
            <a:p>
              <a:pPr algn="ctr" defTabSz="914400" fontAlgn="base">
                <a:spcBef>
                  <a:spcPct val="0"/>
                </a:spcBef>
                <a:spcAft>
                  <a:spcPct val="0"/>
                </a:spcAft>
                <a:defRPr/>
              </a:pPr>
              <a:r>
                <a:rPr lang="en-US" sz="1200" noProof="0"/>
                <a:t>reduces downside risk, </a:t>
              </a:r>
              <a:r>
                <a:rPr lang="en-US" sz="1200" b="1" noProof="0"/>
                <a:t>improving max </a:t>
              </a:r>
            </a:p>
            <a:p>
              <a:pPr algn="ctr" defTabSz="914400" fontAlgn="base">
                <a:spcBef>
                  <a:spcPct val="0"/>
                </a:spcBef>
                <a:spcAft>
                  <a:spcPct val="0"/>
                </a:spcAft>
                <a:defRPr/>
              </a:pPr>
              <a:r>
                <a:rPr lang="en-US" sz="1200" b="1" noProof="0"/>
                <a:t>drawdown from -26.2% to -20.4%</a:t>
              </a:r>
              <a:r>
                <a:rPr lang="en-US" sz="1200" noProof="0"/>
                <a:t>.</a:t>
              </a:r>
            </a:p>
          </p:txBody>
        </p:sp>
        <p:sp>
          <p:nvSpPr>
            <p:cNvPr id="25" name="Rectangle 40">
              <a:extLst>
                <a:ext uri="{FF2B5EF4-FFF2-40B4-BE49-F238E27FC236}">
                  <a16:creationId xmlns:a16="http://schemas.microsoft.com/office/drawing/2014/main" id="{1CCB2EEB-76A9-4506-532C-9AFA4FD71B0A}"/>
                </a:ext>
              </a:extLst>
            </p:cNvPr>
            <p:cNvSpPr/>
            <p:nvPr/>
          </p:nvSpPr>
          <p:spPr bwMode="auto">
            <a:xfrm rot="5400000">
              <a:off x="5492061" y="4099558"/>
              <a:ext cx="4187545" cy="140236"/>
            </a:xfrm>
            <a:prstGeom prst="rect">
              <a:avLst/>
            </a:prstGeom>
            <a:gradFill>
              <a:gsLst>
                <a:gs pos="50000">
                  <a:srgbClr val="83B5CA"/>
                </a:gs>
                <a:gs pos="100000">
                  <a:srgbClr val="A5C7E0"/>
                </a:gs>
                <a:gs pos="0">
                  <a:schemeClr val="accent1"/>
                </a:gs>
              </a:gsLst>
              <a:lin ang="0" scaled="1"/>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26" name="Rounded Rectangle 122">
              <a:extLst>
                <a:ext uri="{FF2B5EF4-FFF2-40B4-BE49-F238E27FC236}">
                  <a16:creationId xmlns:a16="http://schemas.microsoft.com/office/drawing/2014/main" id="{ABDB0F87-C51A-46D7-A23A-7502C904C8C3}"/>
                </a:ext>
              </a:extLst>
            </p:cNvPr>
            <p:cNvSpPr/>
            <p:nvPr/>
          </p:nvSpPr>
          <p:spPr bwMode="auto">
            <a:xfrm>
              <a:off x="7652773" y="1854195"/>
              <a:ext cx="3155357" cy="221708"/>
            </a:xfrm>
            <a:prstGeom prst="roundRect">
              <a:avLst>
                <a:gd name="adj" fmla="val 0"/>
              </a:avLst>
            </a:prstGeom>
            <a:solidFill>
              <a:schemeClr val="accent1"/>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b="1" i="1" noProof="0">
                  <a:solidFill>
                    <a:schemeClr val="bg1"/>
                  </a:solidFill>
                </a:rPr>
                <a:t>Comparison Setup</a:t>
              </a:r>
            </a:p>
          </p:txBody>
        </p:sp>
        <p:sp>
          <p:nvSpPr>
            <p:cNvPr id="27" name="Rounded Rectangle 122">
              <a:extLst>
                <a:ext uri="{FF2B5EF4-FFF2-40B4-BE49-F238E27FC236}">
                  <a16:creationId xmlns:a16="http://schemas.microsoft.com/office/drawing/2014/main" id="{739C8A46-10EE-05E4-B325-5639B32C71AF}"/>
                </a:ext>
              </a:extLst>
            </p:cNvPr>
            <p:cNvSpPr/>
            <p:nvPr/>
          </p:nvSpPr>
          <p:spPr bwMode="auto">
            <a:xfrm>
              <a:off x="7652773" y="3003355"/>
              <a:ext cx="3155357" cy="221708"/>
            </a:xfrm>
            <a:prstGeom prst="roundRect">
              <a:avLst>
                <a:gd name="adj" fmla="val 0"/>
              </a:avLst>
            </a:prstGeom>
            <a:solidFill>
              <a:srgbClr val="507CA1"/>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b="1" i="1" noProof="0">
                  <a:solidFill>
                    <a:schemeClr val="bg1"/>
                  </a:solidFill>
                </a:rPr>
                <a:t>Risk-Adjusted Improvement</a:t>
              </a:r>
            </a:p>
          </p:txBody>
        </p:sp>
        <p:sp>
          <p:nvSpPr>
            <p:cNvPr id="28" name="Oval 52">
              <a:extLst>
                <a:ext uri="{FF2B5EF4-FFF2-40B4-BE49-F238E27FC236}">
                  <a16:creationId xmlns:a16="http://schemas.microsoft.com/office/drawing/2014/main" id="{C902B37A-9713-0C38-C46B-9CC11C5268C7}"/>
                </a:ext>
              </a:extLst>
            </p:cNvPr>
            <p:cNvSpPr/>
            <p:nvPr/>
          </p:nvSpPr>
          <p:spPr bwMode="auto">
            <a:xfrm>
              <a:off x="7384546" y="1758160"/>
              <a:ext cx="396000" cy="396000"/>
            </a:xfrm>
            <a:prstGeom prst="ellipse">
              <a:avLst/>
            </a:prstGeom>
            <a:solidFill>
              <a:schemeClr val="accent1"/>
            </a:solidFill>
            <a:ln w="9525" cap="flat" cmpd="sng" algn="ctr">
              <a:noFill/>
              <a:prstDash val="solid"/>
              <a:round/>
              <a:headEnd type="none" w="med" len="med"/>
              <a:tailEnd type="none" w="med" len="med"/>
            </a:ln>
            <a:effectLst>
              <a:outerShdw blurRad="88900" sx="102000" sy="102000" algn="ctr" rotWithShape="0">
                <a:srgbClr val="1A5187">
                  <a:alpha val="20000"/>
                </a:srgbClr>
              </a:outerShdw>
            </a:effectLst>
          </p:spPr>
          <p:txBody>
            <a:bodyPr vert="horz" wrap="none" lIns="0" tIns="0" rIns="18288" bIns="1828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noProof="0">
                  <a:ln>
                    <a:noFill/>
                  </a:ln>
                  <a:solidFill>
                    <a:schemeClr val="bg1"/>
                  </a:solidFill>
                  <a:effectLst/>
                  <a:latin typeface="Arial" pitchFamily="34" charset="0"/>
                  <a:cs typeface="Arial" pitchFamily="34" charset="0"/>
                </a:rPr>
                <a:t>I</a:t>
              </a:r>
            </a:p>
          </p:txBody>
        </p:sp>
        <p:sp>
          <p:nvSpPr>
            <p:cNvPr id="29" name="Rounded Rectangle 122">
              <a:extLst>
                <a:ext uri="{FF2B5EF4-FFF2-40B4-BE49-F238E27FC236}">
                  <a16:creationId xmlns:a16="http://schemas.microsoft.com/office/drawing/2014/main" id="{02D9D2CA-63E4-D8C1-9A93-31170484D087}"/>
                </a:ext>
              </a:extLst>
            </p:cNvPr>
            <p:cNvSpPr/>
            <p:nvPr/>
          </p:nvSpPr>
          <p:spPr bwMode="auto">
            <a:xfrm>
              <a:off x="7652772" y="4154286"/>
              <a:ext cx="3155357" cy="221708"/>
            </a:xfrm>
            <a:prstGeom prst="roundRect">
              <a:avLst>
                <a:gd name="adj" fmla="val 0"/>
              </a:avLst>
            </a:prstGeom>
            <a:solidFill>
              <a:srgbClr val="84B6CA"/>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b="1" i="1" noProof="0">
                  <a:solidFill>
                    <a:schemeClr val="bg1"/>
                  </a:solidFill>
                </a:rPr>
                <a:t>Drawdown Reduction</a:t>
              </a:r>
            </a:p>
          </p:txBody>
        </p:sp>
        <p:sp>
          <p:nvSpPr>
            <p:cNvPr id="30" name="Oval 53">
              <a:extLst>
                <a:ext uri="{FF2B5EF4-FFF2-40B4-BE49-F238E27FC236}">
                  <a16:creationId xmlns:a16="http://schemas.microsoft.com/office/drawing/2014/main" id="{E2CD96D0-0662-2DAC-5367-71E7ABEDF747}"/>
                </a:ext>
              </a:extLst>
            </p:cNvPr>
            <p:cNvSpPr/>
            <p:nvPr/>
          </p:nvSpPr>
          <p:spPr bwMode="auto">
            <a:xfrm>
              <a:off x="7384579" y="2888132"/>
              <a:ext cx="396000" cy="396000"/>
            </a:xfrm>
            <a:prstGeom prst="ellipse">
              <a:avLst/>
            </a:prstGeom>
            <a:gradFill flip="none" rotWithShape="1">
              <a:gsLst>
                <a:gs pos="100000">
                  <a:srgbClr val="507CA1"/>
                </a:gs>
                <a:gs pos="0">
                  <a:srgbClr val="375F8A"/>
                </a:gs>
              </a:gsLst>
              <a:lin ang="5400000" scaled="1"/>
              <a:tileRect/>
            </a:gradFill>
            <a:ln w="9525" cap="flat" cmpd="sng" algn="ctr">
              <a:noFill/>
              <a:prstDash val="solid"/>
              <a:round/>
              <a:headEnd type="none" w="med" len="med"/>
              <a:tailEnd type="none" w="med" len="med"/>
            </a:ln>
            <a:effectLst>
              <a:outerShdw blurRad="88900" sx="102000" sy="102000" algn="ctr" rotWithShape="0">
                <a:srgbClr val="1A5187">
                  <a:alpha val="20000"/>
                </a:srgbClr>
              </a:outerShdw>
            </a:effectLst>
          </p:spPr>
          <p:txBody>
            <a:bodyPr vert="horz" wrap="none" lIns="0" tIns="0" rIns="18288" bIns="1828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noProof="0">
                  <a:ln>
                    <a:noFill/>
                  </a:ln>
                  <a:solidFill>
                    <a:schemeClr val="bg1"/>
                  </a:solidFill>
                  <a:effectLst/>
                  <a:latin typeface="Arial" pitchFamily="34" charset="0"/>
                  <a:cs typeface="Arial" pitchFamily="34" charset="0"/>
                </a:rPr>
                <a:t>II</a:t>
              </a:r>
            </a:p>
          </p:txBody>
        </p:sp>
        <p:sp>
          <p:nvSpPr>
            <p:cNvPr id="31" name="Oval 56">
              <a:extLst>
                <a:ext uri="{FF2B5EF4-FFF2-40B4-BE49-F238E27FC236}">
                  <a16:creationId xmlns:a16="http://schemas.microsoft.com/office/drawing/2014/main" id="{B3337035-6B84-6757-5588-4CA3336AC6C7}"/>
                </a:ext>
              </a:extLst>
            </p:cNvPr>
            <p:cNvSpPr/>
            <p:nvPr/>
          </p:nvSpPr>
          <p:spPr bwMode="auto">
            <a:xfrm>
              <a:off x="7384546" y="4043346"/>
              <a:ext cx="396000" cy="396000"/>
            </a:xfrm>
            <a:prstGeom prst="ellipse">
              <a:avLst/>
            </a:prstGeom>
            <a:gradFill>
              <a:gsLst>
                <a:gs pos="100000">
                  <a:srgbClr val="86B7CB"/>
                </a:gs>
                <a:gs pos="0">
                  <a:srgbClr val="76A6BF"/>
                </a:gs>
              </a:gsLst>
              <a:lin ang="5400000" scaled="1"/>
            </a:gradFill>
            <a:ln w="9525" cap="flat" cmpd="sng" algn="ctr">
              <a:noFill/>
              <a:prstDash val="solid"/>
              <a:round/>
              <a:headEnd type="none" w="med" len="med"/>
              <a:tailEnd type="none" w="med" len="med"/>
            </a:ln>
            <a:effectLst>
              <a:outerShdw blurRad="88900" sx="102000" sy="102000" algn="ctr" rotWithShape="0">
                <a:srgbClr val="1A5187">
                  <a:alpha val="20000"/>
                </a:srgbClr>
              </a:outerShdw>
            </a:effectLst>
          </p:spPr>
          <p:txBody>
            <a:bodyPr vert="horz" wrap="none" lIns="0" tIns="0" rIns="18288" bIns="1828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noProof="0">
                  <a:ln>
                    <a:noFill/>
                  </a:ln>
                  <a:solidFill>
                    <a:schemeClr val="bg1"/>
                  </a:solidFill>
                  <a:effectLst/>
                  <a:latin typeface="Arial" pitchFamily="34" charset="0"/>
                  <a:cs typeface="Arial" pitchFamily="34" charset="0"/>
                </a:rPr>
                <a:t>III</a:t>
              </a:r>
            </a:p>
          </p:txBody>
        </p:sp>
        <p:sp>
          <p:nvSpPr>
            <p:cNvPr id="32" name="Rectangle 51">
              <a:extLst>
                <a:ext uri="{FF2B5EF4-FFF2-40B4-BE49-F238E27FC236}">
                  <a16:creationId xmlns:a16="http://schemas.microsoft.com/office/drawing/2014/main" id="{426FE21C-D301-FB6B-A585-A674E688E5D5}"/>
                </a:ext>
              </a:extLst>
            </p:cNvPr>
            <p:cNvSpPr/>
            <p:nvPr/>
          </p:nvSpPr>
          <p:spPr bwMode="auto">
            <a:xfrm>
              <a:off x="7652775" y="5306438"/>
              <a:ext cx="3155357" cy="954639"/>
            </a:xfrm>
            <a:prstGeom prst="rect">
              <a:avLst/>
            </a:prstGeom>
            <a:solidFill>
              <a:schemeClr val="bg2"/>
            </a:solidFill>
            <a:ln w="9525" cap="flat" cmpd="sng" algn="ctr">
              <a:noFill/>
              <a:prstDash val="solid"/>
              <a:round/>
              <a:headEnd type="none" w="med" len="med"/>
              <a:tailEnd type="none" w="med" len="med"/>
            </a:ln>
            <a:effectLst/>
          </p:spPr>
          <p:txBody>
            <a:bodyPr vert="horz" wrap="none" lIns="0" tIns="216000" rIns="18288" bIns="18288" numCol="1" rtlCol="0" anchor="ctr" anchorCtr="0" compatLnSpc="1">
              <a:prstTxWarp prst="textNoShape">
                <a:avLst/>
              </a:prstTxWarp>
            </a:bodyPr>
            <a:lstStyle/>
            <a:p>
              <a:pPr algn="ctr" defTabSz="914400" fontAlgn="base">
                <a:spcBef>
                  <a:spcPct val="0"/>
                </a:spcBef>
                <a:spcAft>
                  <a:spcPct val="0"/>
                </a:spcAft>
                <a:defRPr/>
              </a:pPr>
              <a:r>
                <a:rPr lang="en-US" sz="1200" noProof="0"/>
                <a:t>The correlation between the Factor </a:t>
              </a:r>
            </a:p>
            <a:p>
              <a:pPr algn="ctr" defTabSz="914400" fontAlgn="base">
                <a:spcBef>
                  <a:spcPct val="0"/>
                </a:spcBef>
                <a:spcAft>
                  <a:spcPct val="0"/>
                </a:spcAft>
                <a:defRPr/>
              </a:pPr>
              <a:r>
                <a:rPr lang="en-US" sz="1200" noProof="0"/>
                <a:t>Momentum strategy and the 60/40 Portfolio is</a:t>
              </a:r>
            </a:p>
            <a:p>
              <a:pPr algn="ctr" defTabSz="914400" fontAlgn="base">
                <a:spcBef>
                  <a:spcPct val="0"/>
                </a:spcBef>
                <a:spcAft>
                  <a:spcPct val="0"/>
                </a:spcAft>
                <a:defRPr/>
              </a:pPr>
              <a:r>
                <a:rPr lang="en-US" sz="1200" noProof="0"/>
                <a:t>negative, equal to </a:t>
              </a:r>
              <a:r>
                <a:rPr lang="en-US" sz="1200" b="1" noProof="0"/>
                <a:t>-0.034</a:t>
              </a:r>
              <a:r>
                <a:rPr lang="en-US" sz="1200" noProof="0"/>
                <a:t>.</a:t>
              </a:r>
            </a:p>
          </p:txBody>
        </p:sp>
        <p:sp>
          <p:nvSpPr>
            <p:cNvPr id="33" name="Rounded Rectangle 122">
              <a:extLst>
                <a:ext uri="{FF2B5EF4-FFF2-40B4-BE49-F238E27FC236}">
                  <a16:creationId xmlns:a16="http://schemas.microsoft.com/office/drawing/2014/main" id="{F44024F5-7CE5-6802-ECFE-2DD76EA70998}"/>
                </a:ext>
              </a:extLst>
            </p:cNvPr>
            <p:cNvSpPr/>
            <p:nvPr/>
          </p:nvSpPr>
          <p:spPr bwMode="auto">
            <a:xfrm>
              <a:off x="7652772" y="5309091"/>
              <a:ext cx="3155357" cy="221708"/>
            </a:xfrm>
            <a:prstGeom prst="roundRect">
              <a:avLst>
                <a:gd name="adj" fmla="val 0"/>
              </a:avLst>
            </a:prstGeom>
            <a:solidFill>
              <a:srgbClr val="A5C7DF"/>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b="1" i="1" noProof="0">
                  <a:solidFill>
                    <a:schemeClr val="bg1"/>
                  </a:solidFill>
                </a:rPr>
                <a:t>Correlation</a:t>
              </a:r>
            </a:p>
          </p:txBody>
        </p:sp>
        <p:sp>
          <p:nvSpPr>
            <p:cNvPr id="34" name="Oval 57">
              <a:extLst>
                <a:ext uri="{FF2B5EF4-FFF2-40B4-BE49-F238E27FC236}">
                  <a16:creationId xmlns:a16="http://schemas.microsoft.com/office/drawing/2014/main" id="{DE5065DD-BE3B-3F33-2B25-00F4A468DEB0}"/>
                </a:ext>
              </a:extLst>
            </p:cNvPr>
            <p:cNvSpPr/>
            <p:nvPr/>
          </p:nvSpPr>
          <p:spPr bwMode="auto">
            <a:xfrm>
              <a:off x="7384547" y="5195053"/>
              <a:ext cx="396000" cy="396000"/>
            </a:xfrm>
            <a:prstGeom prst="ellipse">
              <a:avLst/>
            </a:prstGeom>
            <a:gradFill flip="none" rotWithShape="1">
              <a:gsLst>
                <a:gs pos="100000">
                  <a:srgbClr val="A6C7DF"/>
                </a:gs>
                <a:gs pos="0">
                  <a:srgbClr val="9BC1D8"/>
                </a:gs>
              </a:gsLst>
              <a:lin ang="5400000" scaled="1"/>
              <a:tileRect/>
            </a:gradFill>
            <a:ln w="7620" cap="flat" cmpd="sng" algn="ctr">
              <a:noFill/>
              <a:prstDash val="solid"/>
              <a:round/>
              <a:headEnd type="none" w="med" len="med"/>
              <a:tailEnd type="none" w="med" len="med"/>
            </a:ln>
            <a:effectLst>
              <a:outerShdw blurRad="88900" sx="102000" sy="102000" algn="ctr" rotWithShape="0">
                <a:srgbClr val="1A5187">
                  <a:alpha val="20000"/>
                </a:srgbClr>
              </a:outerShdw>
            </a:effectLst>
          </p:spPr>
          <p:txBody>
            <a:bodyPr vert="horz" wrap="none" lIns="0" tIns="0" rIns="18288" bIns="1828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noProof="0">
                  <a:ln>
                    <a:noFill/>
                  </a:ln>
                  <a:solidFill>
                    <a:schemeClr val="bg1"/>
                  </a:solidFill>
                  <a:effectLst/>
                  <a:latin typeface="Arial" pitchFamily="34" charset="0"/>
                  <a:cs typeface="Arial" pitchFamily="34" charset="0"/>
                </a:rPr>
                <a:t>IV</a:t>
              </a:r>
            </a:p>
          </p:txBody>
        </p:sp>
      </p:grpSp>
    </p:spTree>
    <p:extLst>
      <p:ext uri="{BB962C8B-B14F-4D97-AF65-F5344CB8AC3E}">
        <p14:creationId xmlns:p14="http://schemas.microsoft.com/office/powerpoint/2010/main" val="10148257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EA3E0F41-8AD0-44EB-FF66-E97F2439A896}"/>
            </a:ext>
          </a:extLst>
        </p:cNvPr>
        <p:cNvGrpSpPr/>
        <p:nvPr/>
      </p:nvGrpSpPr>
      <p:grpSpPr>
        <a:xfrm>
          <a:off x="0" y="0"/>
          <a:ext cx="0" cy="0"/>
          <a:chOff x="0" y="0"/>
          <a:chExt cx="0" cy="0"/>
        </a:xfrm>
      </p:grpSpPr>
      <p:sp>
        <p:nvSpPr>
          <p:cNvPr id="10" name="Rettangolo 9">
            <a:extLst>
              <a:ext uri="{FF2B5EF4-FFF2-40B4-BE49-F238E27FC236}">
                <a16:creationId xmlns:a16="http://schemas.microsoft.com/office/drawing/2014/main" id="{10A2C54A-51A6-7634-D8C0-21C959EDED84}"/>
              </a:ext>
            </a:extLst>
          </p:cNvPr>
          <p:cNvSpPr/>
          <p:nvPr/>
        </p:nvSpPr>
        <p:spPr>
          <a:xfrm>
            <a:off x="6133495" y="4673794"/>
            <a:ext cx="5629123" cy="1903273"/>
          </a:xfrm>
          <a:prstGeom prst="rect">
            <a:avLst/>
          </a:prstGeom>
          <a:pattFill prst="dkDnDiag">
            <a:fgClr>
              <a:schemeClr val="bg2"/>
            </a:fgClr>
            <a:bgClr>
              <a:schemeClr val="bg1"/>
            </a:bgClr>
          </a:patt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 name="Rettangolo 8">
            <a:extLst>
              <a:ext uri="{FF2B5EF4-FFF2-40B4-BE49-F238E27FC236}">
                <a16:creationId xmlns:a16="http://schemas.microsoft.com/office/drawing/2014/main" id="{CB639A39-D5C4-3974-3880-2690D995088D}"/>
              </a:ext>
            </a:extLst>
          </p:cNvPr>
          <p:cNvSpPr/>
          <p:nvPr/>
        </p:nvSpPr>
        <p:spPr>
          <a:xfrm>
            <a:off x="391885" y="4454726"/>
            <a:ext cx="5629123" cy="2122342"/>
          </a:xfrm>
          <a:prstGeom prst="rect">
            <a:avLst/>
          </a:prstGeom>
          <a:pattFill prst="dkDnDiag">
            <a:fgClr>
              <a:schemeClr val="bg2"/>
            </a:fgClr>
            <a:bgClr>
              <a:schemeClr val="bg1"/>
            </a:bgClr>
          </a:patt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Rettangolo 4">
            <a:extLst>
              <a:ext uri="{FF2B5EF4-FFF2-40B4-BE49-F238E27FC236}">
                <a16:creationId xmlns:a16="http://schemas.microsoft.com/office/drawing/2014/main" id="{B7CCB0AE-5752-CE83-CED2-8D6D7F5D55B6}"/>
              </a:ext>
            </a:extLst>
          </p:cNvPr>
          <p:cNvSpPr/>
          <p:nvPr/>
        </p:nvSpPr>
        <p:spPr>
          <a:xfrm>
            <a:off x="391886" y="1907873"/>
            <a:ext cx="5629123" cy="2287782"/>
          </a:xfrm>
          <a:prstGeom prst="rect">
            <a:avLst/>
          </a:prstGeom>
          <a:pattFill prst="dkDnDiag">
            <a:fgClr>
              <a:schemeClr val="bg2"/>
            </a:fgClr>
            <a:bgClr>
              <a:schemeClr val="bg1"/>
            </a:bgClr>
          </a:patt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Rettangolo 5">
            <a:extLst>
              <a:ext uri="{FF2B5EF4-FFF2-40B4-BE49-F238E27FC236}">
                <a16:creationId xmlns:a16="http://schemas.microsoft.com/office/drawing/2014/main" id="{8E972270-8E43-6A1A-8CAF-FB8E614E9545}"/>
              </a:ext>
            </a:extLst>
          </p:cNvPr>
          <p:cNvSpPr/>
          <p:nvPr/>
        </p:nvSpPr>
        <p:spPr>
          <a:xfrm>
            <a:off x="6133493" y="1901154"/>
            <a:ext cx="5629123" cy="2287783"/>
          </a:xfrm>
          <a:prstGeom prst="rect">
            <a:avLst/>
          </a:prstGeom>
          <a:pattFill prst="dkDnDiag">
            <a:fgClr>
              <a:schemeClr val="bg2"/>
            </a:fgClr>
            <a:bgClr>
              <a:schemeClr val="bg1"/>
            </a:bgClr>
          </a:patt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7" name="Text Placeholder 6">
            <a:extLst>
              <a:ext uri="{FF2B5EF4-FFF2-40B4-BE49-F238E27FC236}">
                <a16:creationId xmlns:a16="http://schemas.microsoft.com/office/drawing/2014/main" id="{5BBA64EC-D1FF-98CF-4978-7810675E3E3A}"/>
              </a:ext>
            </a:extLst>
          </p:cNvPr>
          <p:cNvSpPr>
            <a:spLocks noGrp="1"/>
          </p:cNvSpPr>
          <p:nvPr>
            <p:ph type="body" sz="quarter" idx="13"/>
          </p:nvPr>
        </p:nvSpPr>
        <p:spPr/>
        <p:txBody>
          <a:bodyPr/>
          <a:lstStyle/>
          <a:p>
            <a:r>
              <a:rPr lang="en-US" noProof="0"/>
              <a:t>Part 1 (Factor level) – Performance &amp; Robustness Checks</a:t>
            </a:r>
          </a:p>
        </p:txBody>
      </p:sp>
      <p:sp>
        <p:nvSpPr>
          <p:cNvPr id="8" name="Rectangle 7">
            <a:extLst>
              <a:ext uri="{FF2B5EF4-FFF2-40B4-BE49-F238E27FC236}">
                <a16:creationId xmlns:a16="http://schemas.microsoft.com/office/drawing/2014/main" id="{5F800130-28F2-605E-5840-573C57FDADDD}"/>
              </a:ext>
            </a:extLst>
          </p:cNvPr>
          <p:cNvSpPr/>
          <p:nvPr/>
        </p:nvSpPr>
        <p:spPr>
          <a:xfrm>
            <a:off x="391886" y="881744"/>
            <a:ext cx="11370732"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rPr>
              <a:t>Going into Part Two</a:t>
            </a:r>
          </a:p>
        </p:txBody>
      </p:sp>
      <p:sp>
        <p:nvSpPr>
          <p:cNvPr id="11" name="Rectangle 10">
            <a:extLst>
              <a:ext uri="{FF2B5EF4-FFF2-40B4-BE49-F238E27FC236}">
                <a16:creationId xmlns:a16="http://schemas.microsoft.com/office/drawing/2014/main" id="{B7A38963-8A9F-19B9-BCEF-5462756853EB}"/>
              </a:ext>
            </a:extLst>
          </p:cNvPr>
          <p:cNvSpPr/>
          <p:nvPr/>
        </p:nvSpPr>
        <p:spPr>
          <a:xfrm>
            <a:off x="391886" y="2191785"/>
            <a:ext cx="5629122" cy="17065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r>
              <a:rPr lang="en-US" sz="1200" noProof="0">
                <a:solidFill>
                  <a:schemeClr val="tx1"/>
                </a:solidFill>
              </a:rPr>
              <a:t>We advise against deploying the fully replicated Long/Short Arnott et al. (2023) strategy as a standalone alpha generating strategy.</a:t>
            </a:r>
          </a:p>
          <a:p>
            <a:pPr marL="285750" indent="-285750">
              <a:lnSpc>
                <a:spcPct val="150000"/>
              </a:lnSpc>
              <a:buFont typeface="Arial" panose="020B0604020202020204" pitchFamily="34" charset="0"/>
              <a:buChar char="•"/>
            </a:pPr>
            <a:r>
              <a:rPr lang="en-US" sz="1200" b="1" noProof="0">
                <a:solidFill>
                  <a:schemeClr val="tx1"/>
                </a:solidFill>
              </a:rPr>
              <a:t>Reasoning</a:t>
            </a:r>
            <a:r>
              <a:rPr lang="en-US" sz="1200" noProof="0">
                <a:solidFill>
                  <a:schemeClr val="tx1"/>
                </a:solidFill>
              </a:rPr>
              <a:t>: The structural alpha decay post-2000 (Sharpe Ratio declining from 1.09 to 0.33) implies that the strategy, in its raw form, likely cannot overcome the transaction costs associated with high-turnover shorting.</a:t>
            </a:r>
          </a:p>
        </p:txBody>
      </p:sp>
      <p:sp>
        <p:nvSpPr>
          <p:cNvPr id="2" name="Rectangle 10">
            <a:extLst>
              <a:ext uri="{FF2B5EF4-FFF2-40B4-BE49-F238E27FC236}">
                <a16:creationId xmlns:a16="http://schemas.microsoft.com/office/drawing/2014/main" id="{B2C70D45-C1FB-CD33-848A-B5F65FBD142A}"/>
              </a:ext>
            </a:extLst>
          </p:cNvPr>
          <p:cNvSpPr/>
          <p:nvPr/>
        </p:nvSpPr>
        <p:spPr>
          <a:xfrm>
            <a:off x="391879" y="4720038"/>
            <a:ext cx="5666621" cy="18107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r>
              <a:rPr lang="en-US" sz="1200" b="1" noProof="0">
                <a:solidFill>
                  <a:schemeClr val="tx1"/>
                </a:solidFill>
              </a:rPr>
              <a:t>Sizing:</a:t>
            </a:r>
            <a:r>
              <a:rPr lang="en-US" sz="1200" noProof="0">
                <a:solidFill>
                  <a:schemeClr val="tx1"/>
                </a:solidFill>
              </a:rPr>
              <a:t> The strategy should be sized as a tail-risk hedge rather than a core equity replacement.</a:t>
            </a:r>
          </a:p>
          <a:p>
            <a:pPr marL="285750" indent="-285750">
              <a:lnSpc>
                <a:spcPct val="150000"/>
              </a:lnSpc>
              <a:buFont typeface="Arial" panose="020B0604020202020204" pitchFamily="34" charset="0"/>
              <a:buChar char="•"/>
            </a:pPr>
            <a:r>
              <a:rPr lang="en-US" sz="1200" noProof="0">
                <a:solidFill>
                  <a:schemeClr val="tx1"/>
                </a:solidFill>
              </a:rPr>
              <a:t>It demonstrates unique resilience during market stress, delivering returns during the GFC (+2.8%) and the COVID-19 crash (+7.2%).</a:t>
            </a:r>
          </a:p>
          <a:p>
            <a:pPr marL="285750" indent="-285750">
              <a:lnSpc>
                <a:spcPct val="150000"/>
              </a:lnSpc>
              <a:buFont typeface="Arial" panose="020B0604020202020204" pitchFamily="34" charset="0"/>
              <a:buChar char="•"/>
            </a:pPr>
            <a:r>
              <a:rPr lang="en-US" sz="1200" b="1" noProof="0">
                <a:solidFill>
                  <a:schemeClr val="tx1"/>
                </a:solidFill>
              </a:rPr>
              <a:t>Correlation:</a:t>
            </a:r>
            <a:r>
              <a:rPr lang="en-US" sz="1200" noProof="0">
                <a:solidFill>
                  <a:schemeClr val="tx1"/>
                </a:solidFill>
              </a:rPr>
              <a:t> -0.034 to the 60/40 portfolio → it provides genuine diversification benefits.</a:t>
            </a:r>
          </a:p>
          <a:p>
            <a:pPr marL="285750" indent="-285750">
              <a:buFont typeface="Arial" panose="020B0604020202020204" pitchFamily="34" charset="0"/>
              <a:buChar char="•"/>
            </a:pPr>
            <a:endParaRPr lang="en-US" sz="1400" noProof="0">
              <a:solidFill>
                <a:schemeClr val="tx1"/>
              </a:solidFill>
            </a:endParaRPr>
          </a:p>
          <a:p>
            <a:pPr marL="285750" indent="-285750">
              <a:buFont typeface="Arial" panose="020B0604020202020204" pitchFamily="34" charset="0"/>
              <a:buChar char="•"/>
            </a:pPr>
            <a:endParaRPr lang="en-US" sz="1400" noProof="0">
              <a:solidFill>
                <a:schemeClr val="tx1"/>
              </a:solidFill>
            </a:endParaRPr>
          </a:p>
          <a:p>
            <a:pPr marL="285750" indent="-285750">
              <a:buFont typeface="Arial" panose="020B0604020202020204" pitchFamily="34" charset="0"/>
              <a:buChar char="•"/>
            </a:pPr>
            <a:endParaRPr lang="en-US" sz="1400" noProof="0">
              <a:solidFill>
                <a:schemeClr val="tx1"/>
              </a:solidFill>
            </a:endParaRPr>
          </a:p>
          <a:p>
            <a:pPr>
              <a:lnSpc>
                <a:spcPct val="150000"/>
              </a:lnSpc>
            </a:pPr>
            <a:endParaRPr lang="en-US" sz="1400" noProof="0">
              <a:solidFill>
                <a:schemeClr val="tx1"/>
              </a:solidFill>
            </a:endParaRPr>
          </a:p>
        </p:txBody>
      </p:sp>
      <p:sp>
        <p:nvSpPr>
          <p:cNvPr id="3" name="Rectangle 10">
            <a:extLst>
              <a:ext uri="{FF2B5EF4-FFF2-40B4-BE49-F238E27FC236}">
                <a16:creationId xmlns:a16="http://schemas.microsoft.com/office/drawing/2014/main" id="{8AB762A3-5A16-F89F-3B79-9A3CF9B8DA2E}"/>
              </a:ext>
            </a:extLst>
          </p:cNvPr>
          <p:cNvSpPr/>
          <p:nvPr/>
        </p:nvSpPr>
        <p:spPr>
          <a:xfrm>
            <a:off x="6148045" y="4743668"/>
            <a:ext cx="5600018" cy="17750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r>
              <a:rPr lang="en-US" sz="1200" b="1" noProof="0">
                <a:solidFill>
                  <a:schemeClr val="tx1"/>
                </a:solidFill>
              </a:rPr>
              <a:t>Universe: </a:t>
            </a:r>
            <a:r>
              <a:rPr lang="en-US" sz="1200" noProof="0">
                <a:solidFill>
                  <a:schemeClr val="tx1"/>
                </a:solidFill>
              </a:rPr>
              <a:t>The attempt to select a "unique" subset of factors resulted in underperformance, suggesting that broad diversification is required to capture the momentum premium effectively.</a:t>
            </a:r>
          </a:p>
          <a:p>
            <a:pPr marL="285750" indent="-285750">
              <a:lnSpc>
                <a:spcPct val="150000"/>
              </a:lnSpc>
              <a:buFont typeface="Arial" panose="020B0604020202020204" pitchFamily="34" charset="0"/>
              <a:buChar char="•"/>
            </a:pPr>
            <a:r>
              <a:rPr lang="en-US" sz="1200" b="1" noProof="0">
                <a:solidFill>
                  <a:schemeClr val="tx1"/>
                </a:solidFill>
              </a:rPr>
              <a:t>Timing: </a:t>
            </a:r>
            <a:r>
              <a:rPr lang="en-US" sz="1200" noProof="0">
                <a:solidFill>
                  <a:schemeClr val="tx1"/>
                </a:solidFill>
              </a:rPr>
              <a:t>Our robustness checks show that a 1-month lag completely erodes the outperformance, while the 1-day lag harms it marginally, necessitating a strict rebalancing schedule.</a:t>
            </a:r>
            <a:endParaRPr lang="en-US" sz="1400" noProof="0">
              <a:solidFill>
                <a:schemeClr val="tx1"/>
              </a:solidFill>
            </a:endParaRPr>
          </a:p>
        </p:txBody>
      </p:sp>
      <p:sp>
        <p:nvSpPr>
          <p:cNvPr id="13" name="Freeform: Shape 122">
            <a:extLst>
              <a:ext uri="{FF2B5EF4-FFF2-40B4-BE49-F238E27FC236}">
                <a16:creationId xmlns:a16="http://schemas.microsoft.com/office/drawing/2014/main" id="{BBDC117C-1844-4FCC-1749-D9CC13102513}"/>
              </a:ext>
            </a:extLst>
          </p:cNvPr>
          <p:cNvSpPr/>
          <p:nvPr/>
        </p:nvSpPr>
        <p:spPr bwMode="auto">
          <a:xfrm rot="5400000">
            <a:off x="3148740" y="-1215017"/>
            <a:ext cx="361093" cy="5874808"/>
          </a:xfrm>
          <a:custGeom>
            <a:avLst/>
            <a:gdLst>
              <a:gd name="connsiteX0" fmla="*/ 375 w 361093"/>
              <a:gd name="connsiteY0" fmla="*/ 3656409 h 3656409"/>
              <a:gd name="connsiteX1" fmla="*/ 375 w 361093"/>
              <a:gd name="connsiteY1" fmla="*/ 151212 h 3656409"/>
              <a:gd name="connsiteX2" fmla="*/ 360375 w 361093"/>
              <a:gd name="connsiteY2" fmla="*/ 151212 h 3656409"/>
              <a:gd name="connsiteX3" fmla="*/ 360375 w 361093"/>
              <a:gd name="connsiteY3" fmla="*/ 3656409 h 3656409"/>
              <a:gd name="connsiteX4" fmla="*/ 0 w 361093"/>
              <a:gd name="connsiteY4" fmla="*/ 151211 h 3656409"/>
              <a:gd name="connsiteX5" fmla="*/ 0 w 361093"/>
              <a:gd name="connsiteY5" fmla="*/ 146343 h 3656409"/>
              <a:gd name="connsiteX6" fmla="*/ 180375 w 361093"/>
              <a:gd name="connsiteY6" fmla="*/ 0 h 3656409"/>
              <a:gd name="connsiteX7" fmla="*/ 361093 w 361093"/>
              <a:gd name="connsiteY7" fmla="*/ 146622 h 3656409"/>
              <a:gd name="connsiteX8" fmla="*/ 361093 w 361093"/>
              <a:gd name="connsiteY8" fmla="*/ 151211 h 365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093" h="3656409">
                <a:moveTo>
                  <a:pt x="375" y="3656409"/>
                </a:moveTo>
                <a:lnTo>
                  <a:pt x="375" y="151212"/>
                </a:lnTo>
                <a:lnTo>
                  <a:pt x="360375" y="151212"/>
                </a:lnTo>
                <a:lnTo>
                  <a:pt x="360375" y="3656409"/>
                </a:lnTo>
                <a:close/>
                <a:moveTo>
                  <a:pt x="0" y="151211"/>
                </a:moveTo>
                <a:lnTo>
                  <a:pt x="0" y="146343"/>
                </a:lnTo>
                <a:lnTo>
                  <a:pt x="180375" y="0"/>
                </a:lnTo>
                <a:lnTo>
                  <a:pt x="361093" y="146622"/>
                </a:lnTo>
                <a:lnTo>
                  <a:pt x="361093" y="151211"/>
                </a:lnTo>
                <a:close/>
              </a:path>
            </a:pathLst>
          </a:custGeom>
          <a:gradFill flip="none" rotWithShape="1">
            <a:gsLst>
              <a:gs pos="0">
                <a:srgbClr val="113981"/>
              </a:gs>
              <a:gs pos="0">
                <a:srgbClr val="1848A0"/>
              </a:gs>
              <a:gs pos="0">
                <a:schemeClr val="accent1">
                  <a:lumMod val="60000"/>
                  <a:lumOff val="40000"/>
                </a:schemeClr>
              </a:gs>
              <a:gs pos="46000">
                <a:schemeClr val="accent1"/>
              </a:gs>
              <a:gs pos="82000">
                <a:schemeClr val="accent1"/>
              </a:gs>
              <a:gs pos="100000">
                <a:schemeClr val="accent1">
                  <a:lumMod val="75000"/>
                </a:schemeClr>
              </a:gs>
            </a:gsLst>
            <a:lin ang="5400000" scaled="1"/>
            <a:tileRect/>
          </a:gradFill>
          <a:ln w="9525" cap="flat" cmpd="sng" algn="ctr">
            <a:noFill/>
            <a:prstDash val="solid"/>
            <a:round/>
            <a:headEnd type="none" w="med" len="med"/>
            <a:tailEnd type="none" w="med" len="med"/>
          </a:ln>
          <a:effectLst/>
        </p:spPr>
        <p:txBody>
          <a:bodyPr vert="vert270" wrap="square" lIns="0" tIns="0" rIns="18288" bIns="18288" numCol="1" rtlCol="0" anchor="ctr" anchorCtr="0" compatLnSpc="1">
            <a:prstTxWarp prst="textNoShape">
              <a:avLst/>
            </a:prstTxWarp>
            <a:noAutofit/>
          </a:bodyPr>
          <a:lstStyle/>
          <a:p>
            <a:pPr algn="ctr" fontAlgn="base">
              <a:spcBef>
                <a:spcPct val="0"/>
              </a:spcBef>
              <a:spcAft>
                <a:spcPct val="0"/>
              </a:spcAft>
            </a:pPr>
            <a:r>
              <a:rPr lang="en-US" sz="1200" b="1" noProof="0">
                <a:solidFill>
                  <a:schemeClr val="bg1"/>
                </a:solidFill>
              </a:rPr>
              <a:t>1) Rejection of Pure Replication (Long/Short):</a:t>
            </a:r>
          </a:p>
        </p:txBody>
      </p:sp>
      <p:sp>
        <p:nvSpPr>
          <p:cNvPr id="15" name="Freeform: Shape 122">
            <a:extLst>
              <a:ext uri="{FF2B5EF4-FFF2-40B4-BE49-F238E27FC236}">
                <a16:creationId xmlns:a16="http://schemas.microsoft.com/office/drawing/2014/main" id="{170A29E8-A69D-AD28-ADDF-B3BE5E740A82}"/>
              </a:ext>
            </a:extLst>
          </p:cNvPr>
          <p:cNvSpPr/>
          <p:nvPr/>
        </p:nvSpPr>
        <p:spPr bwMode="auto">
          <a:xfrm rot="5400000">
            <a:off x="3148737" y="1555844"/>
            <a:ext cx="361093" cy="5874808"/>
          </a:xfrm>
          <a:custGeom>
            <a:avLst/>
            <a:gdLst>
              <a:gd name="connsiteX0" fmla="*/ 375 w 361093"/>
              <a:gd name="connsiteY0" fmla="*/ 3656409 h 3656409"/>
              <a:gd name="connsiteX1" fmla="*/ 375 w 361093"/>
              <a:gd name="connsiteY1" fmla="*/ 151212 h 3656409"/>
              <a:gd name="connsiteX2" fmla="*/ 360375 w 361093"/>
              <a:gd name="connsiteY2" fmla="*/ 151212 h 3656409"/>
              <a:gd name="connsiteX3" fmla="*/ 360375 w 361093"/>
              <a:gd name="connsiteY3" fmla="*/ 3656409 h 3656409"/>
              <a:gd name="connsiteX4" fmla="*/ 0 w 361093"/>
              <a:gd name="connsiteY4" fmla="*/ 151211 h 3656409"/>
              <a:gd name="connsiteX5" fmla="*/ 0 w 361093"/>
              <a:gd name="connsiteY5" fmla="*/ 146343 h 3656409"/>
              <a:gd name="connsiteX6" fmla="*/ 180375 w 361093"/>
              <a:gd name="connsiteY6" fmla="*/ 0 h 3656409"/>
              <a:gd name="connsiteX7" fmla="*/ 361093 w 361093"/>
              <a:gd name="connsiteY7" fmla="*/ 146622 h 3656409"/>
              <a:gd name="connsiteX8" fmla="*/ 361093 w 361093"/>
              <a:gd name="connsiteY8" fmla="*/ 151211 h 365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093" h="3656409">
                <a:moveTo>
                  <a:pt x="375" y="3656409"/>
                </a:moveTo>
                <a:lnTo>
                  <a:pt x="375" y="151212"/>
                </a:lnTo>
                <a:lnTo>
                  <a:pt x="360375" y="151212"/>
                </a:lnTo>
                <a:lnTo>
                  <a:pt x="360375" y="3656409"/>
                </a:lnTo>
                <a:close/>
                <a:moveTo>
                  <a:pt x="0" y="151211"/>
                </a:moveTo>
                <a:lnTo>
                  <a:pt x="0" y="146343"/>
                </a:lnTo>
                <a:lnTo>
                  <a:pt x="180375" y="0"/>
                </a:lnTo>
                <a:lnTo>
                  <a:pt x="361093" y="146622"/>
                </a:lnTo>
                <a:lnTo>
                  <a:pt x="361093" y="151211"/>
                </a:lnTo>
                <a:close/>
              </a:path>
            </a:pathLst>
          </a:custGeom>
          <a:gradFill flip="none" rotWithShape="1">
            <a:gsLst>
              <a:gs pos="0">
                <a:srgbClr val="113981"/>
              </a:gs>
              <a:gs pos="0">
                <a:srgbClr val="1848A0"/>
              </a:gs>
              <a:gs pos="0">
                <a:schemeClr val="accent1">
                  <a:lumMod val="60000"/>
                  <a:lumOff val="40000"/>
                </a:schemeClr>
              </a:gs>
              <a:gs pos="46000">
                <a:schemeClr val="accent1"/>
              </a:gs>
              <a:gs pos="82000">
                <a:schemeClr val="accent1"/>
              </a:gs>
              <a:gs pos="100000">
                <a:schemeClr val="accent1">
                  <a:lumMod val="75000"/>
                </a:schemeClr>
              </a:gs>
            </a:gsLst>
            <a:lin ang="5400000" scaled="1"/>
            <a:tileRect/>
          </a:gradFill>
          <a:ln w="9525" cap="flat" cmpd="sng" algn="ctr">
            <a:noFill/>
            <a:prstDash val="solid"/>
            <a:round/>
            <a:headEnd type="none" w="med" len="med"/>
            <a:tailEnd type="none" w="med" len="med"/>
          </a:ln>
          <a:effectLst/>
        </p:spPr>
        <p:txBody>
          <a:bodyPr vert="vert270" wrap="square" lIns="0" tIns="0" rIns="18288" bIns="18288" numCol="1" rtlCol="0" anchor="ctr" anchorCtr="0" compatLnSpc="1">
            <a:prstTxWarp prst="textNoShape">
              <a:avLst/>
            </a:prstTxWarp>
            <a:noAutofit/>
          </a:bodyPr>
          <a:lstStyle/>
          <a:p>
            <a:pPr algn="ctr" fontAlgn="base">
              <a:spcBef>
                <a:spcPct val="0"/>
              </a:spcBef>
              <a:spcAft>
                <a:spcPct val="0"/>
              </a:spcAft>
            </a:pPr>
            <a:r>
              <a:rPr lang="en-US" sz="1200" b="1" noProof="0">
                <a:solidFill>
                  <a:schemeClr val="bg1"/>
                </a:solidFill>
              </a:rPr>
              <a:t>3) Portfolio Role - Crisis Diversifier:</a:t>
            </a:r>
          </a:p>
        </p:txBody>
      </p:sp>
      <p:sp>
        <p:nvSpPr>
          <p:cNvPr id="16" name="Freeform: Shape 125">
            <a:extLst>
              <a:ext uri="{FF2B5EF4-FFF2-40B4-BE49-F238E27FC236}">
                <a16:creationId xmlns:a16="http://schemas.microsoft.com/office/drawing/2014/main" id="{160366D3-D8E7-4965-9958-F1720056793E}"/>
              </a:ext>
            </a:extLst>
          </p:cNvPr>
          <p:cNvSpPr/>
          <p:nvPr/>
        </p:nvSpPr>
        <p:spPr bwMode="auto">
          <a:xfrm>
            <a:off x="6133493" y="1540746"/>
            <a:ext cx="5629123" cy="360000"/>
          </a:xfrm>
          <a:custGeom>
            <a:avLst/>
            <a:gdLst>
              <a:gd name="connsiteX0" fmla="*/ 4706 w 3572359"/>
              <a:gd name="connsiteY0" fmla="*/ 0 h 360000"/>
              <a:gd name="connsiteX1" fmla="*/ 3572359 w 3572359"/>
              <a:gd name="connsiteY1" fmla="*/ 0 h 360000"/>
              <a:gd name="connsiteX2" fmla="*/ 3572359 w 3572359"/>
              <a:gd name="connsiteY2" fmla="*/ 360000 h 360000"/>
              <a:gd name="connsiteX3" fmla="*/ 0 w 3572359"/>
              <a:gd name="connsiteY3" fmla="*/ 360000 h 360000"/>
              <a:gd name="connsiteX4" fmla="*/ 0 w 3572359"/>
              <a:gd name="connsiteY4" fmla="*/ 356701 h 360000"/>
              <a:gd name="connsiteX5" fmla="*/ 147054 w 3572359"/>
              <a:gd name="connsiteY5" fmla="*/ 175451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2359" h="360000">
                <a:moveTo>
                  <a:pt x="4706" y="0"/>
                </a:moveTo>
                <a:lnTo>
                  <a:pt x="3572359" y="0"/>
                </a:lnTo>
                <a:lnTo>
                  <a:pt x="3572359" y="360000"/>
                </a:lnTo>
                <a:lnTo>
                  <a:pt x="0" y="360000"/>
                </a:lnTo>
                <a:lnTo>
                  <a:pt x="0" y="356701"/>
                </a:lnTo>
                <a:lnTo>
                  <a:pt x="147054" y="175451"/>
                </a:lnTo>
                <a:close/>
              </a:path>
            </a:pathLst>
          </a:custGeom>
          <a:gradFill flip="none" rotWithShape="1">
            <a:gsLst>
              <a:gs pos="0">
                <a:srgbClr val="113981"/>
              </a:gs>
              <a:gs pos="19000">
                <a:srgbClr val="1848A0"/>
              </a:gs>
              <a:gs pos="0">
                <a:schemeClr val="accent1">
                  <a:lumMod val="40000"/>
                  <a:lumOff val="60000"/>
                </a:schemeClr>
              </a:gs>
              <a:gs pos="100000">
                <a:schemeClr val="accent1"/>
              </a:gs>
              <a:gs pos="100000">
                <a:schemeClr val="accent1"/>
              </a:gs>
              <a:gs pos="100000">
                <a:schemeClr val="accent1">
                  <a:lumMod val="75000"/>
                </a:schemeClr>
              </a:gs>
            </a:gsLst>
            <a:lin ang="1080000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b="1" noProof="0">
                <a:solidFill>
                  <a:schemeClr val="bg1"/>
                </a:solidFill>
                <a:latin typeface="Arial" pitchFamily="34" charset="0"/>
                <a:cs typeface="Arial" pitchFamily="34" charset="0"/>
              </a:rPr>
              <a:t>2) Strategic Pivot: Long-Only Implementation:</a:t>
            </a:r>
          </a:p>
        </p:txBody>
      </p:sp>
      <p:sp>
        <p:nvSpPr>
          <p:cNvPr id="17" name="Freeform: Shape 125">
            <a:extLst>
              <a:ext uri="{FF2B5EF4-FFF2-40B4-BE49-F238E27FC236}">
                <a16:creationId xmlns:a16="http://schemas.microsoft.com/office/drawing/2014/main" id="{FAB25B10-6904-1877-B033-FE68A6771E0A}"/>
              </a:ext>
            </a:extLst>
          </p:cNvPr>
          <p:cNvSpPr/>
          <p:nvPr/>
        </p:nvSpPr>
        <p:spPr bwMode="auto">
          <a:xfrm>
            <a:off x="6133493" y="4318340"/>
            <a:ext cx="5629123" cy="360000"/>
          </a:xfrm>
          <a:custGeom>
            <a:avLst/>
            <a:gdLst>
              <a:gd name="connsiteX0" fmla="*/ 4706 w 3572359"/>
              <a:gd name="connsiteY0" fmla="*/ 0 h 360000"/>
              <a:gd name="connsiteX1" fmla="*/ 3572359 w 3572359"/>
              <a:gd name="connsiteY1" fmla="*/ 0 h 360000"/>
              <a:gd name="connsiteX2" fmla="*/ 3572359 w 3572359"/>
              <a:gd name="connsiteY2" fmla="*/ 360000 h 360000"/>
              <a:gd name="connsiteX3" fmla="*/ 0 w 3572359"/>
              <a:gd name="connsiteY3" fmla="*/ 360000 h 360000"/>
              <a:gd name="connsiteX4" fmla="*/ 0 w 3572359"/>
              <a:gd name="connsiteY4" fmla="*/ 356701 h 360000"/>
              <a:gd name="connsiteX5" fmla="*/ 147054 w 3572359"/>
              <a:gd name="connsiteY5" fmla="*/ 175451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2359" h="360000">
                <a:moveTo>
                  <a:pt x="4706" y="0"/>
                </a:moveTo>
                <a:lnTo>
                  <a:pt x="3572359" y="0"/>
                </a:lnTo>
                <a:lnTo>
                  <a:pt x="3572359" y="360000"/>
                </a:lnTo>
                <a:lnTo>
                  <a:pt x="0" y="360000"/>
                </a:lnTo>
                <a:lnTo>
                  <a:pt x="0" y="356701"/>
                </a:lnTo>
                <a:lnTo>
                  <a:pt x="147054" y="175451"/>
                </a:lnTo>
                <a:close/>
              </a:path>
            </a:pathLst>
          </a:custGeom>
          <a:gradFill flip="none" rotWithShape="1">
            <a:gsLst>
              <a:gs pos="0">
                <a:srgbClr val="113981"/>
              </a:gs>
              <a:gs pos="19000">
                <a:srgbClr val="1848A0"/>
              </a:gs>
              <a:gs pos="0">
                <a:schemeClr val="accent1">
                  <a:lumMod val="40000"/>
                  <a:lumOff val="60000"/>
                </a:schemeClr>
              </a:gs>
              <a:gs pos="100000">
                <a:schemeClr val="accent1"/>
              </a:gs>
              <a:gs pos="100000">
                <a:schemeClr val="accent1"/>
              </a:gs>
              <a:gs pos="100000">
                <a:schemeClr val="accent1">
                  <a:lumMod val="75000"/>
                </a:schemeClr>
              </a:gs>
            </a:gsLst>
            <a:lin ang="1080000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b="1" noProof="0">
                <a:solidFill>
                  <a:schemeClr val="bg1"/>
                </a:solidFill>
                <a:latin typeface="Arial" pitchFamily="34" charset="0"/>
                <a:cs typeface="Arial" pitchFamily="34" charset="0"/>
              </a:rPr>
              <a:t>4) Execution Constraints:</a:t>
            </a:r>
          </a:p>
        </p:txBody>
      </p:sp>
      <p:sp>
        <p:nvSpPr>
          <p:cNvPr id="12" name="Rectangle 10">
            <a:extLst>
              <a:ext uri="{FF2B5EF4-FFF2-40B4-BE49-F238E27FC236}">
                <a16:creationId xmlns:a16="http://schemas.microsoft.com/office/drawing/2014/main" id="{2B317503-D189-489D-CEC9-BB4FAB5FBD8C}"/>
              </a:ext>
            </a:extLst>
          </p:cNvPr>
          <p:cNvSpPr/>
          <p:nvPr/>
        </p:nvSpPr>
        <p:spPr>
          <a:xfrm>
            <a:off x="6133491" y="1874815"/>
            <a:ext cx="5585465" cy="228778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r>
              <a:rPr lang="en-US" sz="1200" noProof="0">
                <a:solidFill>
                  <a:schemeClr val="tx1"/>
                </a:solidFill>
              </a:rPr>
              <a:t>We recommend isolating the </a:t>
            </a:r>
            <a:r>
              <a:rPr lang="en-US" sz="1200" b="1" noProof="0">
                <a:solidFill>
                  <a:schemeClr val="tx1"/>
                </a:solidFill>
              </a:rPr>
              <a:t>25% Long-Only leg</a:t>
            </a:r>
            <a:r>
              <a:rPr lang="en-US" sz="1200" noProof="0">
                <a:solidFill>
                  <a:schemeClr val="tx1"/>
                </a:solidFill>
              </a:rPr>
              <a:t> for implementation.</a:t>
            </a:r>
          </a:p>
          <a:p>
            <a:pPr marL="285750" indent="-285750">
              <a:lnSpc>
                <a:spcPct val="150000"/>
              </a:lnSpc>
              <a:buFont typeface="Arial" panose="020B0604020202020204" pitchFamily="34" charset="0"/>
              <a:buChar char="•"/>
            </a:pPr>
            <a:r>
              <a:rPr lang="en-US" sz="1200" b="1" noProof="0">
                <a:solidFill>
                  <a:schemeClr val="tx1"/>
                </a:solidFill>
              </a:rPr>
              <a:t>Rationale</a:t>
            </a:r>
            <a:r>
              <a:rPr lang="en-US" sz="1200" noProof="0">
                <a:solidFill>
                  <a:schemeClr val="tx1"/>
                </a:solidFill>
              </a:rPr>
              <a:t>: The results show that the 25% Long-Only definition delivers the strongest performance, and the replication further confirms that most of the cumulative return is driven by the long leg, while the short leg mainly adds volatility without contributing significant returns.</a:t>
            </a:r>
          </a:p>
          <a:p>
            <a:pPr marL="285750" indent="-285750">
              <a:lnSpc>
                <a:spcPct val="150000"/>
              </a:lnSpc>
              <a:buFont typeface="Arial" panose="020B0604020202020204" pitchFamily="34" charset="0"/>
              <a:buChar char="•"/>
            </a:pPr>
            <a:r>
              <a:rPr lang="en-US" sz="1200" b="1" noProof="0">
                <a:solidFill>
                  <a:schemeClr val="tx1"/>
                </a:solidFill>
              </a:rPr>
              <a:t>Benefit</a:t>
            </a:r>
            <a:r>
              <a:rPr lang="en-US" sz="1200" noProof="0">
                <a:solidFill>
                  <a:schemeClr val="tx1"/>
                </a:solidFill>
              </a:rPr>
              <a:t>: This choice preserves the upside driver in the framework while significantly reducing implementation costs and improving practical scalability.</a:t>
            </a:r>
          </a:p>
          <a:p>
            <a:pPr>
              <a:lnSpc>
                <a:spcPct val="150000"/>
              </a:lnSpc>
            </a:pPr>
            <a:endParaRPr lang="en-US" sz="1400" noProof="0">
              <a:solidFill>
                <a:schemeClr val="tx1"/>
              </a:solidFill>
            </a:endParaRPr>
          </a:p>
        </p:txBody>
      </p:sp>
    </p:spTree>
    <p:extLst>
      <p:ext uri="{BB962C8B-B14F-4D97-AF65-F5344CB8AC3E}">
        <p14:creationId xmlns:p14="http://schemas.microsoft.com/office/powerpoint/2010/main" val="12949908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2F482C75-8D85-103C-D487-26BA7A600719}"/>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A7E8F437-9B46-1C69-3884-5B2328CFFD75}"/>
              </a:ext>
            </a:extLst>
          </p:cNvPr>
          <p:cNvSpPr>
            <a:spLocks noGrp="1"/>
          </p:cNvSpPr>
          <p:nvPr>
            <p:ph type="body" sz="quarter" idx="13"/>
          </p:nvPr>
        </p:nvSpPr>
        <p:spPr/>
        <p:txBody>
          <a:bodyPr/>
          <a:lstStyle/>
          <a:p>
            <a:r>
              <a:rPr lang="en-US" noProof="0"/>
              <a:t>Part 2 (Single-stock level) – Replication, Net Positions, Frictions</a:t>
            </a:r>
          </a:p>
        </p:txBody>
      </p:sp>
      <p:sp>
        <p:nvSpPr>
          <p:cNvPr id="8" name="Rectangle 7">
            <a:extLst>
              <a:ext uri="{FF2B5EF4-FFF2-40B4-BE49-F238E27FC236}">
                <a16:creationId xmlns:a16="http://schemas.microsoft.com/office/drawing/2014/main" id="{82FF73C5-6914-9EAA-6BE0-0D624F663426}"/>
              </a:ext>
            </a:extLst>
          </p:cNvPr>
          <p:cNvSpPr/>
          <p:nvPr/>
        </p:nvSpPr>
        <p:spPr>
          <a:xfrm>
            <a:off x="391886" y="881744"/>
            <a:ext cx="1137513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Factor Mapping and Replication from Single Stocks</a:t>
            </a:r>
          </a:p>
        </p:txBody>
      </p:sp>
      <p:graphicFrame>
        <p:nvGraphicFramePr>
          <p:cNvPr id="4" name="Table 3">
            <a:extLst>
              <a:ext uri="{FF2B5EF4-FFF2-40B4-BE49-F238E27FC236}">
                <a16:creationId xmlns:a16="http://schemas.microsoft.com/office/drawing/2014/main" id="{9B638338-22F3-A21A-65F6-48D64F169CC6}"/>
              </a:ext>
            </a:extLst>
          </p:cNvPr>
          <p:cNvGraphicFramePr>
            <a:graphicFrameLocks noGrp="1"/>
          </p:cNvGraphicFramePr>
          <p:nvPr>
            <p:extLst>
              <p:ext uri="{D42A27DB-BD31-4B8C-83A1-F6EECF244321}">
                <p14:modId xmlns:p14="http://schemas.microsoft.com/office/powerpoint/2010/main" val="1269811497"/>
              </p:ext>
            </p:extLst>
          </p:nvPr>
        </p:nvGraphicFramePr>
        <p:xfrm>
          <a:off x="6006412" y="1563028"/>
          <a:ext cx="5760610" cy="5089462"/>
        </p:xfrm>
        <a:graphic>
          <a:graphicData uri="http://schemas.openxmlformats.org/drawingml/2006/table">
            <a:tbl>
              <a:tblPr/>
              <a:tblGrid>
                <a:gridCol w="1660582">
                  <a:extLst>
                    <a:ext uri="{9D8B030D-6E8A-4147-A177-3AD203B41FA5}">
                      <a16:colId xmlns:a16="http://schemas.microsoft.com/office/drawing/2014/main" val="4216362986"/>
                    </a:ext>
                  </a:extLst>
                </a:gridCol>
                <a:gridCol w="1029958">
                  <a:extLst>
                    <a:ext uri="{9D8B030D-6E8A-4147-A177-3AD203B41FA5}">
                      <a16:colId xmlns:a16="http://schemas.microsoft.com/office/drawing/2014/main" val="4173941847"/>
                    </a:ext>
                  </a:extLst>
                </a:gridCol>
                <a:gridCol w="1822235">
                  <a:extLst>
                    <a:ext uri="{9D8B030D-6E8A-4147-A177-3AD203B41FA5}">
                      <a16:colId xmlns:a16="http://schemas.microsoft.com/office/drawing/2014/main" val="106067322"/>
                    </a:ext>
                  </a:extLst>
                </a:gridCol>
                <a:gridCol w="1247835">
                  <a:extLst>
                    <a:ext uri="{9D8B030D-6E8A-4147-A177-3AD203B41FA5}">
                      <a16:colId xmlns:a16="http://schemas.microsoft.com/office/drawing/2014/main" val="1988671294"/>
                    </a:ext>
                  </a:extLst>
                </a:gridCol>
              </a:tblGrid>
              <a:tr h="0">
                <a:tc>
                  <a:txBody>
                    <a:bodyPr/>
                    <a:lstStyle/>
                    <a:p>
                      <a:pPr rtl="0">
                        <a:buNone/>
                      </a:pPr>
                      <a:r>
                        <a:rPr lang="en-US" sz="1000" b="1" noProof="0">
                          <a:solidFill>
                            <a:srgbClr val="1F1F1F"/>
                          </a:solidFill>
                          <a:effectLst/>
                          <a:latin typeface="Google Sans Text"/>
                        </a:rPr>
                        <a:t>Factor Name</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000" b="1" noProof="0">
                          <a:solidFill>
                            <a:srgbClr val="1F1F1F"/>
                          </a:solidFill>
                          <a:effectLst/>
                          <a:latin typeface="Google Sans Text"/>
                        </a:rPr>
                        <a:t>Variable Key</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000" b="1" noProof="0">
                          <a:solidFill>
                            <a:srgbClr val="1F1F1F"/>
                          </a:solidFill>
                          <a:effectLst/>
                          <a:latin typeface="Google Sans Text"/>
                        </a:rPr>
                        <a:t>Factor Name</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000" b="1" noProof="0">
                          <a:solidFill>
                            <a:srgbClr val="1F1F1F"/>
                          </a:solidFill>
                          <a:effectLst/>
                          <a:latin typeface="Google Sans Text"/>
                        </a:rPr>
                        <a:t>Variable Key</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7525928"/>
                  </a:ext>
                </a:extLst>
              </a:tr>
              <a:tr h="335704">
                <a:tc>
                  <a:txBody>
                    <a:bodyPr/>
                    <a:lstStyle/>
                    <a:p>
                      <a:pPr rtl="0">
                        <a:buNone/>
                      </a:pPr>
                      <a:r>
                        <a:rPr lang="en-US" sz="1000" noProof="0">
                          <a:solidFill>
                            <a:srgbClr val="1F1F1F"/>
                          </a:solidFill>
                          <a:effectLst/>
                          <a:latin typeface="Google Sans Text"/>
                        </a:rPr>
                        <a:t>Size_SMB</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market_equity</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1F1F1F"/>
                          </a:solidFill>
                          <a:effectLst/>
                          <a:latin typeface="Google Sans Text"/>
                        </a:rPr>
                        <a:t>Net_Working_Capital_Changes</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cowc_gr1a</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10543716"/>
                  </a:ext>
                </a:extLst>
              </a:tr>
              <a:tr h="203662">
                <a:tc>
                  <a:txBody>
                    <a:bodyPr/>
                    <a:lstStyle/>
                    <a:p>
                      <a:pPr rtl="0">
                        <a:buNone/>
                      </a:pPr>
                      <a:r>
                        <a:rPr lang="en-US" sz="1000" noProof="0">
                          <a:solidFill>
                            <a:srgbClr val="1F1F1F"/>
                          </a:solidFill>
                          <a:effectLst/>
                          <a:latin typeface="Google Sans Text"/>
                        </a:rPr>
                        <a:t>Book_to_Market_HML</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be_me</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1F1F1F"/>
                          </a:solidFill>
                          <a:effectLst/>
                          <a:latin typeface="Google Sans Text"/>
                        </a:rPr>
                        <a:t>Cash_Flow_to_Price</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ocf_me</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38097599"/>
                  </a:ext>
                </a:extLst>
              </a:tr>
              <a:tr h="335704">
                <a:tc>
                  <a:txBody>
                    <a:bodyPr/>
                    <a:lstStyle/>
                    <a:p>
                      <a:pPr rtl="0">
                        <a:buNone/>
                      </a:pPr>
                      <a:r>
                        <a:rPr lang="en-US" sz="1000" noProof="0">
                          <a:solidFill>
                            <a:srgbClr val="1F1F1F"/>
                          </a:solidFill>
                          <a:effectLst/>
                          <a:latin typeface="Google Sans Text"/>
                        </a:rPr>
                        <a:t>Operating_Profitability_RMW</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ope_be</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1F1F1F"/>
                          </a:solidFill>
                          <a:effectLst/>
                          <a:latin typeface="Google Sans Text"/>
                        </a:rPr>
                        <a:t>Earnings_to_Price</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ni_me</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39336716"/>
                  </a:ext>
                </a:extLst>
              </a:tr>
              <a:tr h="203662">
                <a:tc>
                  <a:txBody>
                    <a:bodyPr/>
                    <a:lstStyle/>
                    <a:p>
                      <a:pPr rtl="0">
                        <a:buNone/>
                      </a:pPr>
                      <a:r>
                        <a:rPr lang="en-US" sz="1000" noProof="0">
                          <a:solidFill>
                            <a:srgbClr val="1F1F1F"/>
                          </a:solidFill>
                          <a:effectLst/>
                          <a:latin typeface="Google Sans Text"/>
                        </a:rPr>
                        <a:t>Asset_Growth_CMA</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at_gr1</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1F1F1F"/>
                          </a:solidFill>
                          <a:effectLst/>
                          <a:latin typeface="Google Sans Text"/>
                        </a:rPr>
                        <a:t>Enterprise_Multiple</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ebitda_mev</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30854264"/>
                  </a:ext>
                </a:extLst>
              </a:tr>
              <a:tr h="335704">
                <a:tc>
                  <a:txBody>
                    <a:bodyPr/>
                    <a:lstStyle/>
                    <a:p>
                      <a:pPr rtl="0">
                        <a:buNone/>
                      </a:pPr>
                      <a:r>
                        <a:rPr lang="en-US" sz="1000" noProof="0">
                          <a:solidFill>
                            <a:srgbClr val="1F1F1F"/>
                          </a:solidFill>
                          <a:effectLst/>
                          <a:latin typeface="Google Sans Text"/>
                        </a:rPr>
                        <a:t>Long_Term_Reversals_LTREV</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ret_60_12</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1F1F1F"/>
                          </a:solidFill>
                          <a:effectLst/>
                          <a:latin typeface="Google Sans Text"/>
                        </a:rPr>
                        <a:t>Sales_to_Price</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sale_me</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39290315"/>
                  </a:ext>
                </a:extLst>
              </a:tr>
              <a:tr h="203662">
                <a:tc>
                  <a:txBody>
                    <a:bodyPr/>
                    <a:lstStyle/>
                    <a:p>
                      <a:pPr rtl="0">
                        <a:buNone/>
                      </a:pPr>
                      <a:r>
                        <a:rPr lang="en-US" sz="1000" noProof="0">
                          <a:solidFill>
                            <a:srgbClr val="1F1F1F"/>
                          </a:solidFill>
                          <a:effectLst/>
                          <a:latin typeface="Google Sans Text"/>
                        </a:rPr>
                        <a:t>Residual_Variance_RVAR</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ivol_ff3_21d</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1F1F1F"/>
                          </a:solidFill>
                          <a:effectLst/>
                          <a:latin typeface="Google Sans Text"/>
                        </a:rPr>
                        <a:t>Growth_in_Inventory</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inv_gr1</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69079636"/>
                  </a:ext>
                </a:extLst>
              </a:tr>
              <a:tr h="335704">
                <a:tc>
                  <a:txBody>
                    <a:bodyPr/>
                    <a:lstStyle/>
                    <a:p>
                      <a:pPr rtl="0">
                        <a:buNone/>
                      </a:pPr>
                      <a:r>
                        <a:rPr lang="en-US" sz="1000" noProof="0">
                          <a:solidFill>
                            <a:srgbClr val="1F1F1F"/>
                          </a:solidFill>
                          <a:effectLst/>
                          <a:latin typeface="Google Sans Text"/>
                        </a:rPr>
                        <a:t>Quality_Minus_Junk_QMJ</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qmj</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1F1F1F"/>
                          </a:solidFill>
                          <a:effectLst/>
                          <a:latin typeface="Google Sans Text"/>
                        </a:rPr>
                        <a:t>Sales_Growth</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sale_gr1</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43517382"/>
                  </a:ext>
                </a:extLst>
              </a:tr>
              <a:tr h="335704">
                <a:tc>
                  <a:txBody>
                    <a:bodyPr/>
                    <a:lstStyle/>
                    <a:p>
                      <a:pPr rtl="0">
                        <a:buNone/>
                      </a:pPr>
                      <a:r>
                        <a:rPr lang="en-US" sz="1000" noProof="0">
                          <a:solidFill>
                            <a:srgbClr val="1F1F1F"/>
                          </a:solidFill>
                          <a:effectLst/>
                          <a:latin typeface="Google Sans Text"/>
                        </a:rPr>
                        <a:t>Low_Beta_BAB</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betabab_1260d</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1F1F1F"/>
                          </a:solidFill>
                          <a:effectLst/>
                          <a:latin typeface="Google Sans Text"/>
                        </a:rPr>
                        <a:t>Growth_in_Sales_Inventory</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dsale_dinv</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10344447"/>
                  </a:ext>
                </a:extLst>
              </a:tr>
              <a:tr h="203662">
                <a:tc>
                  <a:txBody>
                    <a:bodyPr/>
                    <a:lstStyle/>
                    <a:p>
                      <a:pPr rtl="0">
                        <a:buNone/>
                      </a:pPr>
                      <a:r>
                        <a:rPr lang="en-US" sz="1000" noProof="0">
                          <a:solidFill>
                            <a:srgbClr val="1F1F1F"/>
                          </a:solidFill>
                          <a:effectLst/>
                          <a:latin typeface="Google Sans Text"/>
                        </a:rPr>
                        <a:t>Amihud_Illiquidity</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ami_126d</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1F1F1F"/>
                          </a:solidFill>
                          <a:effectLst/>
                          <a:latin typeface="Google Sans Text"/>
                        </a:rPr>
                        <a:t>Abnormal_Investment</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capex_abn</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55521324"/>
                  </a:ext>
                </a:extLst>
              </a:tr>
              <a:tr h="203662">
                <a:tc>
                  <a:txBody>
                    <a:bodyPr/>
                    <a:lstStyle/>
                    <a:p>
                      <a:pPr rtl="0">
                        <a:buNone/>
                      </a:pPr>
                      <a:r>
                        <a:rPr lang="en-US" sz="1000" noProof="0">
                          <a:solidFill>
                            <a:srgbClr val="1F1F1F"/>
                          </a:solidFill>
                          <a:effectLst/>
                          <a:latin typeface="Google Sans Text"/>
                        </a:rPr>
                        <a:t>Firm_Age</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age</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1F1F1F"/>
                          </a:solidFill>
                          <a:effectLst/>
                          <a:latin typeface="Google Sans Text"/>
                        </a:rPr>
                        <a:t>CAPX_Growth_Rate</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capx_gr1</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44944881"/>
                  </a:ext>
                </a:extLst>
              </a:tr>
              <a:tr h="203662">
                <a:tc>
                  <a:txBody>
                    <a:bodyPr/>
                    <a:lstStyle/>
                    <a:p>
                      <a:pPr rtl="0">
                        <a:buNone/>
                      </a:pPr>
                      <a:r>
                        <a:rPr lang="en-US" sz="1000" noProof="0">
                          <a:solidFill>
                            <a:srgbClr val="1F1F1F"/>
                          </a:solidFill>
                          <a:effectLst/>
                          <a:latin typeface="Google Sans Text"/>
                        </a:rPr>
                        <a:t>Nominal_Price</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prc</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1F1F1F"/>
                          </a:solidFill>
                          <a:effectLst/>
                          <a:latin typeface="Google Sans Text"/>
                        </a:rPr>
                        <a:t>Debt_Issuance_Factor</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dbnetis_at</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12002375"/>
                  </a:ext>
                </a:extLst>
              </a:tr>
              <a:tr h="203662">
                <a:tc>
                  <a:txBody>
                    <a:bodyPr/>
                    <a:lstStyle/>
                    <a:p>
                      <a:pPr rtl="0">
                        <a:buNone/>
                      </a:pPr>
                      <a:r>
                        <a:rPr lang="en-US" sz="1000" noProof="0">
                          <a:solidFill>
                            <a:srgbClr val="1F1F1F"/>
                          </a:solidFill>
                          <a:effectLst/>
                          <a:latin typeface="Google Sans Text"/>
                        </a:rPr>
                        <a:t>High_Volume_Premium</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dolvol_126d</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1F1F1F"/>
                          </a:solidFill>
                          <a:effectLst/>
                          <a:latin typeface="Google Sans Text"/>
                        </a:rPr>
                        <a:t>Leverage_Factor</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at_be</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52972565"/>
                  </a:ext>
                </a:extLst>
              </a:tr>
              <a:tr h="335704">
                <a:tc>
                  <a:txBody>
                    <a:bodyPr/>
                    <a:lstStyle/>
                    <a:p>
                      <a:pPr rtl="0">
                        <a:buNone/>
                      </a:pPr>
                      <a:r>
                        <a:rPr lang="en-US" sz="1000" noProof="0">
                          <a:solidFill>
                            <a:srgbClr val="1F1F1F"/>
                          </a:solidFill>
                          <a:effectLst/>
                          <a:latin typeface="Google Sans Text"/>
                        </a:rPr>
                        <a:t>Gross_Profitability</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gp_at</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1F1F1F"/>
                          </a:solidFill>
                          <a:effectLst/>
                          <a:latin typeface="Google Sans Text"/>
                        </a:rPr>
                        <a:t>One_Year_Share_Issuance</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chcsho_12m</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53146216"/>
                  </a:ext>
                </a:extLst>
              </a:tr>
              <a:tr h="335704">
                <a:tc>
                  <a:txBody>
                    <a:bodyPr/>
                    <a:lstStyle/>
                    <a:p>
                      <a:pPr rtl="0">
                        <a:buNone/>
                      </a:pPr>
                      <a:r>
                        <a:rPr lang="en-US" sz="1000" noProof="0">
                          <a:solidFill>
                            <a:srgbClr val="1F1F1F"/>
                          </a:solidFill>
                          <a:effectLst/>
                          <a:latin typeface="Google Sans Text"/>
                        </a:rPr>
                        <a:t>Return_on_Equity</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ni_be</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1F1F1F"/>
                          </a:solidFill>
                          <a:effectLst/>
                          <a:latin typeface="Google Sans Text"/>
                        </a:rPr>
                        <a:t>Total_External_Financing</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netis_at</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75514287"/>
                  </a:ext>
                </a:extLst>
              </a:tr>
              <a:tr h="203662">
                <a:tc>
                  <a:txBody>
                    <a:bodyPr/>
                    <a:lstStyle/>
                    <a:p>
                      <a:pPr rtl="0">
                        <a:buNone/>
                      </a:pPr>
                      <a:r>
                        <a:rPr lang="en-US" sz="1000" noProof="0">
                          <a:solidFill>
                            <a:srgbClr val="1F1F1F"/>
                          </a:solidFill>
                          <a:effectLst/>
                          <a:latin typeface="Google Sans Text"/>
                        </a:rPr>
                        <a:t>Return_on_Assets</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niq_at</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1F1F1F"/>
                          </a:solidFill>
                          <a:effectLst/>
                          <a:latin typeface="Google Sans Text"/>
                        </a:rPr>
                        <a:t>Ohlson_O_Score</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o_score</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39802049"/>
                  </a:ext>
                </a:extLst>
              </a:tr>
              <a:tr h="203662">
                <a:tc>
                  <a:txBody>
                    <a:bodyPr/>
                    <a:lstStyle/>
                    <a:p>
                      <a:pPr rtl="0">
                        <a:buNone/>
                      </a:pPr>
                      <a:r>
                        <a:rPr lang="en-US" sz="1000" noProof="0">
                          <a:solidFill>
                            <a:srgbClr val="1F1F1F"/>
                          </a:solidFill>
                          <a:effectLst/>
                          <a:latin typeface="Google Sans Text"/>
                        </a:rPr>
                        <a:t>Profit_Margin</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ebit_sale</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1F1F1F"/>
                          </a:solidFill>
                          <a:effectLst/>
                          <a:latin typeface="Google Sans Text"/>
                        </a:rPr>
                        <a:t>Altman_Z_Score</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z_score</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22140785"/>
                  </a:ext>
                </a:extLst>
              </a:tr>
              <a:tr h="335704">
                <a:tc>
                  <a:txBody>
                    <a:bodyPr/>
                    <a:lstStyle/>
                    <a:p>
                      <a:pPr rtl="0">
                        <a:buNone/>
                      </a:pPr>
                      <a:r>
                        <a:rPr lang="en-US" sz="1000" noProof="0">
                          <a:solidFill>
                            <a:srgbClr val="1F1F1F"/>
                          </a:solidFill>
                          <a:effectLst/>
                          <a:latin typeface="Google Sans Text"/>
                        </a:rPr>
                        <a:t>Change_in_Asset_Turnover</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at_turnover</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1F1F1F"/>
                          </a:solidFill>
                          <a:effectLst/>
                          <a:latin typeface="Google Sans Text"/>
                        </a:rPr>
                        <a:t>Piotroski_F_Score</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f_score</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3019432"/>
                  </a:ext>
                </a:extLst>
              </a:tr>
              <a:tr h="203662">
                <a:tc>
                  <a:txBody>
                    <a:bodyPr/>
                    <a:lstStyle/>
                    <a:p>
                      <a:pPr rtl="0">
                        <a:buNone/>
                      </a:pPr>
                      <a:r>
                        <a:rPr lang="en-US" sz="1000" noProof="0">
                          <a:solidFill>
                            <a:srgbClr val="1F1F1F"/>
                          </a:solidFill>
                          <a:effectLst/>
                          <a:latin typeface="Google Sans Text"/>
                        </a:rPr>
                        <a:t>Accruals_Factor</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oaccruals_at</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000" noProof="0">
                          <a:solidFill>
                            <a:srgbClr val="1F1F1F"/>
                          </a:solidFill>
                          <a:effectLst/>
                          <a:latin typeface="Google Sans Text"/>
                        </a:rPr>
                        <a:t>Net_Operating_Assets</a:t>
                      </a: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000" noProof="0">
                          <a:solidFill>
                            <a:srgbClr val="444746"/>
                          </a:solidFill>
                          <a:effectLst/>
                          <a:latin typeface="Google Sans Text"/>
                        </a:rPr>
                        <a:t>noa_at</a:t>
                      </a:r>
                      <a:endParaRPr lang="en-US" sz="1000" noProof="0">
                        <a:solidFill>
                          <a:srgbClr val="1F1F1F"/>
                        </a:solidFill>
                        <a:effectLst/>
                        <a:latin typeface="Google Sans Text"/>
                      </a:endParaRPr>
                    </a:p>
                  </a:txBody>
                  <a:tcPr marL="49597" marR="49597" marT="33065" marB="330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1076044"/>
                  </a:ext>
                </a:extLst>
              </a:tr>
            </a:tbl>
          </a:graphicData>
        </a:graphic>
      </p:graphicFrame>
      <p:sp>
        <p:nvSpPr>
          <p:cNvPr id="12" name="TextBox 11">
            <a:extLst>
              <a:ext uri="{FF2B5EF4-FFF2-40B4-BE49-F238E27FC236}">
                <a16:creationId xmlns:a16="http://schemas.microsoft.com/office/drawing/2014/main" id="{5B8D39A1-D7CC-71D0-06A7-038BDAC23248}"/>
              </a:ext>
            </a:extLst>
          </p:cNvPr>
          <p:cNvSpPr txBox="1"/>
          <p:nvPr/>
        </p:nvSpPr>
        <p:spPr>
          <a:xfrm>
            <a:off x="391884" y="2116057"/>
            <a:ext cx="5359985" cy="1815882"/>
          </a:xfrm>
          <a:prstGeom prst="rect">
            <a:avLst/>
          </a:prstGeom>
          <a:noFill/>
        </p:spPr>
        <p:txBody>
          <a:bodyPr wrap="square" rtlCol="0">
            <a:spAutoFit/>
          </a:bodyPr>
          <a:lstStyle/>
          <a:p>
            <a:pPr marL="285750" indent="-285750">
              <a:buFont typeface="Arial" panose="020B0604020202020204" pitchFamily="34" charset="0"/>
              <a:buChar char="•"/>
            </a:pPr>
            <a:r>
              <a:rPr lang="en-US" sz="1400" b="1" noProof="0"/>
              <a:t>Phase 1:</a:t>
            </a:r>
            <a:r>
              <a:rPr lang="en-US" sz="1400" noProof="0"/>
              <a:t> Mapped 36 characteristics to the </a:t>
            </a:r>
            <a:r>
              <a:rPr lang="en-US" sz="1400" i="1" noProof="0"/>
              <a:t>Factor Momentum</a:t>
            </a:r>
            <a:r>
              <a:rPr lang="en-US" sz="1400" noProof="0"/>
              <a:t> literature using the </a:t>
            </a:r>
            <a:r>
              <a:rPr lang="en-US" sz="1400" b="1" noProof="0"/>
              <a:t>Jensen, Kelly, and Pedersen (JKP)</a:t>
            </a:r>
            <a:r>
              <a:rPr lang="en-US" sz="1400" noProof="0"/>
              <a:t> framework.</a:t>
            </a:r>
          </a:p>
          <a:p>
            <a:pPr marL="285750" indent="-285750">
              <a:buFont typeface="Arial" panose="020B0604020202020204" pitchFamily="34" charset="0"/>
              <a:buChar char="•"/>
            </a:pPr>
            <a:r>
              <a:rPr lang="en-US" sz="1400" b="1" noProof="0"/>
              <a:t>The Breakthrough:</a:t>
            </a:r>
            <a:r>
              <a:rPr lang="en-US" sz="1400" noProof="0"/>
              <a:t> After initial challenges finding suitable code and struggling with replication of other factors than the FF from Tidy Finance, we recently identified the </a:t>
            </a:r>
            <a:r>
              <a:rPr lang="en-US" sz="1400" b="1" noProof="0"/>
              <a:t>official JKP Python replication repository</a:t>
            </a:r>
            <a:r>
              <a:rPr lang="en-US" sz="1400" noProof="0"/>
              <a:t>, released in </a:t>
            </a:r>
            <a:r>
              <a:rPr lang="en-US" sz="1400" b="1" noProof="0"/>
              <a:t>December 2025</a:t>
            </a:r>
            <a:r>
              <a:rPr lang="en-US" sz="1400" noProof="0"/>
              <a:t>.</a:t>
            </a:r>
          </a:p>
        </p:txBody>
      </p:sp>
      <p:sp>
        <p:nvSpPr>
          <p:cNvPr id="2" name="Arrow: Pentagon 72">
            <a:extLst>
              <a:ext uri="{FF2B5EF4-FFF2-40B4-BE49-F238E27FC236}">
                <a16:creationId xmlns:a16="http://schemas.microsoft.com/office/drawing/2014/main" id="{3FB32FB1-7161-B892-B079-80406FF0432B}"/>
              </a:ext>
            </a:extLst>
          </p:cNvPr>
          <p:cNvSpPr/>
          <p:nvPr/>
        </p:nvSpPr>
        <p:spPr bwMode="auto">
          <a:xfrm>
            <a:off x="391885" y="1563028"/>
            <a:ext cx="5359984" cy="435636"/>
          </a:xfrm>
          <a:prstGeom prst="homePlate">
            <a:avLst>
              <a:gd name="adj" fmla="val 0"/>
            </a:avLst>
          </a:prstGeom>
          <a:gradFill>
            <a:gsLst>
              <a:gs pos="38000">
                <a:srgbClr val="023A77"/>
              </a:gs>
              <a:gs pos="0">
                <a:schemeClr val="accent1">
                  <a:lumMod val="20000"/>
                  <a:lumOff val="80000"/>
                </a:schemeClr>
              </a:gs>
            </a:gsLst>
            <a:lin ang="10800000" scaled="1"/>
          </a:gra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chemeClr val="bg1"/>
                </a:solidFill>
                <a:effectLst/>
                <a:uLnTx/>
                <a:uFillTx/>
                <a:ea typeface="+mn-ea"/>
                <a:cs typeface="Arial" pitchFamily="34" charset="0"/>
              </a:rPr>
              <a:t>The JKP (2025) Framework</a:t>
            </a:r>
          </a:p>
        </p:txBody>
      </p:sp>
      <p:sp>
        <p:nvSpPr>
          <p:cNvPr id="6" name="TextBox 11">
            <a:extLst>
              <a:ext uri="{FF2B5EF4-FFF2-40B4-BE49-F238E27FC236}">
                <a16:creationId xmlns:a16="http://schemas.microsoft.com/office/drawing/2014/main" id="{C4CFBBA8-0BEE-EF89-F74E-C4DC81794724}"/>
              </a:ext>
            </a:extLst>
          </p:cNvPr>
          <p:cNvSpPr txBox="1"/>
          <p:nvPr/>
        </p:nvSpPr>
        <p:spPr>
          <a:xfrm>
            <a:off x="391884" y="4384042"/>
            <a:ext cx="5359985" cy="2031325"/>
          </a:xfrm>
          <a:prstGeom prst="rect">
            <a:avLst/>
          </a:prstGeom>
          <a:noFill/>
        </p:spPr>
        <p:txBody>
          <a:bodyPr wrap="square" rtlCol="0">
            <a:spAutoFit/>
          </a:bodyPr>
          <a:lstStyle/>
          <a:p>
            <a:endParaRPr lang="en-US" sz="1400" b="1" noProof="0"/>
          </a:p>
          <a:p>
            <a:pPr marL="285750" indent="-285750">
              <a:buFont typeface="Arial" panose="020B0604020202020204" pitchFamily="34" charset="0"/>
              <a:buChar char="•"/>
            </a:pPr>
            <a:r>
              <a:rPr lang="en-US" sz="1400" b="1" noProof="0"/>
              <a:t>Infrastructure:</a:t>
            </a:r>
            <a:r>
              <a:rPr lang="en-US" sz="1400" noProof="0"/>
              <a:t> Leveraged the </a:t>
            </a:r>
            <a:r>
              <a:rPr lang="en-US" sz="1400" b="1" noProof="0"/>
              <a:t>WU Cluster</a:t>
            </a:r>
            <a:r>
              <a:rPr lang="en-US" sz="1400" noProof="0"/>
              <a:t> to handle the high computational load (matching JKP’s requirement of 450GB RAM / 128 CPU cores).</a:t>
            </a:r>
          </a:p>
          <a:p>
            <a:pPr marL="285750" indent="-285750">
              <a:buFont typeface="Arial" panose="020B0604020202020204" pitchFamily="34" charset="0"/>
              <a:buChar char="•"/>
            </a:pPr>
            <a:r>
              <a:rPr lang="en-US" sz="1400" b="1" noProof="0"/>
              <a:t>Status:</a:t>
            </a:r>
            <a:r>
              <a:rPr lang="en-US" sz="1400" noProof="0"/>
              <a:t> Successfully replicated all factors with near-exact benchmark matches through </a:t>
            </a:r>
            <a:r>
              <a:rPr lang="en-US" sz="1400" b="1" noProof="0"/>
              <a:t>Year-End 2024</a:t>
            </a:r>
            <a:r>
              <a:rPr lang="en-US" sz="1400" noProof="0"/>
              <a:t>.</a:t>
            </a:r>
          </a:p>
          <a:p>
            <a:pPr marL="285750" indent="-285750">
              <a:buFont typeface="Arial" panose="020B0604020202020204" pitchFamily="34" charset="0"/>
              <a:buChar char="•"/>
            </a:pPr>
            <a:r>
              <a:rPr lang="en-US" sz="1400" b="1" noProof="0"/>
              <a:t>Implemented Update:</a:t>
            </a:r>
            <a:r>
              <a:rPr lang="en-US" sz="1400" noProof="0"/>
              <a:t> Adapted to a </a:t>
            </a:r>
            <a:r>
              <a:rPr lang="en-US" sz="1400" b="1" noProof="0"/>
              <a:t>new CRSP data structure</a:t>
            </a:r>
            <a:r>
              <a:rPr lang="en-US" sz="1400" noProof="0"/>
              <a:t> via a JKP update released in January 2026. </a:t>
            </a:r>
          </a:p>
          <a:p>
            <a:pPr marL="285750" indent="-285750">
              <a:buFont typeface="Arial" panose="020B0604020202020204" pitchFamily="34" charset="0"/>
              <a:buChar char="•"/>
            </a:pPr>
            <a:endParaRPr lang="en-US" sz="1400" noProof="0"/>
          </a:p>
        </p:txBody>
      </p:sp>
      <p:sp>
        <p:nvSpPr>
          <p:cNvPr id="9" name="Arrow: Pentagon 72">
            <a:extLst>
              <a:ext uri="{FF2B5EF4-FFF2-40B4-BE49-F238E27FC236}">
                <a16:creationId xmlns:a16="http://schemas.microsoft.com/office/drawing/2014/main" id="{D7E08C15-54B4-544D-486C-15A00767C18B}"/>
              </a:ext>
            </a:extLst>
          </p:cNvPr>
          <p:cNvSpPr/>
          <p:nvPr/>
        </p:nvSpPr>
        <p:spPr bwMode="auto">
          <a:xfrm>
            <a:off x="391885" y="4086080"/>
            <a:ext cx="5359984" cy="435636"/>
          </a:xfrm>
          <a:prstGeom prst="homePlate">
            <a:avLst>
              <a:gd name="adj" fmla="val 0"/>
            </a:avLst>
          </a:prstGeom>
          <a:gradFill>
            <a:gsLst>
              <a:gs pos="38000">
                <a:srgbClr val="023A77"/>
              </a:gs>
              <a:gs pos="0">
                <a:schemeClr val="accent1">
                  <a:lumMod val="20000"/>
                  <a:lumOff val="80000"/>
                </a:schemeClr>
              </a:gs>
            </a:gsLst>
            <a:lin ang="10800000" scaled="1"/>
          </a:gra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algn="ctr" fontAlgn="base">
              <a:spcBef>
                <a:spcPct val="0"/>
              </a:spcBef>
              <a:spcAft>
                <a:spcPct val="0"/>
              </a:spcAft>
            </a:pPr>
            <a:r>
              <a:rPr lang="en-US" sz="1400" b="1" noProof="0">
                <a:solidFill>
                  <a:schemeClr val="bg1"/>
                </a:solidFill>
                <a:cs typeface="Arial" pitchFamily="34" charset="0"/>
              </a:rPr>
              <a:t>Implementation</a:t>
            </a:r>
          </a:p>
        </p:txBody>
      </p:sp>
    </p:spTree>
    <p:extLst>
      <p:ext uri="{BB962C8B-B14F-4D97-AF65-F5344CB8AC3E}">
        <p14:creationId xmlns:p14="http://schemas.microsoft.com/office/powerpoint/2010/main" val="3006711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AA658-51CB-E14C-A7A3-671503F3505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E749174-E2CD-6134-1ECB-35A22D5E102E}"/>
              </a:ext>
            </a:extLst>
          </p:cNvPr>
          <p:cNvSpPr>
            <a:spLocks noGrp="1"/>
          </p:cNvSpPr>
          <p:nvPr>
            <p:ph type="body" sz="quarter" idx="13"/>
          </p:nvPr>
        </p:nvSpPr>
        <p:spPr/>
        <p:txBody>
          <a:bodyPr/>
          <a:lstStyle/>
          <a:p>
            <a:r>
              <a:rPr lang="en-US" noProof="0"/>
              <a:t>Part 2 (Single-stock level) – Replication, Net Positions, Frictions</a:t>
            </a:r>
          </a:p>
        </p:txBody>
      </p:sp>
      <p:sp>
        <p:nvSpPr>
          <p:cNvPr id="4" name="Rectangle 3">
            <a:extLst>
              <a:ext uri="{FF2B5EF4-FFF2-40B4-BE49-F238E27FC236}">
                <a16:creationId xmlns:a16="http://schemas.microsoft.com/office/drawing/2014/main" id="{A4E9CA26-5A38-D445-DB85-024482BFAF14}"/>
              </a:ext>
            </a:extLst>
          </p:cNvPr>
          <p:cNvSpPr/>
          <p:nvPr/>
        </p:nvSpPr>
        <p:spPr>
          <a:xfrm>
            <a:off x="391886" y="881744"/>
            <a:ext cx="1137513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Factor Replication (Example)</a:t>
            </a:r>
          </a:p>
        </p:txBody>
      </p:sp>
      <p:pic>
        <p:nvPicPr>
          <p:cNvPr id="7" name="Picture 6">
            <a:extLst>
              <a:ext uri="{FF2B5EF4-FFF2-40B4-BE49-F238E27FC236}">
                <a16:creationId xmlns:a16="http://schemas.microsoft.com/office/drawing/2014/main" id="{CF4DD267-7F4C-0855-7368-53E59CD3D34B}"/>
              </a:ext>
            </a:extLst>
          </p:cNvPr>
          <p:cNvPicPr>
            <a:picLocks noChangeAspect="1"/>
          </p:cNvPicPr>
          <p:nvPr/>
        </p:nvPicPr>
        <p:blipFill>
          <a:blip r:embed="rId2"/>
          <a:stretch>
            <a:fillRect/>
          </a:stretch>
        </p:blipFill>
        <p:spPr>
          <a:xfrm>
            <a:off x="391886" y="1471759"/>
            <a:ext cx="11375136" cy="4807743"/>
          </a:xfrm>
          <a:prstGeom prst="rect">
            <a:avLst/>
          </a:prstGeom>
        </p:spPr>
      </p:pic>
    </p:spTree>
    <p:extLst>
      <p:ext uri="{BB962C8B-B14F-4D97-AF65-F5344CB8AC3E}">
        <p14:creationId xmlns:p14="http://schemas.microsoft.com/office/powerpoint/2010/main" val="3018003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A79A3-1DF6-9E0A-F548-82F8A952E92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79CC13F-69AB-0101-8057-719C31975082}"/>
              </a:ext>
            </a:extLst>
          </p:cNvPr>
          <p:cNvSpPr>
            <a:spLocks noGrp="1"/>
          </p:cNvSpPr>
          <p:nvPr>
            <p:ph type="body" sz="quarter" idx="13"/>
          </p:nvPr>
        </p:nvSpPr>
        <p:spPr/>
        <p:txBody>
          <a:bodyPr/>
          <a:lstStyle/>
          <a:p>
            <a:r>
              <a:rPr lang="en-US" noProof="0"/>
              <a:t>Part 2 (Single-stock level) – Replication, Net Positions, Frictions</a:t>
            </a:r>
          </a:p>
        </p:txBody>
      </p:sp>
      <p:sp>
        <p:nvSpPr>
          <p:cNvPr id="4" name="Rectangle 3">
            <a:extLst>
              <a:ext uri="{FF2B5EF4-FFF2-40B4-BE49-F238E27FC236}">
                <a16:creationId xmlns:a16="http://schemas.microsoft.com/office/drawing/2014/main" id="{4AB33A06-CDAE-1820-CCA9-A1DDF118B975}"/>
              </a:ext>
            </a:extLst>
          </p:cNvPr>
          <p:cNvSpPr/>
          <p:nvPr/>
        </p:nvSpPr>
        <p:spPr>
          <a:xfrm>
            <a:off x="391886" y="881744"/>
            <a:ext cx="11370728"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rPr>
              <a:t>Factor Momentum Strategy Replication</a:t>
            </a:r>
            <a:endParaRPr lang="en-US" sz="1800" b="1" noProof="0">
              <a:solidFill>
                <a:schemeClr val="bg1"/>
              </a:solidFill>
            </a:endParaRPr>
          </a:p>
        </p:txBody>
      </p:sp>
      <p:sp>
        <p:nvSpPr>
          <p:cNvPr id="5" name="Rettangolo 4">
            <a:extLst>
              <a:ext uri="{FF2B5EF4-FFF2-40B4-BE49-F238E27FC236}">
                <a16:creationId xmlns:a16="http://schemas.microsoft.com/office/drawing/2014/main" id="{D03C1877-C1B9-D685-49FC-AD4B66DF7252}"/>
              </a:ext>
            </a:extLst>
          </p:cNvPr>
          <p:cNvSpPr/>
          <p:nvPr/>
        </p:nvSpPr>
        <p:spPr>
          <a:xfrm>
            <a:off x="391886" y="1907872"/>
            <a:ext cx="5629123" cy="1527048"/>
          </a:xfrm>
          <a:prstGeom prst="rect">
            <a:avLst/>
          </a:prstGeom>
          <a:pattFill prst="dkDnDiag">
            <a:fgClr>
              <a:schemeClr val="bg2"/>
            </a:fgClr>
            <a:bgClr>
              <a:schemeClr val="bg1"/>
            </a:bgClr>
          </a:patt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Rettangolo 5">
            <a:extLst>
              <a:ext uri="{FF2B5EF4-FFF2-40B4-BE49-F238E27FC236}">
                <a16:creationId xmlns:a16="http://schemas.microsoft.com/office/drawing/2014/main" id="{683F3EAE-C4BA-E59A-3E97-3ABD3A27777D}"/>
              </a:ext>
            </a:extLst>
          </p:cNvPr>
          <p:cNvSpPr/>
          <p:nvPr/>
        </p:nvSpPr>
        <p:spPr>
          <a:xfrm>
            <a:off x="6133493" y="1901154"/>
            <a:ext cx="5629123" cy="1527048"/>
          </a:xfrm>
          <a:prstGeom prst="rect">
            <a:avLst/>
          </a:prstGeom>
          <a:pattFill prst="dkDnDiag">
            <a:fgClr>
              <a:schemeClr val="bg2"/>
            </a:fgClr>
            <a:bgClr>
              <a:schemeClr val="bg1"/>
            </a:bgClr>
          </a:patt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7" name="Rectangle 6">
            <a:extLst>
              <a:ext uri="{FF2B5EF4-FFF2-40B4-BE49-F238E27FC236}">
                <a16:creationId xmlns:a16="http://schemas.microsoft.com/office/drawing/2014/main" id="{67B6E61F-B1A3-FD6D-6050-B77C0DB9E7AA}"/>
              </a:ext>
            </a:extLst>
          </p:cNvPr>
          <p:cNvSpPr/>
          <p:nvPr/>
        </p:nvSpPr>
        <p:spPr>
          <a:xfrm>
            <a:off x="391886" y="1907873"/>
            <a:ext cx="5629122" cy="228778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r>
              <a:rPr lang="en-US" sz="1200" noProof="0">
                <a:solidFill>
                  <a:schemeClr val="tx1"/>
                </a:solidFill>
              </a:rPr>
              <a:t>We replicate all </a:t>
            </a:r>
            <a:r>
              <a:rPr lang="en-US" sz="1200" b="1" noProof="0">
                <a:solidFill>
                  <a:schemeClr val="tx1"/>
                </a:solidFill>
              </a:rPr>
              <a:t>36 factors </a:t>
            </a:r>
            <a:r>
              <a:rPr lang="en-US" sz="1200" noProof="0">
                <a:solidFill>
                  <a:schemeClr val="tx1"/>
                </a:solidFill>
              </a:rPr>
              <a:t>using single stock data from WRDS (CRSP, </a:t>
            </a:r>
            <a:r>
              <a:rPr lang="en-US" sz="1200" noProof="0" err="1">
                <a:solidFill>
                  <a:schemeClr val="tx1"/>
                </a:solidFill>
              </a:rPr>
              <a:t>Compustat</a:t>
            </a:r>
            <a:r>
              <a:rPr lang="en-US" sz="1200" noProof="0">
                <a:solidFill>
                  <a:schemeClr val="tx1"/>
                </a:solidFill>
              </a:rPr>
              <a:t>).</a:t>
            </a:r>
          </a:p>
          <a:p>
            <a:pPr marL="285750" indent="-285750">
              <a:lnSpc>
                <a:spcPct val="150000"/>
              </a:lnSpc>
              <a:buFont typeface="Arial" panose="020B0604020202020204" pitchFamily="34" charset="0"/>
              <a:buChar char="•"/>
            </a:pPr>
            <a:r>
              <a:rPr lang="en-US" sz="1200" noProof="0">
                <a:solidFill>
                  <a:schemeClr val="tx1"/>
                </a:solidFill>
              </a:rPr>
              <a:t>Weights of single stocks (long/short positions) are saved within the factor construction process. </a:t>
            </a:r>
          </a:p>
        </p:txBody>
      </p:sp>
      <p:sp>
        <p:nvSpPr>
          <p:cNvPr id="8" name="Freeform: Shape 122">
            <a:extLst>
              <a:ext uri="{FF2B5EF4-FFF2-40B4-BE49-F238E27FC236}">
                <a16:creationId xmlns:a16="http://schemas.microsoft.com/office/drawing/2014/main" id="{FB4D91B7-F5AF-99C6-9DB6-CAD1BF2847DC}"/>
              </a:ext>
            </a:extLst>
          </p:cNvPr>
          <p:cNvSpPr/>
          <p:nvPr/>
        </p:nvSpPr>
        <p:spPr bwMode="auto">
          <a:xfrm rot="5400000">
            <a:off x="3148740" y="-1215017"/>
            <a:ext cx="361093" cy="5874808"/>
          </a:xfrm>
          <a:custGeom>
            <a:avLst/>
            <a:gdLst>
              <a:gd name="connsiteX0" fmla="*/ 375 w 361093"/>
              <a:gd name="connsiteY0" fmla="*/ 3656409 h 3656409"/>
              <a:gd name="connsiteX1" fmla="*/ 375 w 361093"/>
              <a:gd name="connsiteY1" fmla="*/ 151212 h 3656409"/>
              <a:gd name="connsiteX2" fmla="*/ 360375 w 361093"/>
              <a:gd name="connsiteY2" fmla="*/ 151212 h 3656409"/>
              <a:gd name="connsiteX3" fmla="*/ 360375 w 361093"/>
              <a:gd name="connsiteY3" fmla="*/ 3656409 h 3656409"/>
              <a:gd name="connsiteX4" fmla="*/ 0 w 361093"/>
              <a:gd name="connsiteY4" fmla="*/ 151211 h 3656409"/>
              <a:gd name="connsiteX5" fmla="*/ 0 w 361093"/>
              <a:gd name="connsiteY5" fmla="*/ 146343 h 3656409"/>
              <a:gd name="connsiteX6" fmla="*/ 180375 w 361093"/>
              <a:gd name="connsiteY6" fmla="*/ 0 h 3656409"/>
              <a:gd name="connsiteX7" fmla="*/ 361093 w 361093"/>
              <a:gd name="connsiteY7" fmla="*/ 146622 h 3656409"/>
              <a:gd name="connsiteX8" fmla="*/ 361093 w 361093"/>
              <a:gd name="connsiteY8" fmla="*/ 151211 h 365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093" h="3656409">
                <a:moveTo>
                  <a:pt x="375" y="3656409"/>
                </a:moveTo>
                <a:lnTo>
                  <a:pt x="375" y="151212"/>
                </a:lnTo>
                <a:lnTo>
                  <a:pt x="360375" y="151212"/>
                </a:lnTo>
                <a:lnTo>
                  <a:pt x="360375" y="3656409"/>
                </a:lnTo>
                <a:close/>
                <a:moveTo>
                  <a:pt x="0" y="151211"/>
                </a:moveTo>
                <a:lnTo>
                  <a:pt x="0" y="146343"/>
                </a:lnTo>
                <a:lnTo>
                  <a:pt x="180375" y="0"/>
                </a:lnTo>
                <a:lnTo>
                  <a:pt x="361093" y="146622"/>
                </a:lnTo>
                <a:lnTo>
                  <a:pt x="361093" y="151211"/>
                </a:lnTo>
                <a:close/>
              </a:path>
            </a:pathLst>
          </a:custGeom>
          <a:gradFill flip="none" rotWithShape="1">
            <a:gsLst>
              <a:gs pos="0">
                <a:srgbClr val="113981"/>
              </a:gs>
              <a:gs pos="0">
                <a:srgbClr val="1848A0"/>
              </a:gs>
              <a:gs pos="0">
                <a:schemeClr val="accent1">
                  <a:lumMod val="60000"/>
                  <a:lumOff val="40000"/>
                </a:schemeClr>
              </a:gs>
              <a:gs pos="46000">
                <a:schemeClr val="accent1"/>
              </a:gs>
              <a:gs pos="82000">
                <a:schemeClr val="accent1"/>
              </a:gs>
              <a:gs pos="100000">
                <a:schemeClr val="accent1">
                  <a:lumMod val="75000"/>
                </a:schemeClr>
              </a:gs>
            </a:gsLst>
            <a:lin ang="5400000" scaled="1"/>
            <a:tileRect/>
          </a:gradFill>
          <a:ln w="9525" cap="flat" cmpd="sng" algn="ctr">
            <a:noFill/>
            <a:prstDash val="solid"/>
            <a:round/>
            <a:headEnd type="none" w="med" len="med"/>
            <a:tailEnd type="none" w="med" len="med"/>
          </a:ln>
          <a:effectLst/>
        </p:spPr>
        <p:txBody>
          <a:bodyPr vert="vert270" wrap="square" lIns="0" tIns="0" rIns="18288" bIns="18288" numCol="1" rtlCol="0" anchor="ctr" anchorCtr="0" compatLnSpc="1">
            <a:prstTxWarp prst="textNoShape">
              <a:avLst/>
            </a:prstTxWarp>
            <a:noAutofit/>
          </a:bodyPr>
          <a:lstStyle/>
          <a:p>
            <a:pPr algn="ctr" fontAlgn="base">
              <a:spcBef>
                <a:spcPct val="0"/>
              </a:spcBef>
              <a:spcAft>
                <a:spcPct val="0"/>
              </a:spcAft>
            </a:pPr>
            <a:r>
              <a:rPr lang="en-US" sz="1200" b="1" noProof="0">
                <a:solidFill>
                  <a:schemeClr val="bg1"/>
                </a:solidFill>
              </a:rPr>
              <a:t>1) Replication of Factors</a:t>
            </a:r>
          </a:p>
        </p:txBody>
      </p:sp>
      <p:sp>
        <p:nvSpPr>
          <p:cNvPr id="9" name="Freeform: Shape 125">
            <a:extLst>
              <a:ext uri="{FF2B5EF4-FFF2-40B4-BE49-F238E27FC236}">
                <a16:creationId xmlns:a16="http://schemas.microsoft.com/office/drawing/2014/main" id="{ABF3AFDE-E883-D9D6-5341-3E02791C2E0D}"/>
              </a:ext>
            </a:extLst>
          </p:cNvPr>
          <p:cNvSpPr/>
          <p:nvPr/>
        </p:nvSpPr>
        <p:spPr bwMode="auto">
          <a:xfrm>
            <a:off x="6133493" y="1540746"/>
            <a:ext cx="5629123" cy="360000"/>
          </a:xfrm>
          <a:custGeom>
            <a:avLst/>
            <a:gdLst>
              <a:gd name="connsiteX0" fmla="*/ 4706 w 3572359"/>
              <a:gd name="connsiteY0" fmla="*/ 0 h 360000"/>
              <a:gd name="connsiteX1" fmla="*/ 3572359 w 3572359"/>
              <a:gd name="connsiteY1" fmla="*/ 0 h 360000"/>
              <a:gd name="connsiteX2" fmla="*/ 3572359 w 3572359"/>
              <a:gd name="connsiteY2" fmla="*/ 360000 h 360000"/>
              <a:gd name="connsiteX3" fmla="*/ 0 w 3572359"/>
              <a:gd name="connsiteY3" fmla="*/ 360000 h 360000"/>
              <a:gd name="connsiteX4" fmla="*/ 0 w 3572359"/>
              <a:gd name="connsiteY4" fmla="*/ 356701 h 360000"/>
              <a:gd name="connsiteX5" fmla="*/ 147054 w 3572359"/>
              <a:gd name="connsiteY5" fmla="*/ 175451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2359" h="360000">
                <a:moveTo>
                  <a:pt x="4706" y="0"/>
                </a:moveTo>
                <a:lnTo>
                  <a:pt x="3572359" y="0"/>
                </a:lnTo>
                <a:lnTo>
                  <a:pt x="3572359" y="360000"/>
                </a:lnTo>
                <a:lnTo>
                  <a:pt x="0" y="360000"/>
                </a:lnTo>
                <a:lnTo>
                  <a:pt x="0" y="356701"/>
                </a:lnTo>
                <a:lnTo>
                  <a:pt x="147054" y="175451"/>
                </a:lnTo>
                <a:close/>
              </a:path>
            </a:pathLst>
          </a:custGeom>
          <a:gradFill flip="none" rotWithShape="1">
            <a:gsLst>
              <a:gs pos="0">
                <a:srgbClr val="113981"/>
              </a:gs>
              <a:gs pos="19000">
                <a:srgbClr val="1848A0"/>
              </a:gs>
              <a:gs pos="0">
                <a:schemeClr val="accent1">
                  <a:lumMod val="40000"/>
                  <a:lumOff val="60000"/>
                </a:schemeClr>
              </a:gs>
              <a:gs pos="100000">
                <a:schemeClr val="accent1"/>
              </a:gs>
              <a:gs pos="100000">
                <a:schemeClr val="accent1"/>
              </a:gs>
              <a:gs pos="100000">
                <a:schemeClr val="accent1">
                  <a:lumMod val="75000"/>
                </a:schemeClr>
              </a:gs>
            </a:gsLst>
            <a:lin ang="1080000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b="1" noProof="0">
                <a:solidFill>
                  <a:schemeClr val="bg1"/>
                </a:solidFill>
                <a:latin typeface="Arial" pitchFamily="34" charset="0"/>
                <a:cs typeface="Arial" pitchFamily="34" charset="0"/>
              </a:rPr>
              <a:t>2) Factor Momentum Strategy</a:t>
            </a:r>
          </a:p>
        </p:txBody>
      </p:sp>
      <p:sp>
        <p:nvSpPr>
          <p:cNvPr id="10" name="Rectangle 10">
            <a:extLst>
              <a:ext uri="{FF2B5EF4-FFF2-40B4-BE49-F238E27FC236}">
                <a16:creationId xmlns:a16="http://schemas.microsoft.com/office/drawing/2014/main" id="{2BD3063C-7F3B-53D9-CAC6-4FFF829AB382}"/>
              </a:ext>
            </a:extLst>
          </p:cNvPr>
          <p:cNvSpPr/>
          <p:nvPr/>
        </p:nvSpPr>
        <p:spPr>
          <a:xfrm>
            <a:off x="6133491" y="1874815"/>
            <a:ext cx="5585465" cy="12594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r>
              <a:rPr lang="en-US" sz="1200" noProof="0">
                <a:solidFill>
                  <a:schemeClr val="tx1"/>
                </a:solidFill>
              </a:rPr>
              <a:t>The Arnott et al. (2023) Factor Momentum strategy is constructed from the replicated factors, similarly to the 1st part.</a:t>
            </a:r>
          </a:p>
          <a:p>
            <a:pPr marL="285750" indent="-285750">
              <a:lnSpc>
                <a:spcPct val="150000"/>
              </a:lnSpc>
              <a:buFont typeface="Arial" panose="020B0604020202020204" pitchFamily="34" charset="0"/>
              <a:buChar char="•"/>
            </a:pPr>
            <a:r>
              <a:rPr lang="en-US" sz="1200" noProof="0">
                <a:solidFill>
                  <a:schemeClr val="tx1"/>
                </a:solidFill>
              </a:rPr>
              <a:t>We proceed with the </a:t>
            </a:r>
            <a:r>
              <a:rPr lang="en-US" sz="1200" b="1" noProof="0">
                <a:solidFill>
                  <a:schemeClr val="tx1"/>
                </a:solidFill>
              </a:rPr>
              <a:t>Long-only 25%</a:t>
            </a:r>
            <a:r>
              <a:rPr lang="en-US" sz="1200" noProof="0">
                <a:solidFill>
                  <a:schemeClr val="tx1"/>
                </a:solidFill>
              </a:rPr>
              <a:t> Factor Momentum Strategy, as it yielded the best results in the 1st part.</a:t>
            </a:r>
            <a:endParaRPr lang="en-US" sz="1400" noProof="0">
              <a:solidFill>
                <a:schemeClr val="tx1"/>
              </a:solidFill>
            </a:endParaRPr>
          </a:p>
        </p:txBody>
      </p:sp>
      <p:sp>
        <p:nvSpPr>
          <p:cNvPr id="11" name="Rettangolo 9">
            <a:extLst>
              <a:ext uri="{FF2B5EF4-FFF2-40B4-BE49-F238E27FC236}">
                <a16:creationId xmlns:a16="http://schemas.microsoft.com/office/drawing/2014/main" id="{6513912A-1062-DBA2-A354-34E847BC1D03}"/>
              </a:ext>
            </a:extLst>
          </p:cNvPr>
          <p:cNvSpPr/>
          <p:nvPr/>
        </p:nvSpPr>
        <p:spPr>
          <a:xfrm>
            <a:off x="6133493" y="3924494"/>
            <a:ext cx="5629123" cy="1527847"/>
          </a:xfrm>
          <a:prstGeom prst="rect">
            <a:avLst/>
          </a:prstGeom>
          <a:pattFill prst="dkDnDiag">
            <a:fgClr>
              <a:schemeClr val="bg2"/>
            </a:fgClr>
            <a:bgClr>
              <a:schemeClr val="bg1"/>
            </a:bgClr>
          </a:patt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Rettangolo 8">
            <a:extLst>
              <a:ext uri="{FF2B5EF4-FFF2-40B4-BE49-F238E27FC236}">
                <a16:creationId xmlns:a16="http://schemas.microsoft.com/office/drawing/2014/main" id="{66E63F74-E25E-D6C8-1BEF-6F4E49B9800C}"/>
              </a:ext>
            </a:extLst>
          </p:cNvPr>
          <p:cNvSpPr/>
          <p:nvPr/>
        </p:nvSpPr>
        <p:spPr>
          <a:xfrm>
            <a:off x="391883" y="3705426"/>
            <a:ext cx="5629123" cy="1746915"/>
          </a:xfrm>
          <a:prstGeom prst="rect">
            <a:avLst/>
          </a:prstGeom>
          <a:pattFill prst="dkDnDiag">
            <a:fgClr>
              <a:schemeClr val="bg2"/>
            </a:fgClr>
            <a:bgClr>
              <a:schemeClr val="bg1"/>
            </a:bgClr>
          </a:patt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Rectangle 10">
            <a:extLst>
              <a:ext uri="{FF2B5EF4-FFF2-40B4-BE49-F238E27FC236}">
                <a16:creationId xmlns:a16="http://schemas.microsoft.com/office/drawing/2014/main" id="{5ADF3CAA-85F0-2F7C-AF56-EC039815A554}"/>
              </a:ext>
            </a:extLst>
          </p:cNvPr>
          <p:cNvSpPr/>
          <p:nvPr/>
        </p:nvSpPr>
        <p:spPr>
          <a:xfrm>
            <a:off x="391877" y="3924494"/>
            <a:ext cx="5666621" cy="152784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r>
              <a:rPr lang="en-US" sz="1200" noProof="0">
                <a:solidFill>
                  <a:schemeClr val="tx1"/>
                </a:solidFill>
              </a:rPr>
              <a:t>Net positions for the Factor Momentum strategy are calculated on the </a:t>
            </a:r>
            <a:r>
              <a:rPr lang="en-US" sz="1200" b="1" noProof="0">
                <a:solidFill>
                  <a:schemeClr val="tx1"/>
                </a:solidFill>
              </a:rPr>
              <a:t>single stock level </a:t>
            </a:r>
            <a:r>
              <a:rPr lang="en-US" sz="1200" noProof="0">
                <a:solidFill>
                  <a:schemeClr val="tx1"/>
                </a:solidFill>
              </a:rPr>
              <a:t>across factors.</a:t>
            </a:r>
          </a:p>
          <a:p>
            <a:pPr marL="285750" indent="-285750">
              <a:lnSpc>
                <a:spcPct val="150000"/>
              </a:lnSpc>
              <a:buFont typeface="Arial" panose="020B0604020202020204" pitchFamily="34" charset="0"/>
              <a:buChar char="•"/>
            </a:pPr>
            <a:r>
              <a:rPr lang="en-US" sz="1200" noProof="0">
                <a:solidFill>
                  <a:schemeClr val="tx1"/>
                </a:solidFill>
              </a:rPr>
              <a:t>As a certain stock can have a long positions in one factor, but a short position within another, it is crucial to net out and work with the resulting position before implementing frictions.</a:t>
            </a:r>
          </a:p>
        </p:txBody>
      </p:sp>
      <p:sp>
        <p:nvSpPr>
          <p:cNvPr id="14" name="Rectangle 10">
            <a:extLst>
              <a:ext uri="{FF2B5EF4-FFF2-40B4-BE49-F238E27FC236}">
                <a16:creationId xmlns:a16="http://schemas.microsoft.com/office/drawing/2014/main" id="{730A7593-F234-52CD-3687-621E00C1178E}"/>
              </a:ext>
            </a:extLst>
          </p:cNvPr>
          <p:cNvSpPr/>
          <p:nvPr/>
        </p:nvSpPr>
        <p:spPr>
          <a:xfrm>
            <a:off x="6148043" y="3934680"/>
            <a:ext cx="5600018" cy="15176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r>
              <a:rPr lang="en-US" sz="1200" noProof="0">
                <a:solidFill>
                  <a:schemeClr val="tx1"/>
                </a:solidFill>
              </a:rPr>
              <a:t>We implement the following frictions to mimic real-life implementation of the strategy:</a:t>
            </a:r>
            <a:endParaRPr lang="en-US" sz="1400" noProof="0">
              <a:solidFill>
                <a:schemeClr val="tx1"/>
              </a:solidFill>
            </a:endParaRPr>
          </a:p>
          <a:p>
            <a:pPr marL="285750" indent="-285750">
              <a:lnSpc>
                <a:spcPct val="150000"/>
              </a:lnSpc>
              <a:buFont typeface="+mj-lt"/>
              <a:buAutoNum type="arabicParenR"/>
            </a:pPr>
            <a:r>
              <a:rPr lang="en-US" sz="1200" b="1" noProof="0">
                <a:solidFill>
                  <a:schemeClr val="tx1"/>
                </a:solidFill>
              </a:rPr>
              <a:t>Transaction Costs.</a:t>
            </a:r>
          </a:p>
          <a:p>
            <a:pPr marL="285750" indent="-285750">
              <a:lnSpc>
                <a:spcPct val="150000"/>
              </a:lnSpc>
              <a:buFont typeface="+mj-lt"/>
              <a:buAutoNum type="arabicParenR"/>
            </a:pPr>
            <a:r>
              <a:rPr lang="en-US" sz="1200" b="1" noProof="0">
                <a:solidFill>
                  <a:schemeClr val="tx1"/>
                </a:solidFill>
              </a:rPr>
              <a:t>Shorting Costs.</a:t>
            </a:r>
          </a:p>
          <a:p>
            <a:pPr marL="285750" indent="-285750">
              <a:lnSpc>
                <a:spcPct val="150000"/>
              </a:lnSpc>
              <a:buFont typeface="+mj-lt"/>
              <a:buAutoNum type="arabicParenR"/>
            </a:pPr>
            <a:r>
              <a:rPr lang="en-US" sz="1200" b="1" noProof="0">
                <a:solidFill>
                  <a:schemeClr val="tx1"/>
                </a:solidFill>
              </a:rPr>
              <a:t>Withholding tax on Dividends.</a:t>
            </a:r>
          </a:p>
        </p:txBody>
      </p:sp>
      <p:sp>
        <p:nvSpPr>
          <p:cNvPr id="15" name="Freeform: Shape 122">
            <a:extLst>
              <a:ext uri="{FF2B5EF4-FFF2-40B4-BE49-F238E27FC236}">
                <a16:creationId xmlns:a16="http://schemas.microsoft.com/office/drawing/2014/main" id="{D02F94F4-AC8C-190D-7B76-3966B00DB02B}"/>
              </a:ext>
            </a:extLst>
          </p:cNvPr>
          <p:cNvSpPr/>
          <p:nvPr/>
        </p:nvSpPr>
        <p:spPr bwMode="auto">
          <a:xfrm rot="5400000">
            <a:off x="3148735" y="806544"/>
            <a:ext cx="361093" cy="5874808"/>
          </a:xfrm>
          <a:custGeom>
            <a:avLst/>
            <a:gdLst>
              <a:gd name="connsiteX0" fmla="*/ 375 w 361093"/>
              <a:gd name="connsiteY0" fmla="*/ 3656409 h 3656409"/>
              <a:gd name="connsiteX1" fmla="*/ 375 w 361093"/>
              <a:gd name="connsiteY1" fmla="*/ 151212 h 3656409"/>
              <a:gd name="connsiteX2" fmla="*/ 360375 w 361093"/>
              <a:gd name="connsiteY2" fmla="*/ 151212 h 3656409"/>
              <a:gd name="connsiteX3" fmla="*/ 360375 w 361093"/>
              <a:gd name="connsiteY3" fmla="*/ 3656409 h 3656409"/>
              <a:gd name="connsiteX4" fmla="*/ 0 w 361093"/>
              <a:gd name="connsiteY4" fmla="*/ 151211 h 3656409"/>
              <a:gd name="connsiteX5" fmla="*/ 0 w 361093"/>
              <a:gd name="connsiteY5" fmla="*/ 146343 h 3656409"/>
              <a:gd name="connsiteX6" fmla="*/ 180375 w 361093"/>
              <a:gd name="connsiteY6" fmla="*/ 0 h 3656409"/>
              <a:gd name="connsiteX7" fmla="*/ 361093 w 361093"/>
              <a:gd name="connsiteY7" fmla="*/ 146622 h 3656409"/>
              <a:gd name="connsiteX8" fmla="*/ 361093 w 361093"/>
              <a:gd name="connsiteY8" fmla="*/ 151211 h 365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093" h="3656409">
                <a:moveTo>
                  <a:pt x="375" y="3656409"/>
                </a:moveTo>
                <a:lnTo>
                  <a:pt x="375" y="151212"/>
                </a:lnTo>
                <a:lnTo>
                  <a:pt x="360375" y="151212"/>
                </a:lnTo>
                <a:lnTo>
                  <a:pt x="360375" y="3656409"/>
                </a:lnTo>
                <a:close/>
                <a:moveTo>
                  <a:pt x="0" y="151211"/>
                </a:moveTo>
                <a:lnTo>
                  <a:pt x="0" y="146343"/>
                </a:lnTo>
                <a:lnTo>
                  <a:pt x="180375" y="0"/>
                </a:lnTo>
                <a:lnTo>
                  <a:pt x="361093" y="146622"/>
                </a:lnTo>
                <a:lnTo>
                  <a:pt x="361093" y="151211"/>
                </a:lnTo>
                <a:close/>
              </a:path>
            </a:pathLst>
          </a:custGeom>
          <a:gradFill flip="none" rotWithShape="1">
            <a:gsLst>
              <a:gs pos="0">
                <a:srgbClr val="113981"/>
              </a:gs>
              <a:gs pos="0">
                <a:srgbClr val="1848A0"/>
              </a:gs>
              <a:gs pos="0">
                <a:schemeClr val="accent1">
                  <a:lumMod val="60000"/>
                  <a:lumOff val="40000"/>
                </a:schemeClr>
              </a:gs>
              <a:gs pos="46000">
                <a:schemeClr val="accent1"/>
              </a:gs>
              <a:gs pos="82000">
                <a:schemeClr val="accent1"/>
              </a:gs>
              <a:gs pos="100000">
                <a:schemeClr val="accent1">
                  <a:lumMod val="75000"/>
                </a:schemeClr>
              </a:gs>
            </a:gsLst>
            <a:lin ang="5400000" scaled="1"/>
            <a:tileRect/>
          </a:gradFill>
          <a:ln w="9525" cap="flat" cmpd="sng" algn="ctr">
            <a:noFill/>
            <a:prstDash val="solid"/>
            <a:round/>
            <a:headEnd type="none" w="med" len="med"/>
            <a:tailEnd type="none" w="med" len="med"/>
          </a:ln>
          <a:effectLst/>
        </p:spPr>
        <p:txBody>
          <a:bodyPr vert="vert270" wrap="square" lIns="0" tIns="0" rIns="18288" bIns="18288" numCol="1" rtlCol="0" anchor="ctr" anchorCtr="0" compatLnSpc="1">
            <a:prstTxWarp prst="textNoShape">
              <a:avLst/>
            </a:prstTxWarp>
            <a:noAutofit/>
          </a:bodyPr>
          <a:lstStyle/>
          <a:p>
            <a:pPr algn="ctr" fontAlgn="base">
              <a:spcBef>
                <a:spcPct val="0"/>
              </a:spcBef>
              <a:spcAft>
                <a:spcPct val="0"/>
              </a:spcAft>
            </a:pPr>
            <a:r>
              <a:rPr lang="en-US" sz="1200" b="1" noProof="0">
                <a:solidFill>
                  <a:schemeClr val="bg1"/>
                </a:solidFill>
              </a:rPr>
              <a:t>3) Net Positions</a:t>
            </a:r>
          </a:p>
        </p:txBody>
      </p:sp>
      <p:sp>
        <p:nvSpPr>
          <p:cNvPr id="16" name="Freeform: Shape 125">
            <a:extLst>
              <a:ext uri="{FF2B5EF4-FFF2-40B4-BE49-F238E27FC236}">
                <a16:creationId xmlns:a16="http://schemas.microsoft.com/office/drawing/2014/main" id="{B45CE2EF-2407-2273-68BA-8AD58AF76810}"/>
              </a:ext>
            </a:extLst>
          </p:cNvPr>
          <p:cNvSpPr/>
          <p:nvPr/>
        </p:nvSpPr>
        <p:spPr bwMode="auto">
          <a:xfrm>
            <a:off x="6133491" y="3569040"/>
            <a:ext cx="5629123" cy="360000"/>
          </a:xfrm>
          <a:custGeom>
            <a:avLst/>
            <a:gdLst>
              <a:gd name="connsiteX0" fmla="*/ 4706 w 3572359"/>
              <a:gd name="connsiteY0" fmla="*/ 0 h 360000"/>
              <a:gd name="connsiteX1" fmla="*/ 3572359 w 3572359"/>
              <a:gd name="connsiteY1" fmla="*/ 0 h 360000"/>
              <a:gd name="connsiteX2" fmla="*/ 3572359 w 3572359"/>
              <a:gd name="connsiteY2" fmla="*/ 360000 h 360000"/>
              <a:gd name="connsiteX3" fmla="*/ 0 w 3572359"/>
              <a:gd name="connsiteY3" fmla="*/ 360000 h 360000"/>
              <a:gd name="connsiteX4" fmla="*/ 0 w 3572359"/>
              <a:gd name="connsiteY4" fmla="*/ 356701 h 360000"/>
              <a:gd name="connsiteX5" fmla="*/ 147054 w 3572359"/>
              <a:gd name="connsiteY5" fmla="*/ 175451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2359" h="360000">
                <a:moveTo>
                  <a:pt x="4706" y="0"/>
                </a:moveTo>
                <a:lnTo>
                  <a:pt x="3572359" y="0"/>
                </a:lnTo>
                <a:lnTo>
                  <a:pt x="3572359" y="360000"/>
                </a:lnTo>
                <a:lnTo>
                  <a:pt x="0" y="360000"/>
                </a:lnTo>
                <a:lnTo>
                  <a:pt x="0" y="356701"/>
                </a:lnTo>
                <a:lnTo>
                  <a:pt x="147054" y="175451"/>
                </a:lnTo>
                <a:close/>
              </a:path>
            </a:pathLst>
          </a:custGeom>
          <a:gradFill flip="none" rotWithShape="1">
            <a:gsLst>
              <a:gs pos="0">
                <a:srgbClr val="113981"/>
              </a:gs>
              <a:gs pos="19000">
                <a:srgbClr val="1848A0"/>
              </a:gs>
              <a:gs pos="0">
                <a:schemeClr val="accent1">
                  <a:lumMod val="40000"/>
                  <a:lumOff val="60000"/>
                </a:schemeClr>
              </a:gs>
              <a:gs pos="100000">
                <a:schemeClr val="accent1"/>
              </a:gs>
              <a:gs pos="100000">
                <a:schemeClr val="accent1"/>
              </a:gs>
              <a:gs pos="100000">
                <a:schemeClr val="accent1">
                  <a:lumMod val="75000"/>
                </a:schemeClr>
              </a:gs>
            </a:gsLst>
            <a:lin ang="1080000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b="1" noProof="0">
                <a:solidFill>
                  <a:schemeClr val="bg1"/>
                </a:solidFill>
                <a:latin typeface="Arial" pitchFamily="34" charset="0"/>
                <a:cs typeface="Arial" pitchFamily="34" charset="0"/>
              </a:rPr>
              <a:t>4) Frictions</a:t>
            </a:r>
          </a:p>
        </p:txBody>
      </p:sp>
      <p:sp>
        <p:nvSpPr>
          <p:cNvPr id="3" name="Rectangle 10">
            <a:extLst>
              <a:ext uri="{FF2B5EF4-FFF2-40B4-BE49-F238E27FC236}">
                <a16:creationId xmlns:a16="http://schemas.microsoft.com/office/drawing/2014/main" id="{9C679237-2541-6129-C7C7-1AA9D2661772}"/>
              </a:ext>
            </a:extLst>
          </p:cNvPr>
          <p:cNvSpPr/>
          <p:nvPr/>
        </p:nvSpPr>
        <p:spPr>
          <a:xfrm>
            <a:off x="391886" y="5808453"/>
            <a:ext cx="11375136" cy="701695"/>
          </a:xfrm>
          <a:prstGeom prst="rect">
            <a:avLst/>
          </a:prstGeom>
          <a:gradFill flip="none" rotWithShape="1">
            <a:gsLst>
              <a:gs pos="0">
                <a:srgbClr val="113981"/>
              </a:gs>
              <a:gs pos="19000">
                <a:srgbClr val="1848A0"/>
              </a:gs>
              <a:gs pos="0">
                <a:schemeClr val="accent1">
                  <a:lumMod val="40000"/>
                  <a:lumOff val="60000"/>
                </a:schemeClr>
              </a:gs>
              <a:gs pos="100000">
                <a:schemeClr val="accent1"/>
              </a:gs>
              <a:gs pos="100000">
                <a:schemeClr val="accent1"/>
              </a:gs>
              <a:gs pos="100000">
                <a:schemeClr val="accent1">
                  <a:lumMod val="75000"/>
                </a:schemeClr>
              </a:gs>
            </a:gsLst>
            <a:lin ang="1080000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algn="ctr" defTabSz="457200"/>
            <a:r>
              <a:rPr lang="en-US" sz="1600" b="1" noProof="0">
                <a:solidFill>
                  <a:schemeClr val="bg1"/>
                </a:solidFill>
                <a:cs typeface="Arial" pitchFamily="34" charset="0"/>
              </a:rPr>
              <a:t>This framework allows us to move from factor-level signals to an implementable single-stock strategy and quantify how real-world frictions affect performance.</a:t>
            </a:r>
          </a:p>
        </p:txBody>
      </p:sp>
    </p:spTree>
    <p:extLst>
      <p:ext uri="{BB962C8B-B14F-4D97-AF65-F5344CB8AC3E}">
        <p14:creationId xmlns:p14="http://schemas.microsoft.com/office/powerpoint/2010/main" val="3140400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59715-443E-19FE-7F22-BA70B1EF139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C9C332B-5A94-727F-7C4D-9147D91ED686}"/>
              </a:ext>
            </a:extLst>
          </p:cNvPr>
          <p:cNvSpPr>
            <a:spLocks noGrp="1"/>
          </p:cNvSpPr>
          <p:nvPr>
            <p:ph type="body" sz="quarter" idx="13"/>
          </p:nvPr>
        </p:nvSpPr>
        <p:spPr/>
        <p:txBody>
          <a:bodyPr/>
          <a:lstStyle/>
          <a:p>
            <a:r>
              <a:rPr lang="en-US" noProof="0"/>
              <a:t>Part 2 (Single-stock level) – Replication, Net Positions, Frictions</a:t>
            </a:r>
          </a:p>
        </p:txBody>
      </p:sp>
      <p:sp>
        <p:nvSpPr>
          <p:cNvPr id="4" name="Rectangle 3">
            <a:extLst>
              <a:ext uri="{FF2B5EF4-FFF2-40B4-BE49-F238E27FC236}">
                <a16:creationId xmlns:a16="http://schemas.microsoft.com/office/drawing/2014/main" id="{1FD929E8-CFDF-4D99-02C3-03BE05794A2A}"/>
              </a:ext>
            </a:extLst>
          </p:cNvPr>
          <p:cNvSpPr/>
          <p:nvPr/>
        </p:nvSpPr>
        <p:spPr>
          <a:xfrm>
            <a:off x="391886" y="881744"/>
            <a:ext cx="1137513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Factor Momentum </a:t>
            </a:r>
            <a:r>
              <a:rPr lang="en-US" b="1" noProof="0">
                <a:solidFill>
                  <a:schemeClr val="bg1"/>
                </a:solidFill>
              </a:rPr>
              <a:t>Strategy Performance</a:t>
            </a:r>
            <a:endParaRPr lang="en-US" sz="1800" b="1" noProof="0">
              <a:solidFill>
                <a:schemeClr val="bg1"/>
              </a:solidFill>
            </a:endParaRPr>
          </a:p>
        </p:txBody>
      </p:sp>
      <p:pic>
        <p:nvPicPr>
          <p:cNvPr id="6" name="Picture 5">
            <a:extLst>
              <a:ext uri="{FF2B5EF4-FFF2-40B4-BE49-F238E27FC236}">
                <a16:creationId xmlns:a16="http://schemas.microsoft.com/office/drawing/2014/main" id="{17B93507-9164-73A9-1B58-A263BF3F6AFB}"/>
              </a:ext>
            </a:extLst>
          </p:cNvPr>
          <p:cNvPicPr>
            <a:picLocks noChangeAspect="1"/>
          </p:cNvPicPr>
          <p:nvPr/>
        </p:nvPicPr>
        <p:blipFill>
          <a:blip r:embed="rId3"/>
          <a:stretch>
            <a:fillRect/>
          </a:stretch>
        </p:blipFill>
        <p:spPr>
          <a:xfrm>
            <a:off x="391886" y="1748308"/>
            <a:ext cx="6429828" cy="4592734"/>
          </a:xfrm>
          <a:prstGeom prst="rect">
            <a:avLst/>
          </a:prstGeom>
        </p:spPr>
      </p:pic>
      <p:sp>
        <p:nvSpPr>
          <p:cNvPr id="7" name="Triangolo 11">
            <a:extLst>
              <a:ext uri="{FF2B5EF4-FFF2-40B4-BE49-F238E27FC236}">
                <a16:creationId xmlns:a16="http://schemas.microsoft.com/office/drawing/2014/main" id="{1CA55C27-CB41-C254-1D3E-3D0DA971B8A0}"/>
              </a:ext>
            </a:extLst>
          </p:cNvPr>
          <p:cNvSpPr/>
          <p:nvPr/>
        </p:nvSpPr>
        <p:spPr>
          <a:xfrm rot="5400000">
            <a:off x="6627791" y="3826216"/>
            <a:ext cx="2959850" cy="2069801"/>
          </a:xfrm>
          <a:prstGeom prst="triangle">
            <a:avLst/>
          </a:prstGeom>
          <a:gradFill flip="none" rotWithShape="1">
            <a:gsLst>
              <a:gs pos="74000">
                <a:schemeClr val="accent2">
                  <a:lumMod val="20000"/>
                  <a:lumOff val="80000"/>
                </a:schemeClr>
              </a:gs>
              <a:gs pos="21000">
                <a:schemeClr val="bg1">
                  <a:lumMod val="95000"/>
                </a:schemeClr>
              </a:gs>
              <a:gs pos="39000">
                <a:schemeClr val="bg1">
                  <a:lumMod val="95000"/>
                  <a:alpha val="97000"/>
                </a:schemeClr>
              </a:gs>
              <a:gs pos="95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CasellaDiTesto 1">
            <a:extLst>
              <a:ext uri="{FF2B5EF4-FFF2-40B4-BE49-F238E27FC236}">
                <a16:creationId xmlns:a16="http://schemas.microsoft.com/office/drawing/2014/main" id="{25E7F294-4BD0-3DC1-A18C-FC8AB6AD3020}"/>
              </a:ext>
            </a:extLst>
          </p:cNvPr>
          <p:cNvSpPr txBox="1"/>
          <p:nvPr/>
        </p:nvSpPr>
        <p:spPr>
          <a:xfrm>
            <a:off x="8107717" y="3381191"/>
            <a:ext cx="2791882" cy="2959849"/>
          </a:xfrm>
          <a:prstGeom prst="rect">
            <a:avLst/>
          </a:prstGeom>
          <a:solidFill>
            <a:schemeClr val="bg1">
              <a:lumMod val="95000"/>
            </a:schemeClr>
          </a:solidFill>
          <a:ln w="15875">
            <a:noFill/>
            <a:prstDash val="dash"/>
          </a:ln>
          <a:effectLst>
            <a:outerShdw blurRad="165100" sx="103000" sy="103000" algn="ctr" rotWithShape="0">
              <a:schemeClr val="tx1">
                <a:alpha val="28000"/>
              </a:schemeClr>
            </a:outerShdw>
          </a:effectLst>
        </p:spPr>
        <p:txBody>
          <a:bodyPr wrap="square" rtlCol="0">
            <a:spAutoFit/>
          </a:bodyPr>
          <a:lstStyle/>
          <a:p>
            <a:pPr algn="ctr">
              <a:lnSpc>
                <a:spcPct val="150000"/>
              </a:lnSpc>
            </a:pPr>
            <a:r>
              <a:rPr lang="en-US" sz="1400" noProof="0"/>
              <a:t>The replication of the </a:t>
            </a:r>
            <a:r>
              <a:rPr lang="en-US" sz="1400" b="1" noProof="0"/>
              <a:t>Long-only 25% Factor Momentum </a:t>
            </a:r>
            <a:r>
              <a:rPr lang="en-US" sz="1400" noProof="0"/>
              <a:t>Strategy (1-day lag) from single stocks shows a </a:t>
            </a:r>
            <a:r>
              <a:rPr lang="en-US" sz="1400" b="1" noProof="0"/>
              <a:t>steadily growing performance </a:t>
            </a:r>
            <a:r>
              <a:rPr lang="en-US" sz="1400" noProof="0"/>
              <a:t>over the whole sample. While the Market delivered a higher absolute performance it did so with a 2.2x higher volatility.</a:t>
            </a:r>
            <a:endParaRPr lang="en-US" sz="1100" noProof="0">
              <a:solidFill>
                <a:srgbClr val="FF0000"/>
              </a:solidFill>
              <a:highlight>
                <a:srgbClr val="FFFF00"/>
              </a:highlight>
            </a:endParaRPr>
          </a:p>
        </p:txBody>
      </p:sp>
      <p:graphicFrame>
        <p:nvGraphicFramePr>
          <p:cNvPr id="31" name="Table 6">
            <a:extLst>
              <a:ext uri="{FF2B5EF4-FFF2-40B4-BE49-F238E27FC236}">
                <a16:creationId xmlns:a16="http://schemas.microsoft.com/office/drawing/2014/main" id="{9047C017-141A-BC97-38DB-A420D8FCBAC7}"/>
              </a:ext>
            </a:extLst>
          </p:cNvPr>
          <p:cNvGraphicFramePr>
            <a:graphicFrameLocks noGrp="1"/>
          </p:cNvGraphicFramePr>
          <p:nvPr>
            <p:extLst>
              <p:ext uri="{D42A27DB-BD31-4B8C-83A1-F6EECF244321}">
                <p14:modId xmlns:p14="http://schemas.microsoft.com/office/powerpoint/2010/main" val="4191251487"/>
              </p:ext>
            </p:extLst>
          </p:nvPr>
        </p:nvGraphicFramePr>
        <p:xfrm>
          <a:off x="7072816" y="1748308"/>
          <a:ext cx="4694206" cy="1097280"/>
        </p:xfrm>
        <a:graphic>
          <a:graphicData uri="http://schemas.openxmlformats.org/drawingml/2006/table">
            <a:tbl>
              <a:tblPr firstRow="1" bandRow="1"/>
              <a:tblGrid>
                <a:gridCol w="1557225">
                  <a:extLst>
                    <a:ext uri="{9D8B030D-6E8A-4147-A177-3AD203B41FA5}">
                      <a16:colId xmlns:a16="http://schemas.microsoft.com/office/drawing/2014/main" val="3427500251"/>
                    </a:ext>
                  </a:extLst>
                </a:gridCol>
                <a:gridCol w="1502630">
                  <a:extLst>
                    <a:ext uri="{9D8B030D-6E8A-4147-A177-3AD203B41FA5}">
                      <a16:colId xmlns:a16="http://schemas.microsoft.com/office/drawing/2014/main" val="2432520645"/>
                    </a:ext>
                  </a:extLst>
                </a:gridCol>
                <a:gridCol w="1634351">
                  <a:extLst>
                    <a:ext uri="{9D8B030D-6E8A-4147-A177-3AD203B41FA5}">
                      <a16:colId xmlns:a16="http://schemas.microsoft.com/office/drawing/2014/main" val="1122700182"/>
                    </a:ext>
                  </a:extLst>
                </a:gridCol>
              </a:tblGrid>
              <a:tr h="272898">
                <a:tc>
                  <a:txBody>
                    <a:bodyPr/>
                    <a:lstStyle>
                      <a:lvl1pPr marL="0" algn="l" defTabSz="914400" rtl="0" eaLnBrk="1" latinLnBrk="0" hangingPunct="1">
                        <a:defRPr sz="1800" b="1" kern="1200">
                          <a:solidFill>
                            <a:schemeClr val="lt1"/>
                          </a:solidFill>
                          <a:latin typeface="Arial"/>
                          <a:cs typeface="Arial"/>
                        </a:defRPr>
                      </a:lvl1pPr>
                      <a:lvl2pPr marL="457200" algn="l" defTabSz="914400" rtl="0" eaLnBrk="1" latinLnBrk="0" hangingPunct="1">
                        <a:defRPr sz="1800" b="1" kern="1200">
                          <a:solidFill>
                            <a:schemeClr val="lt1"/>
                          </a:solidFill>
                          <a:latin typeface="Arial"/>
                          <a:cs typeface="Arial"/>
                        </a:defRPr>
                      </a:lvl2pPr>
                      <a:lvl3pPr marL="914400" algn="l" defTabSz="914400" rtl="0" eaLnBrk="1" latinLnBrk="0" hangingPunct="1">
                        <a:defRPr sz="1800" b="1" kern="1200">
                          <a:solidFill>
                            <a:schemeClr val="lt1"/>
                          </a:solidFill>
                          <a:latin typeface="Arial"/>
                          <a:cs typeface="Arial"/>
                        </a:defRPr>
                      </a:lvl3pPr>
                      <a:lvl4pPr marL="1371600" algn="l" defTabSz="914400" rtl="0" eaLnBrk="1" latinLnBrk="0" hangingPunct="1">
                        <a:defRPr sz="1800" b="1" kern="1200">
                          <a:solidFill>
                            <a:schemeClr val="lt1"/>
                          </a:solidFill>
                          <a:latin typeface="Arial"/>
                          <a:cs typeface="Arial"/>
                        </a:defRPr>
                      </a:lvl4pPr>
                      <a:lvl5pPr marL="1828800" algn="l" defTabSz="914400" rtl="0" eaLnBrk="1" latinLnBrk="0" hangingPunct="1">
                        <a:defRPr sz="1800" b="1" kern="1200">
                          <a:solidFill>
                            <a:schemeClr val="lt1"/>
                          </a:solidFill>
                          <a:latin typeface="Arial"/>
                          <a:cs typeface="Arial"/>
                        </a:defRPr>
                      </a:lvl5pPr>
                      <a:lvl6pPr marL="2286000" algn="l" defTabSz="914400" rtl="0" eaLnBrk="1" latinLnBrk="0" hangingPunct="1">
                        <a:defRPr sz="1800" b="1" kern="1200">
                          <a:solidFill>
                            <a:schemeClr val="lt1"/>
                          </a:solidFill>
                          <a:latin typeface="Arial"/>
                          <a:cs typeface="Arial"/>
                        </a:defRPr>
                      </a:lvl6pPr>
                      <a:lvl7pPr marL="2743200" algn="l" defTabSz="914400" rtl="0" eaLnBrk="1" latinLnBrk="0" hangingPunct="1">
                        <a:defRPr sz="1800" b="1" kern="1200">
                          <a:solidFill>
                            <a:schemeClr val="lt1"/>
                          </a:solidFill>
                          <a:latin typeface="Arial"/>
                          <a:cs typeface="Arial"/>
                        </a:defRPr>
                      </a:lvl7pPr>
                      <a:lvl8pPr marL="3200400" algn="l" defTabSz="914400" rtl="0" eaLnBrk="1" latinLnBrk="0" hangingPunct="1">
                        <a:defRPr sz="1800" b="1" kern="1200">
                          <a:solidFill>
                            <a:schemeClr val="lt1"/>
                          </a:solidFill>
                          <a:latin typeface="Arial"/>
                          <a:cs typeface="Arial"/>
                        </a:defRPr>
                      </a:lvl8pPr>
                      <a:lvl9pPr marL="3657600" algn="l" defTabSz="914400" rtl="0" eaLnBrk="1" latinLnBrk="0" hangingPunct="1">
                        <a:defRPr sz="1800" b="1" kern="1200">
                          <a:solidFill>
                            <a:schemeClr val="lt1"/>
                          </a:solidFill>
                          <a:latin typeface="Arial"/>
                          <a:cs typeface="Arial"/>
                        </a:defRPr>
                      </a:lvl9pPr>
                    </a:lstStyle>
                    <a:p>
                      <a:pPr algn="ctr" rtl="0"/>
                      <a:r>
                        <a:rPr lang="en-US" sz="1200" noProof="0">
                          <a:latin typeface="Century Gothic (Headings)"/>
                          <a:cs typeface="Arial"/>
                        </a:rPr>
                        <a:t>Strategy Metrics</a:t>
                      </a:r>
                      <a:endParaRPr lang="en-US" sz="1200" noProof="0">
                        <a:latin typeface="Century Gothic (Headings)"/>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B2B65"/>
                    </a:solidFill>
                  </a:tcPr>
                </a:tc>
                <a:tc>
                  <a:txBody>
                    <a:bodyPr/>
                    <a:lstStyle>
                      <a:lvl1pPr marL="0" algn="l" defTabSz="914400" rtl="0" eaLnBrk="1" latinLnBrk="0" hangingPunct="1">
                        <a:defRPr sz="1800" b="1" kern="1200">
                          <a:solidFill>
                            <a:schemeClr val="lt1"/>
                          </a:solidFill>
                          <a:latin typeface="Arial"/>
                          <a:cs typeface="Arial"/>
                        </a:defRPr>
                      </a:lvl1pPr>
                      <a:lvl2pPr marL="457200" algn="l" defTabSz="914400" rtl="0" eaLnBrk="1" latinLnBrk="0" hangingPunct="1">
                        <a:defRPr sz="1800" b="1" kern="1200">
                          <a:solidFill>
                            <a:schemeClr val="lt1"/>
                          </a:solidFill>
                          <a:latin typeface="Arial"/>
                          <a:cs typeface="Arial"/>
                        </a:defRPr>
                      </a:lvl2pPr>
                      <a:lvl3pPr marL="914400" algn="l" defTabSz="914400" rtl="0" eaLnBrk="1" latinLnBrk="0" hangingPunct="1">
                        <a:defRPr sz="1800" b="1" kern="1200">
                          <a:solidFill>
                            <a:schemeClr val="lt1"/>
                          </a:solidFill>
                          <a:latin typeface="Arial"/>
                          <a:cs typeface="Arial"/>
                        </a:defRPr>
                      </a:lvl3pPr>
                      <a:lvl4pPr marL="1371600" algn="l" defTabSz="914400" rtl="0" eaLnBrk="1" latinLnBrk="0" hangingPunct="1">
                        <a:defRPr sz="1800" b="1" kern="1200">
                          <a:solidFill>
                            <a:schemeClr val="lt1"/>
                          </a:solidFill>
                          <a:latin typeface="Arial"/>
                          <a:cs typeface="Arial"/>
                        </a:defRPr>
                      </a:lvl4pPr>
                      <a:lvl5pPr marL="1828800" algn="l" defTabSz="914400" rtl="0" eaLnBrk="1" latinLnBrk="0" hangingPunct="1">
                        <a:defRPr sz="1800" b="1" kern="1200">
                          <a:solidFill>
                            <a:schemeClr val="lt1"/>
                          </a:solidFill>
                          <a:latin typeface="Arial"/>
                          <a:cs typeface="Arial"/>
                        </a:defRPr>
                      </a:lvl5pPr>
                      <a:lvl6pPr marL="2286000" algn="l" defTabSz="914400" rtl="0" eaLnBrk="1" latinLnBrk="0" hangingPunct="1">
                        <a:defRPr sz="1800" b="1" kern="1200">
                          <a:solidFill>
                            <a:schemeClr val="lt1"/>
                          </a:solidFill>
                          <a:latin typeface="Arial"/>
                          <a:cs typeface="Arial"/>
                        </a:defRPr>
                      </a:lvl6pPr>
                      <a:lvl7pPr marL="2743200" algn="l" defTabSz="914400" rtl="0" eaLnBrk="1" latinLnBrk="0" hangingPunct="1">
                        <a:defRPr sz="1800" b="1" kern="1200">
                          <a:solidFill>
                            <a:schemeClr val="lt1"/>
                          </a:solidFill>
                          <a:latin typeface="Arial"/>
                          <a:cs typeface="Arial"/>
                        </a:defRPr>
                      </a:lvl7pPr>
                      <a:lvl8pPr marL="3200400" algn="l" defTabSz="914400" rtl="0" eaLnBrk="1" latinLnBrk="0" hangingPunct="1">
                        <a:defRPr sz="1800" b="1" kern="1200">
                          <a:solidFill>
                            <a:schemeClr val="lt1"/>
                          </a:solidFill>
                          <a:latin typeface="Arial"/>
                          <a:cs typeface="Arial"/>
                        </a:defRPr>
                      </a:lvl8pPr>
                      <a:lvl9pPr marL="3657600" algn="l" defTabSz="914400" rtl="0" eaLnBrk="1" latinLnBrk="0" hangingPunct="1">
                        <a:defRPr sz="1800" b="1" kern="1200">
                          <a:solidFill>
                            <a:schemeClr val="lt1"/>
                          </a:solidFill>
                          <a:latin typeface="Arial"/>
                          <a:cs typeface="Arial"/>
                        </a:defRPr>
                      </a:lvl9pPr>
                    </a:lstStyle>
                    <a:p>
                      <a:pPr algn="ctr" rtl="0"/>
                      <a:r>
                        <a:rPr lang="en-US" sz="1200" noProof="0">
                          <a:latin typeface="Century Gothic (Headings)"/>
                          <a:cs typeface="Arial"/>
                        </a:rPr>
                        <a:t>Gross (Lagged)</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B2B65"/>
                    </a:solidFill>
                  </a:tcPr>
                </a:tc>
                <a:tc>
                  <a:txBody>
                    <a:bodyPr/>
                    <a:lstStyle>
                      <a:lvl1pPr marL="0" algn="l" defTabSz="914400" rtl="0" eaLnBrk="1" latinLnBrk="0" hangingPunct="1">
                        <a:defRPr sz="1800" b="1" kern="1200">
                          <a:solidFill>
                            <a:schemeClr val="lt1"/>
                          </a:solidFill>
                          <a:latin typeface="Arial"/>
                          <a:cs typeface="Arial"/>
                        </a:defRPr>
                      </a:lvl1pPr>
                      <a:lvl2pPr marL="457200" algn="l" defTabSz="914400" rtl="0" eaLnBrk="1" latinLnBrk="0" hangingPunct="1">
                        <a:defRPr sz="1800" b="1" kern="1200">
                          <a:solidFill>
                            <a:schemeClr val="lt1"/>
                          </a:solidFill>
                          <a:latin typeface="Arial"/>
                          <a:cs typeface="Arial"/>
                        </a:defRPr>
                      </a:lvl2pPr>
                      <a:lvl3pPr marL="914400" algn="l" defTabSz="914400" rtl="0" eaLnBrk="1" latinLnBrk="0" hangingPunct="1">
                        <a:defRPr sz="1800" b="1" kern="1200">
                          <a:solidFill>
                            <a:schemeClr val="lt1"/>
                          </a:solidFill>
                          <a:latin typeface="Arial"/>
                          <a:cs typeface="Arial"/>
                        </a:defRPr>
                      </a:lvl3pPr>
                      <a:lvl4pPr marL="1371600" algn="l" defTabSz="914400" rtl="0" eaLnBrk="1" latinLnBrk="0" hangingPunct="1">
                        <a:defRPr sz="1800" b="1" kern="1200">
                          <a:solidFill>
                            <a:schemeClr val="lt1"/>
                          </a:solidFill>
                          <a:latin typeface="Arial"/>
                          <a:cs typeface="Arial"/>
                        </a:defRPr>
                      </a:lvl4pPr>
                      <a:lvl5pPr marL="1828800" algn="l" defTabSz="914400" rtl="0" eaLnBrk="1" latinLnBrk="0" hangingPunct="1">
                        <a:defRPr sz="1800" b="1" kern="1200">
                          <a:solidFill>
                            <a:schemeClr val="lt1"/>
                          </a:solidFill>
                          <a:latin typeface="Arial"/>
                          <a:cs typeface="Arial"/>
                        </a:defRPr>
                      </a:lvl5pPr>
                      <a:lvl6pPr marL="2286000" algn="l" defTabSz="914400" rtl="0" eaLnBrk="1" latinLnBrk="0" hangingPunct="1">
                        <a:defRPr sz="1800" b="1" kern="1200">
                          <a:solidFill>
                            <a:schemeClr val="lt1"/>
                          </a:solidFill>
                          <a:latin typeface="Arial"/>
                          <a:cs typeface="Arial"/>
                        </a:defRPr>
                      </a:lvl6pPr>
                      <a:lvl7pPr marL="2743200" algn="l" defTabSz="914400" rtl="0" eaLnBrk="1" latinLnBrk="0" hangingPunct="1">
                        <a:defRPr sz="1800" b="1" kern="1200">
                          <a:solidFill>
                            <a:schemeClr val="lt1"/>
                          </a:solidFill>
                          <a:latin typeface="Arial"/>
                          <a:cs typeface="Arial"/>
                        </a:defRPr>
                      </a:lvl7pPr>
                      <a:lvl8pPr marL="3200400" algn="l" defTabSz="914400" rtl="0" eaLnBrk="1" latinLnBrk="0" hangingPunct="1">
                        <a:defRPr sz="1800" b="1" kern="1200">
                          <a:solidFill>
                            <a:schemeClr val="lt1"/>
                          </a:solidFill>
                          <a:latin typeface="Arial"/>
                          <a:cs typeface="Arial"/>
                        </a:defRPr>
                      </a:lvl8pPr>
                      <a:lvl9pPr marL="3657600" algn="l" defTabSz="914400" rtl="0" eaLnBrk="1" latinLnBrk="0" hangingPunct="1">
                        <a:defRPr sz="1800" b="1" kern="1200">
                          <a:solidFill>
                            <a:schemeClr val="lt1"/>
                          </a:solidFill>
                          <a:latin typeface="Arial"/>
                          <a:cs typeface="Arial"/>
                        </a:defRPr>
                      </a:lvl9pPr>
                    </a:lstStyle>
                    <a:p>
                      <a:pPr algn="ctr" rtl="0"/>
                      <a:r>
                        <a:rPr lang="en-US" sz="1200" noProof="0">
                          <a:latin typeface="Century Gothic (Headings)"/>
                          <a:cs typeface="Arial"/>
                        </a:rPr>
                        <a:t>Mkt-RF</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B2B65"/>
                    </a:solidFill>
                  </a:tcPr>
                </a:tc>
                <a:extLst>
                  <a:ext uri="{0D108BD9-81ED-4DB2-BD59-A6C34878D82A}">
                    <a16:rowId xmlns:a16="http://schemas.microsoft.com/office/drawing/2014/main" val="2735946129"/>
                  </a:ext>
                </a:extLst>
              </a:tr>
              <a:tr h="272898">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rtl="0" eaLnBrk="1" fontAlgn="auto" latinLnBrk="0" hangingPunct="1">
                        <a:lnSpc>
                          <a:spcPct val="100000"/>
                        </a:lnSpc>
                        <a:spcBef>
                          <a:spcPts val="0"/>
                        </a:spcBef>
                        <a:spcAft>
                          <a:spcPts val="0"/>
                        </a:spcAft>
                        <a:buClrTx/>
                        <a:buSzTx/>
                        <a:buFont typeface="+mj-lt"/>
                        <a:buNone/>
                      </a:pPr>
                      <a:r>
                        <a:rPr lang="en-US" sz="1200" noProof="0">
                          <a:latin typeface="Century Gothic (Headings)"/>
                        </a:rPr>
                        <a:t>Ann. Return </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defTabSz="806867" rtl="0" eaLnBrk="1" fontAlgn="auto" latinLnBrk="0" hangingPunct="1">
                        <a:lnSpc>
                          <a:spcPct val="100000"/>
                        </a:lnSpc>
                        <a:spcBef>
                          <a:spcPts val="0"/>
                        </a:spcBef>
                        <a:spcAft>
                          <a:spcPts val="0"/>
                        </a:spcAft>
                        <a:buClrTx/>
                        <a:buSzTx/>
                        <a:buFont typeface="+mj-lt"/>
                        <a:buNone/>
                        <a:tabLst/>
                        <a:defRPr/>
                      </a:pPr>
                      <a:r>
                        <a:rPr lang="en-US" sz="1200" noProof="0">
                          <a:latin typeface="Century Gothic (Headings)"/>
                        </a:rPr>
                        <a:t>0.0266</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rtl="0" eaLnBrk="1" fontAlgn="auto" latinLnBrk="0" hangingPunct="1">
                        <a:lnSpc>
                          <a:spcPct val="100000"/>
                        </a:lnSpc>
                        <a:spcBef>
                          <a:spcPts val="0"/>
                        </a:spcBef>
                        <a:spcAft>
                          <a:spcPts val="0"/>
                        </a:spcAft>
                        <a:buClrTx/>
                        <a:buSzTx/>
                        <a:buFont typeface="+mj-lt"/>
                        <a:buNone/>
                      </a:pPr>
                      <a:r>
                        <a:rPr lang="en-US" sz="1200" noProof="0">
                          <a:latin typeface="Century Gothic (Headings)"/>
                        </a:rPr>
                        <a:t>0.0723</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34668997"/>
                  </a:ext>
                </a:extLst>
              </a:tr>
              <a:tr h="272898">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defTabSz="806867" rtl="0" eaLnBrk="1" fontAlgn="auto" latinLnBrk="0" hangingPunct="1">
                        <a:lnSpc>
                          <a:spcPct val="100000"/>
                        </a:lnSpc>
                        <a:spcBef>
                          <a:spcPts val="0"/>
                        </a:spcBef>
                        <a:spcAft>
                          <a:spcPts val="0"/>
                        </a:spcAft>
                        <a:buClrTx/>
                        <a:buSzTx/>
                        <a:buFont typeface="+mj-lt"/>
                        <a:buNone/>
                        <a:tabLst/>
                        <a:defRPr/>
                      </a:pPr>
                      <a:r>
                        <a:rPr lang="en-US" sz="1200" noProof="0">
                          <a:latin typeface="Century Gothic (Headings)"/>
                        </a:rPr>
                        <a:t>Ann. Volatility</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defTabSz="806867" rtl="0" eaLnBrk="1" fontAlgn="auto" latinLnBrk="0" hangingPunct="1">
                        <a:lnSpc>
                          <a:spcPct val="100000"/>
                        </a:lnSpc>
                        <a:spcBef>
                          <a:spcPts val="0"/>
                        </a:spcBef>
                        <a:spcAft>
                          <a:spcPts val="0"/>
                        </a:spcAft>
                        <a:buClrTx/>
                        <a:buSzTx/>
                        <a:buFont typeface="+mj-lt"/>
                        <a:buNone/>
                        <a:tabLst/>
                        <a:defRPr/>
                      </a:pPr>
                      <a:r>
                        <a:rPr lang="en-US" sz="1200" noProof="0">
                          <a:latin typeface="Century Gothic (Headings)"/>
                        </a:rPr>
                        <a:t>0.0724</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lvl="0" indent="0" algn="ctr">
                        <a:lnSpc>
                          <a:spcPct val="100000"/>
                        </a:lnSpc>
                        <a:buNone/>
                      </a:pPr>
                      <a:r>
                        <a:rPr lang="en-US" sz="1200" noProof="0">
                          <a:latin typeface="Century Gothic (Headings)"/>
                        </a:rPr>
                        <a:t>0.1613</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68123943"/>
                  </a:ext>
                </a:extLst>
              </a:tr>
              <a:tr h="272898">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rtl="0">
                        <a:lnSpc>
                          <a:spcPct val="100000"/>
                        </a:lnSpc>
                        <a:spcBef>
                          <a:spcPts val="0"/>
                        </a:spcBef>
                        <a:spcAft>
                          <a:spcPts val="0"/>
                        </a:spcAft>
                        <a:buClrTx/>
                        <a:buSzTx/>
                        <a:buFont typeface="+mj-lt"/>
                        <a:buNone/>
                      </a:pPr>
                      <a:r>
                        <a:rPr lang="en-US" sz="1200" noProof="0">
                          <a:latin typeface="Century Gothic (Headings)"/>
                        </a:rPr>
                        <a:t>Sharpe (Rf=0%) </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defTabSz="806867" rtl="0">
                        <a:lnSpc>
                          <a:spcPct val="100000"/>
                        </a:lnSpc>
                        <a:spcBef>
                          <a:spcPts val="0"/>
                        </a:spcBef>
                        <a:spcAft>
                          <a:spcPts val="0"/>
                        </a:spcAft>
                        <a:buClrTx/>
                        <a:buSzTx/>
                        <a:buFont typeface="+mj-lt"/>
                        <a:buNone/>
                        <a:tabLst/>
                        <a:defRPr/>
                      </a:pPr>
                      <a:r>
                        <a:rPr lang="en-US" sz="1200" noProof="0">
                          <a:latin typeface="Century Gothic (Headings)"/>
                        </a:rPr>
                        <a:t>0.3681</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lvl="0" indent="0" algn="ctr">
                        <a:lnSpc>
                          <a:spcPct val="100000"/>
                        </a:lnSpc>
                        <a:buNone/>
                      </a:pPr>
                      <a:r>
                        <a:rPr lang="en-US" sz="1200" noProof="0">
                          <a:latin typeface="Century Gothic (Headings)"/>
                        </a:rPr>
                        <a:t>0.4501</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28003065"/>
                  </a:ext>
                </a:extLst>
              </a:tr>
            </a:tbl>
          </a:graphicData>
        </a:graphic>
      </p:graphicFrame>
    </p:spTree>
    <p:extLst>
      <p:ext uri="{BB962C8B-B14F-4D97-AF65-F5344CB8AC3E}">
        <p14:creationId xmlns:p14="http://schemas.microsoft.com/office/powerpoint/2010/main" val="3501864848"/>
      </p:ext>
    </p:extLst>
  </p:cSld>
  <p:clrMapOvr>
    <a:masterClrMapping/>
  </p:clrMapOvr>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3683E-4686-E289-5514-0DCEE351732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3E65055-79EC-058A-575F-8B8AA5B70125}"/>
              </a:ext>
            </a:extLst>
          </p:cNvPr>
          <p:cNvSpPr>
            <a:spLocks noGrp="1"/>
          </p:cNvSpPr>
          <p:nvPr>
            <p:ph type="body" sz="quarter" idx="13"/>
          </p:nvPr>
        </p:nvSpPr>
        <p:spPr/>
        <p:txBody>
          <a:bodyPr/>
          <a:lstStyle/>
          <a:p>
            <a:r>
              <a:rPr lang="en-US" noProof="0"/>
              <a:t>Part 2 (Single-stock level) – Replication, Net Positions, Frictions</a:t>
            </a:r>
          </a:p>
        </p:txBody>
      </p:sp>
      <p:sp>
        <p:nvSpPr>
          <p:cNvPr id="4" name="Rectangle 3">
            <a:extLst>
              <a:ext uri="{FF2B5EF4-FFF2-40B4-BE49-F238E27FC236}">
                <a16:creationId xmlns:a16="http://schemas.microsoft.com/office/drawing/2014/main" id="{155BB847-68CB-E39F-398A-59F095194013}"/>
              </a:ext>
            </a:extLst>
          </p:cNvPr>
          <p:cNvSpPr/>
          <p:nvPr/>
        </p:nvSpPr>
        <p:spPr>
          <a:xfrm>
            <a:off x="391886" y="881744"/>
            <a:ext cx="1137513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Position </a:t>
            </a:r>
            <a:r>
              <a:rPr lang="en-US" b="1" noProof="0">
                <a:solidFill>
                  <a:schemeClr val="bg1"/>
                </a:solidFill>
              </a:rPr>
              <a:t>A</a:t>
            </a:r>
            <a:r>
              <a:rPr lang="en-US" sz="1800" b="1" noProof="0">
                <a:solidFill>
                  <a:schemeClr val="bg1"/>
                </a:solidFill>
              </a:rPr>
              <a:t>nalysis</a:t>
            </a:r>
          </a:p>
        </p:txBody>
      </p:sp>
      <p:sp>
        <p:nvSpPr>
          <p:cNvPr id="5" name="TextBox 4">
            <a:extLst>
              <a:ext uri="{FF2B5EF4-FFF2-40B4-BE49-F238E27FC236}">
                <a16:creationId xmlns:a16="http://schemas.microsoft.com/office/drawing/2014/main" id="{24F73319-5C89-0533-6D40-C7803EB5B48D}"/>
              </a:ext>
            </a:extLst>
          </p:cNvPr>
          <p:cNvSpPr txBox="1"/>
          <p:nvPr/>
        </p:nvSpPr>
        <p:spPr>
          <a:xfrm>
            <a:off x="1319306" y="2274421"/>
            <a:ext cx="5156200" cy="2862322"/>
          </a:xfrm>
          <a:prstGeom prst="rect">
            <a:avLst/>
          </a:prstGeom>
          <a:solidFill>
            <a:srgbClr val="FFFF00"/>
          </a:solidFill>
        </p:spPr>
        <p:txBody>
          <a:bodyPr wrap="square" rtlCol="0">
            <a:spAutoFit/>
          </a:bodyPr>
          <a:lstStyle/>
          <a:p>
            <a:r>
              <a:rPr lang="en-US" noProof="0"/>
              <a:t>Number of stocks per month Plot + Strategy Performance</a:t>
            </a:r>
          </a:p>
          <a:p>
            <a:endParaRPr lang="en-US" noProof="0"/>
          </a:p>
          <a:p>
            <a:endParaRPr lang="en-US" noProof="0"/>
          </a:p>
          <a:p>
            <a:endParaRPr lang="en-US" noProof="0"/>
          </a:p>
          <a:p>
            <a:endParaRPr lang="en-US" noProof="0"/>
          </a:p>
          <a:p>
            <a:endParaRPr lang="en-US" noProof="0"/>
          </a:p>
          <a:p>
            <a:endParaRPr lang="en-US" noProof="0"/>
          </a:p>
          <a:p>
            <a:endParaRPr lang="en-US" noProof="0"/>
          </a:p>
          <a:p>
            <a:endParaRPr lang="en-US" noProof="0"/>
          </a:p>
        </p:txBody>
      </p:sp>
      <p:pic>
        <p:nvPicPr>
          <p:cNvPr id="6" name="Picture 5">
            <a:extLst>
              <a:ext uri="{FF2B5EF4-FFF2-40B4-BE49-F238E27FC236}">
                <a16:creationId xmlns:a16="http://schemas.microsoft.com/office/drawing/2014/main" id="{9B1D4F3D-02A9-D087-A2A7-53FA2373815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44936" y="1745165"/>
            <a:ext cx="6714962" cy="4796401"/>
          </a:xfrm>
          <a:prstGeom prst="rect">
            <a:avLst/>
          </a:prstGeom>
        </p:spPr>
      </p:pic>
      <p:grpSp>
        <p:nvGrpSpPr>
          <p:cNvPr id="7" name="Gruppo 6">
            <a:extLst>
              <a:ext uri="{FF2B5EF4-FFF2-40B4-BE49-F238E27FC236}">
                <a16:creationId xmlns:a16="http://schemas.microsoft.com/office/drawing/2014/main" id="{C48BC125-93FF-73BB-8CD9-9A5C4D4D80D5}"/>
              </a:ext>
            </a:extLst>
          </p:cNvPr>
          <p:cNvGrpSpPr/>
          <p:nvPr/>
        </p:nvGrpSpPr>
        <p:grpSpPr>
          <a:xfrm>
            <a:off x="7610464" y="2014651"/>
            <a:ext cx="367121" cy="4257428"/>
            <a:chOff x="7611174" y="1813561"/>
            <a:chExt cx="367121" cy="4257428"/>
          </a:xfrm>
        </p:grpSpPr>
        <p:cxnSp>
          <p:nvCxnSpPr>
            <p:cNvPr id="14" name="Gerader Verbinder 11">
              <a:extLst>
                <a:ext uri="{FF2B5EF4-FFF2-40B4-BE49-F238E27FC236}">
                  <a16:creationId xmlns:a16="http://schemas.microsoft.com/office/drawing/2014/main" id="{9F0C7085-78EA-68A5-8009-5F546F650B6F}"/>
                </a:ext>
              </a:extLst>
            </p:cNvPr>
            <p:cNvCxnSpPr>
              <a:cxnSpLocks/>
            </p:cNvCxnSpPr>
            <p:nvPr/>
          </p:nvCxnSpPr>
          <p:spPr bwMode="auto">
            <a:xfrm>
              <a:off x="7774236" y="1813561"/>
              <a:ext cx="0" cy="4257428"/>
            </a:xfrm>
            <a:prstGeom prst="line">
              <a:avLst/>
            </a:prstGeom>
            <a:noFill/>
            <a:ln w="19050" cap="flat" cmpd="sng" algn="ctr">
              <a:solidFill>
                <a:srgbClr val="0B2B65"/>
              </a:solidFill>
              <a:prstDash val="solid"/>
              <a:round/>
              <a:headEnd type="none" w="med" len="med"/>
              <a:tailEnd type="none" w="med" len="med"/>
            </a:ln>
            <a:effectLst/>
          </p:spPr>
        </p:cxnSp>
        <p:sp>
          <p:nvSpPr>
            <p:cNvPr id="16" name="Oval 6">
              <a:extLst>
                <a:ext uri="{FF2B5EF4-FFF2-40B4-BE49-F238E27FC236}">
                  <a16:creationId xmlns:a16="http://schemas.microsoft.com/office/drawing/2014/main" id="{54494284-39F7-AFF5-212A-B4A2D13EBEDE}"/>
                </a:ext>
              </a:extLst>
            </p:cNvPr>
            <p:cNvSpPr/>
            <p:nvPr/>
          </p:nvSpPr>
          <p:spPr bwMode="auto">
            <a:xfrm flipV="1">
              <a:off x="7611174" y="3735011"/>
              <a:ext cx="365758" cy="565002"/>
            </a:xfrm>
            <a:prstGeom prst="ellipse">
              <a:avLst/>
            </a:prstGeom>
            <a:solidFill>
              <a:schemeClr val="bg1"/>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pic>
          <p:nvPicPr>
            <p:cNvPr id="17" name="Grafik 12" descr="Caretzeichen nach rechts mit einfarbiger Füllung">
              <a:extLst>
                <a:ext uri="{FF2B5EF4-FFF2-40B4-BE49-F238E27FC236}">
                  <a16:creationId xmlns:a16="http://schemas.microsoft.com/office/drawing/2014/main" id="{8BB46212-C311-7DAC-21B9-3F79A307CBA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66658" y="3737607"/>
              <a:ext cx="311637" cy="562406"/>
            </a:xfrm>
            <a:prstGeom prst="rect">
              <a:avLst/>
            </a:prstGeom>
          </p:spPr>
        </p:pic>
      </p:grpSp>
      <p:sp>
        <p:nvSpPr>
          <p:cNvPr id="18" name="Rectangle 17">
            <a:extLst>
              <a:ext uri="{FF2B5EF4-FFF2-40B4-BE49-F238E27FC236}">
                <a16:creationId xmlns:a16="http://schemas.microsoft.com/office/drawing/2014/main" id="{CE43C36F-7B5D-6D9E-F01A-0D21973A0410}"/>
              </a:ext>
            </a:extLst>
          </p:cNvPr>
          <p:cNvSpPr/>
          <p:nvPr/>
        </p:nvSpPr>
        <p:spPr>
          <a:xfrm>
            <a:off x="8329571" y="2133703"/>
            <a:ext cx="2641669" cy="1097279"/>
          </a:xfrm>
          <a:prstGeom prst="rect">
            <a:avLst/>
          </a:prstGeom>
          <a:pattFill prst="dkDnDiag">
            <a:fgClr>
              <a:schemeClr val="bg2"/>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9" name="Oval 18">
            <a:extLst>
              <a:ext uri="{FF2B5EF4-FFF2-40B4-BE49-F238E27FC236}">
                <a16:creationId xmlns:a16="http://schemas.microsoft.com/office/drawing/2014/main" id="{BD0D009B-8F29-D4A4-35B9-E3D68CAF9379}"/>
              </a:ext>
            </a:extLst>
          </p:cNvPr>
          <p:cNvSpPr/>
          <p:nvPr/>
        </p:nvSpPr>
        <p:spPr>
          <a:xfrm>
            <a:off x="8267995" y="2064281"/>
            <a:ext cx="564997" cy="56499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20" name="Graphic 57">
            <a:extLst>
              <a:ext uri="{FF2B5EF4-FFF2-40B4-BE49-F238E27FC236}">
                <a16:creationId xmlns:a16="http://schemas.microsoft.com/office/drawing/2014/main" id="{663D38B1-598D-3832-9316-440C8B07A11D}"/>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8338648" y="2134380"/>
            <a:ext cx="424800" cy="424800"/>
          </a:xfrm>
          <a:prstGeom prst="rect">
            <a:avLst/>
          </a:prstGeom>
        </p:spPr>
      </p:pic>
      <p:sp>
        <p:nvSpPr>
          <p:cNvPr id="21" name="Freeform: Shape 70">
            <a:extLst>
              <a:ext uri="{FF2B5EF4-FFF2-40B4-BE49-F238E27FC236}">
                <a16:creationId xmlns:a16="http://schemas.microsoft.com/office/drawing/2014/main" id="{503914C6-FD6A-4E6A-F2AD-CBED89903D94}"/>
              </a:ext>
            </a:extLst>
          </p:cNvPr>
          <p:cNvSpPr/>
          <p:nvPr/>
        </p:nvSpPr>
        <p:spPr bwMode="auto">
          <a:xfrm>
            <a:off x="8330281" y="2133702"/>
            <a:ext cx="3435319" cy="1601309"/>
          </a:xfrm>
          <a:custGeom>
            <a:avLst/>
            <a:gdLst>
              <a:gd name="connsiteX0" fmla="*/ 2362 w 2641670"/>
              <a:gd name="connsiteY0" fmla="*/ 806763 h 1039963"/>
              <a:gd name="connsiteX1" fmla="*/ 2641586 w 2641670"/>
              <a:gd name="connsiteY1" fmla="*/ 806763 h 1039963"/>
              <a:gd name="connsiteX2" fmla="*/ 2641586 w 2641670"/>
              <a:gd name="connsiteY2" fmla="*/ 1039963 h 1039963"/>
              <a:gd name="connsiteX3" fmla="*/ 2362 w 2641670"/>
              <a:gd name="connsiteY3" fmla="*/ 1039963 h 1039963"/>
              <a:gd name="connsiteX4" fmla="*/ 409853 w 2641670"/>
              <a:gd name="connsiteY4" fmla="*/ 0 h 1039963"/>
              <a:gd name="connsiteX5" fmla="*/ 2641670 w 2641670"/>
              <a:gd name="connsiteY5" fmla="*/ 0 h 1039963"/>
              <a:gd name="connsiteX6" fmla="*/ 2641670 w 2641670"/>
              <a:gd name="connsiteY6" fmla="*/ 806400 h 1039963"/>
              <a:gd name="connsiteX7" fmla="*/ 0 w 2641670"/>
              <a:gd name="connsiteY7" fmla="*/ 806400 h 1039963"/>
              <a:gd name="connsiteX8" fmla="*/ 0 w 2641670"/>
              <a:gd name="connsiteY8" fmla="*/ 385085 h 1039963"/>
              <a:gd name="connsiteX9" fmla="*/ 19722 w 2641670"/>
              <a:gd name="connsiteY9" fmla="*/ 414440 h 1039963"/>
              <a:gd name="connsiteX10" fmla="*/ 221043 w 2641670"/>
              <a:gd name="connsiteY10" fmla="*/ 498128 h 1039963"/>
              <a:gd name="connsiteX11" fmla="*/ 505754 w 2641670"/>
              <a:gd name="connsiteY11" fmla="*/ 212400 h 1039963"/>
              <a:gd name="connsiteX12" fmla="*/ 422364 w 2641670"/>
              <a:gd name="connsiteY12" fmla="*/ 10360 h 103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41670" h="1039963">
                <a:moveTo>
                  <a:pt x="2362" y="806763"/>
                </a:moveTo>
                <a:lnTo>
                  <a:pt x="2641586" y="806763"/>
                </a:lnTo>
                <a:lnTo>
                  <a:pt x="2641586" y="1039963"/>
                </a:lnTo>
                <a:lnTo>
                  <a:pt x="2362" y="1039963"/>
                </a:lnTo>
                <a:close/>
                <a:moveTo>
                  <a:pt x="409853" y="0"/>
                </a:moveTo>
                <a:lnTo>
                  <a:pt x="2641670" y="0"/>
                </a:lnTo>
                <a:lnTo>
                  <a:pt x="2641670" y="806400"/>
                </a:lnTo>
                <a:lnTo>
                  <a:pt x="0" y="806400"/>
                </a:lnTo>
                <a:lnTo>
                  <a:pt x="0" y="385085"/>
                </a:lnTo>
                <a:lnTo>
                  <a:pt x="19722" y="414440"/>
                </a:lnTo>
                <a:cubicBezTo>
                  <a:pt x="71245" y="466147"/>
                  <a:pt x="142422" y="498128"/>
                  <a:pt x="221043" y="498128"/>
                </a:cubicBezTo>
                <a:cubicBezTo>
                  <a:pt x="378284" y="498128"/>
                  <a:pt x="505754" y="370203"/>
                  <a:pt x="505754" y="212400"/>
                </a:cubicBezTo>
                <a:cubicBezTo>
                  <a:pt x="505754" y="133499"/>
                  <a:pt x="473887" y="62067"/>
                  <a:pt x="422364" y="10360"/>
                </a:cubicBezTo>
                <a:close/>
              </a:path>
            </a:pathLst>
          </a:custGeom>
          <a:pattFill prst="dkDnDiag">
            <a:fgClr>
              <a:schemeClr val="bg2"/>
            </a:fgClr>
            <a:bgClr>
              <a:schemeClr val="bg1"/>
            </a:bgClr>
          </a:pattFill>
          <a:ln w="9525" cap="flat" cmpd="sng" algn="ctr">
            <a:noFill/>
            <a:prstDash val="solid"/>
            <a:round/>
            <a:headEnd type="none" w="med" len="med"/>
            <a:tailEnd type="none" w="med" len="med"/>
          </a:ln>
          <a:effectLst/>
        </p:spPr>
        <p:txBody>
          <a:bodyPr vert="horz" wrap="square" lIns="612000" tIns="108000" rIns="36000" bIns="108000" numCol="1" rtlCol="0" anchor="ctr" anchorCtr="0" compatLnSpc="1">
            <a:prstTxWarp prst="textNoShape">
              <a:avLst/>
            </a:prstTxWarp>
            <a:noAutofit/>
          </a:bodyPr>
          <a:lstStyle/>
          <a:p>
            <a:pPr marL="171450" indent="-171450" defTabSz="914400" fontAlgn="base">
              <a:spcBef>
                <a:spcPct val="0"/>
              </a:spcBef>
              <a:spcAft>
                <a:spcPct val="0"/>
              </a:spcAft>
              <a:buFont typeface="Arial" panose="020B0604020202020204" pitchFamily="34" charset="0"/>
              <a:buChar char="•"/>
            </a:pPr>
            <a:r>
              <a:rPr lang="en-US" sz="1200" noProof="0">
                <a:solidFill>
                  <a:srgbClr val="000000"/>
                </a:solidFill>
                <a:latin typeface="+mj-lt"/>
                <a:cs typeface="Arial" pitchFamily="34" charset="0"/>
              </a:rPr>
              <a:t>The Factor Momentum portfolio is not very concentrated, with the top 10 holdings summing to </a:t>
            </a:r>
            <a:r>
              <a:rPr lang="en-US" sz="1200" b="1" noProof="0">
                <a:solidFill>
                  <a:srgbClr val="000000"/>
                </a:solidFill>
                <a:latin typeface="+mj-lt"/>
                <a:cs typeface="Arial" pitchFamily="34" charset="0"/>
              </a:rPr>
              <a:t>~3</a:t>
            </a:r>
            <a:r>
              <a:rPr lang="en-US" sz="1200" noProof="0">
                <a:solidFill>
                  <a:srgbClr val="000000"/>
                </a:solidFill>
                <a:latin typeface="+mj-lt"/>
                <a:cs typeface="Arial" pitchFamily="34" charset="0"/>
              </a:rPr>
              <a:t>% on average.</a:t>
            </a:r>
          </a:p>
        </p:txBody>
      </p:sp>
      <p:sp>
        <p:nvSpPr>
          <p:cNvPr id="27" name="Rectangle 26">
            <a:extLst>
              <a:ext uri="{FF2B5EF4-FFF2-40B4-BE49-F238E27FC236}">
                <a16:creationId xmlns:a16="http://schemas.microsoft.com/office/drawing/2014/main" id="{CCED12BD-E4A8-2E7D-99E6-C11E5FEDD9A1}"/>
              </a:ext>
            </a:extLst>
          </p:cNvPr>
          <p:cNvSpPr/>
          <p:nvPr/>
        </p:nvSpPr>
        <p:spPr>
          <a:xfrm>
            <a:off x="8330281" y="4547343"/>
            <a:ext cx="2641669" cy="1097279"/>
          </a:xfrm>
          <a:prstGeom prst="rect">
            <a:avLst/>
          </a:prstGeom>
          <a:pattFill prst="dkDnDiag">
            <a:fgClr>
              <a:schemeClr val="bg2"/>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8" name="Oval 27">
            <a:extLst>
              <a:ext uri="{FF2B5EF4-FFF2-40B4-BE49-F238E27FC236}">
                <a16:creationId xmlns:a16="http://schemas.microsoft.com/office/drawing/2014/main" id="{29FF4C06-78CD-FD19-A3D3-E07E5E8A2782}"/>
              </a:ext>
            </a:extLst>
          </p:cNvPr>
          <p:cNvSpPr/>
          <p:nvPr/>
        </p:nvSpPr>
        <p:spPr>
          <a:xfrm>
            <a:off x="8268705" y="4477921"/>
            <a:ext cx="564997" cy="56499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29" name="Graphic 57">
            <a:extLst>
              <a:ext uri="{FF2B5EF4-FFF2-40B4-BE49-F238E27FC236}">
                <a16:creationId xmlns:a16="http://schemas.microsoft.com/office/drawing/2014/main" id="{BB09582A-FF6D-86FC-EC0D-2F2952CBE0E3}"/>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8339358" y="4548020"/>
            <a:ext cx="424800" cy="424800"/>
          </a:xfrm>
          <a:prstGeom prst="rect">
            <a:avLst/>
          </a:prstGeom>
        </p:spPr>
      </p:pic>
      <p:sp>
        <p:nvSpPr>
          <p:cNvPr id="30" name="Freeform: Shape 70">
            <a:extLst>
              <a:ext uri="{FF2B5EF4-FFF2-40B4-BE49-F238E27FC236}">
                <a16:creationId xmlns:a16="http://schemas.microsoft.com/office/drawing/2014/main" id="{45B734AC-BAAD-B3D0-D498-63D6C009C470}"/>
              </a:ext>
            </a:extLst>
          </p:cNvPr>
          <p:cNvSpPr/>
          <p:nvPr/>
        </p:nvSpPr>
        <p:spPr bwMode="auto">
          <a:xfrm>
            <a:off x="8330991" y="4547341"/>
            <a:ext cx="3435317" cy="1600200"/>
          </a:xfrm>
          <a:custGeom>
            <a:avLst/>
            <a:gdLst>
              <a:gd name="connsiteX0" fmla="*/ 2362 w 2641670"/>
              <a:gd name="connsiteY0" fmla="*/ 806763 h 1039963"/>
              <a:gd name="connsiteX1" fmla="*/ 2641586 w 2641670"/>
              <a:gd name="connsiteY1" fmla="*/ 806763 h 1039963"/>
              <a:gd name="connsiteX2" fmla="*/ 2641586 w 2641670"/>
              <a:gd name="connsiteY2" fmla="*/ 1039963 h 1039963"/>
              <a:gd name="connsiteX3" fmla="*/ 2362 w 2641670"/>
              <a:gd name="connsiteY3" fmla="*/ 1039963 h 1039963"/>
              <a:gd name="connsiteX4" fmla="*/ 409853 w 2641670"/>
              <a:gd name="connsiteY4" fmla="*/ 0 h 1039963"/>
              <a:gd name="connsiteX5" fmla="*/ 2641670 w 2641670"/>
              <a:gd name="connsiteY5" fmla="*/ 0 h 1039963"/>
              <a:gd name="connsiteX6" fmla="*/ 2641670 w 2641670"/>
              <a:gd name="connsiteY6" fmla="*/ 806400 h 1039963"/>
              <a:gd name="connsiteX7" fmla="*/ 0 w 2641670"/>
              <a:gd name="connsiteY7" fmla="*/ 806400 h 1039963"/>
              <a:gd name="connsiteX8" fmla="*/ 0 w 2641670"/>
              <a:gd name="connsiteY8" fmla="*/ 385085 h 1039963"/>
              <a:gd name="connsiteX9" fmla="*/ 19722 w 2641670"/>
              <a:gd name="connsiteY9" fmla="*/ 414440 h 1039963"/>
              <a:gd name="connsiteX10" fmla="*/ 221043 w 2641670"/>
              <a:gd name="connsiteY10" fmla="*/ 498128 h 1039963"/>
              <a:gd name="connsiteX11" fmla="*/ 505754 w 2641670"/>
              <a:gd name="connsiteY11" fmla="*/ 212400 h 1039963"/>
              <a:gd name="connsiteX12" fmla="*/ 422364 w 2641670"/>
              <a:gd name="connsiteY12" fmla="*/ 10360 h 103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41670" h="1039963">
                <a:moveTo>
                  <a:pt x="2362" y="806763"/>
                </a:moveTo>
                <a:lnTo>
                  <a:pt x="2641586" y="806763"/>
                </a:lnTo>
                <a:lnTo>
                  <a:pt x="2641586" y="1039963"/>
                </a:lnTo>
                <a:lnTo>
                  <a:pt x="2362" y="1039963"/>
                </a:lnTo>
                <a:close/>
                <a:moveTo>
                  <a:pt x="409853" y="0"/>
                </a:moveTo>
                <a:lnTo>
                  <a:pt x="2641670" y="0"/>
                </a:lnTo>
                <a:lnTo>
                  <a:pt x="2641670" y="806400"/>
                </a:lnTo>
                <a:lnTo>
                  <a:pt x="0" y="806400"/>
                </a:lnTo>
                <a:lnTo>
                  <a:pt x="0" y="385085"/>
                </a:lnTo>
                <a:lnTo>
                  <a:pt x="19722" y="414440"/>
                </a:lnTo>
                <a:cubicBezTo>
                  <a:pt x="71245" y="466147"/>
                  <a:pt x="142422" y="498128"/>
                  <a:pt x="221043" y="498128"/>
                </a:cubicBezTo>
                <a:cubicBezTo>
                  <a:pt x="378284" y="498128"/>
                  <a:pt x="505754" y="370203"/>
                  <a:pt x="505754" y="212400"/>
                </a:cubicBezTo>
                <a:cubicBezTo>
                  <a:pt x="505754" y="133499"/>
                  <a:pt x="473887" y="62067"/>
                  <a:pt x="422364" y="10360"/>
                </a:cubicBezTo>
                <a:close/>
              </a:path>
            </a:pathLst>
          </a:custGeom>
          <a:pattFill prst="dkDnDiag">
            <a:fgClr>
              <a:schemeClr val="bg2"/>
            </a:fgClr>
            <a:bgClr>
              <a:schemeClr val="bg1"/>
            </a:bgClr>
          </a:pattFill>
          <a:ln w="9525" cap="flat" cmpd="sng" algn="ctr">
            <a:noFill/>
            <a:prstDash val="solid"/>
            <a:round/>
            <a:headEnd type="none" w="med" len="med"/>
            <a:tailEnd type="none" w="med" len="med"/>
          </a:ln>
          <a:effectLst/>
        </p:spPr>
        <p:txBody>
          <a:bodyPr vert="horz" wrap="square" lIns="612000" tIns="108000" rIns="36000" bIns="108000" numCol="1" rtlCol="0" anchor="ctr" anchorCtr="0" compatLnSpc="1">
            <a:prstTxWarp prst="textNoShape">
              <a:avLst/>
            </a:prstTxWarp>
            <a:noAutofit/>
          </a:bodyPr>
          <a:lstStyle/>
          <a:p>
            <a:pPr marL="171450" indent="-171450" fontAlgn="base">
              <a:spcBef>
                <a:spcPct val="0"/>
              </a:spcBef>
              <a:spcAft>
                <a:spcPct val="0"/>
              </a:spcAft>
              <a:buFont typeface="Arial" panose="020B0604020202020204" pitchFamily="34" charset="0"/>
              <a:buChar char="•"/>
            </a:pPr>
            <a:r>
              <a:rPr lang="en-US" sz="1200" noProof="0">
                <a:solidFill>
                  <a:srgbClr val="000000"/>
                </a:solidFill>
                <a:latin typeface="+mj-lt"/>
                <a:cs typeface="Arial" pitchFamily="34" charset="0"/>
              </a:rPr>
              <a:t>The strategy is composed of </a:t>
            </a:r>
            <a:r>
              <a:rPr lang="en-US" sz="1200" b="1" noProof="0">
                <a:solidFill>
                  <a:srgbClr val="000000"/>
                </a:solidFill>
                <a:latin typeface="+mj-lt"/>
                <a:cs typeface="Arial" pitchFamily="34" charset="0"/>
              </a:rPr>
              <a:t>2,584 long</a:t>
            </a:r>
            <a:r>
              <a:rPr lang="en-US" sz="1200" noProof="0">
                <a:solidFill>
                  <a:srgbClr val="000000"/>
                </a:solidFill>
                <a:latin typeface="+mj-lt"/>
                <a:cs typeface="Arial" pitchFamily="34" charset="0"/>
              </a:rPr>
              <a:t> and </a:t>
            </a:r>
            <a:r>
              <a:rPr lang="en-US" sz="1200" b="1" noProof="0">
                <a:solidFill>
                  <a:srgbClr val="000000"/>
                </a:solidFill>
                <a:latin typeface="+mj-lt"/>
                <a:cs typeface="Arial" pitchFamily="34" charset="0"/>
              </a:rPr>
              <a:t>2,028 short</a:t>
            </a:r>
            <a:r>
              <a:rPr lang="en-US" sz="1200" noProof="0">
                <a:solidFill>
                  <a:srgbClr val="000000"/>
                </a:solidFill>
                <a:latin typeface="+mj-lt"/>
                <a:cs typeface="Arial" pitchFamily="34" charset="0"/>
              </a:rPr>
              <a:t> positions on average every month.</a:t>
            </a:r>
          </a:p>
          <a:p>
            <a:pPr marL="171450" indent="-171450" fontAlgn="base">
              <a:spcBef>
                <a:spcPct val="0"/>
              </a:spcBef>
              <a:spcAft>
                <a:spcPct val="0"/>
              </a:spcAft>
              <a:buFont typeface="Arial" panose="020B0604020202020204" pitchFamily="34" charset="0"/>
              <a:buChar char="•"/>
            </a:pPr>
            <a:r>
              <a:rPr lang="en-US" sz="1200" noProof="0">
                <a:solidFill>
                  <a:srgbClr val="000000"/>
                </a:solidFill>
                <a:latin typeface="+mj-lt"/>
                <a:cs typeface="Arial" pitchFamily="34" charset="0"/>
              </a:rPr>
              <a:t>This implies a </a:t>
            </a:r>
            <a:r>
              <a:rPr lang="en-US" sz="1200" b="1" noProof="0">
                <a:solidFill>
                  <a:srgbClr val="000000"/>
                </a:solidFill>
                <a:latin typeface="+mj-lt"/>
                <a:cs typeface="Arial" pitchFamily="34" charset="0"/>
              </a:rPr>
              <a:t>huge universe size </a:t>
            </a:r>
            <a:r>
              <a:rPr lang="en-US" sz="1200" noProof="0">
                <a:solidFill>
                  <a:srgbClr val="000000"/>
                </a:solidFill>
                <a:latin typeface="+mj-lt"/>
                <a:cs typeface="Arial" pitchFamily="34" charset="0"/>
              </a:rPr>
              <a:t>needed to replicate the Factor Momentum Strategy using single stocks.</a:t>
            </a:r>
          </a:p>
        </p:txBody>
      </p:sp>
    </p:spTree>
    <p:extLst>
      <p:ext uri="{BB962C8B-B14F-4D97-AF65-F5344CB8AC3E}">
        <p14:creationId xmlns:p14="http://schemas.microsoft.com/office/powerpoint/2010/main" val="18864742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60BC8-2133-322F-364A-ABF2E249BB0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2B7CBF7-A706-E85E-9F2D-CB0337C299E8}"/>
              </a:ext>
            </a:extLst>
          </p:cNvPr>
          <p:cNvSpPr>
            <a:spLocks noGrp="1"/>
          </p:cNvSpPr>
          <p:nvPr>
            <p:ph type="body" sz="quarter" idx="13"/>
          </p:nvPr>
        </p:nvSpPr>
        <p:spPr/>
        <p:txBody>
          <a:bodyPr/>
          <a:lstStyle/>
          <a:p>
            <a:r>
              <a:rPr lang="en-US" noProof="0"/>
              <a:t>Part 2 (Single-stock level) – Replication, Net Positions, Frictions</a:t>
            </a:r>
          </a:p>
        </p:txBody>
      </p:sp>
      <p:sp>
        <p:nvSpPr>
          <p:cNvPr id="4" name="Rectangle 3">
            <a:extLst>
              <a:ext uri="{FF2B5EF4-FFF2-40B4-BE49-F238E27FC236}">
                <a16:creationId xmlns:a16="http://schemas.microsoft.com/office/drawing/2014/main" id="{29EFD644-0D37-B3F5-8E0C-623217A3B1FE}"/>
              </a:ext>
            </a:extLst>
          </p:cNvPr>
          <p:cNvSpPr/>
          <p:nvPr/>
        </p:nvSpPr>
        <p:spPr>
          <a:xfrm>
            <a:off x="391886" y="881744"/>
            <a:ext cx="1137513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Factor vs. Industry Momentum?</a:t>
            </a:r>
          </a:p>
        </p:txBody>
      </p:sp>
      <p:pic>
        <p:nvPicPr>
          <p:cNvPr id="10" name="Picture 9">
            <a:extLst>
              <a:ext uri="{FF2B5EF4-FFF2-40B4-BE49-F238E27FC236}">
                <a16:creationId xmlns:a16="http://schemas.microsoft.com/office/drawing/2014/main" id="{18BC47C7-FE14-60B7-D32F-AA799EAF0E6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91886" y="1529203"/>
            <a:ext cx="7601556" cy="4988806"/>
          </a:xfrm>
          <a:prstGeom prst="rect">
            <a:avLst/>
          </a:prstGeom>
        </p:spPr>
      </p:pic>
      <p:cxnSp>
        <p:nvCxnSpPr>
          <p:cNvPr id="21" name="Gerader Verbinder 11">
            <a:extLst>
              <a:ext uri="{FF2B5EF4-FFF2-40B4-BE49-F238E27FC236}">
                <a16:creationId xmlns:a16="http://schemas.microsoft.com/office/drawing/2014/main" id="{860190DC-7038-AF6D-D7AA-F45F18BD2FED}"/>
              </a:ext>
            </a:extLst>
          </p:cNvPr>
          <p:cNvCxnSpPr>
            <a:cxnSpLocks/>
          </p:cNvCxnSpPr>
          <p:nvPr/>
        </p:nvCxnSpPr>
        <p:spPr bwMode="auto">
          <a:xfrm>
            <a:off x="8073002" y="1704093"/>
            <a:ext cx="0" cy="4835432"/>
          </a:xfrm>
          <a:prstGeom prst="line">
            <a:avLst/>
          </a:prstGeom>
          <a:noFill/>
          <a:ln w="19050" cap="flat" cmpd="sng" algn="ctr">
            <a:solidFill>
              <a:schemeClr val="accent1"/>
            </a:solidFill>
            <a:prstDash val="solid"/>
            <a:round/>
            <a:headEnd type="none" w="med" len="med"/>
            <a:tailEnd type="none" w="med" len="med"/>
          </a:ln>
          <a:effectLst/>
        </p:spPr>
      </p:cxnSp>
      <p:grpSp>
        <p:nvGrpSpPr>
          <p:cNvPr id="22" name="Group 14">
            <a:extLst>
              <a:ext uri="{FF2B5EF4-FFF2-40B4-BE49-F238E27FC236}">
                <a16:creationId xmlns:a16="http://schemas.microsoft.com/office/drawing/2014/main" id="{9045EDD5-A894-CEB3-7578-A6A7607CC2AD}"/>
              </a:ext>
            </a:extLst>
          </p:cNvPr>
          <p:cNvGrpSpPr/>
          <p:nvPr/>
        </p:nvGrpSpPr>
        <p:grpSpPr>
          <a:xfrm>
            <a:off x="7881636" y="2505521"/>
            <a:ext cx="365758" cy="565002"/>
            <a:chOff x="10190945" y="6120701"/>
            <a:chExt cx="365758" cy="788721"/>
          </a:xfrm>
        </p:grpSpPr>
        <p:sp>
          <p:nvSpPr>
            <p:cNvPr id="23" name="Oval 6">
              <a:extLst>
                <a:ext uri="{FF2B5EF4-FFF2-40B4-BE49-F238E27FC236}">
                  <a16:creationId xmlns:a16="http://schemas.microsoft.com/office/drawing/2014/main" id="{117A04C0-0F53-7EBC-61DF-508B3C886DC6}"/>
                </a:ext>
              </a:extLst>
            </p:cNvPr>
            <p:cNvSpPr/>
            <p:nvPr/>
          </p:nvSpPr>
          <p:spPr bwMode="auto">
            <a:xfrm flipV="1">
              <a:off x="10190945" y="6120701"/>
              <a:ext cx="365758" cy="788721"/>
            </a:xfrm>
            <a:prstGeom prst="ellipse">
              <a:avLst/>
            </a:prstGeom>
            <a:solidFill>
              <a:schemeClr val="bg1"/>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pic>
          <p:nvPicPr>
            <p:cNvPr id="24" name="Grafik 12" descr="Caretzeichen nach rechts mit einfarbiger Füllung">
              <a:extLst>
                <a:ext uri="{FF2B5EF4-FFF2-40B4-BE49-F238E27FC236}">
                  <a16:creationId xmlns:a16="http://schemas.microsoft.com/office/drawing/2014/main" id="{5948D4C9-C1CC-8CE0-CB0F-32CB5947F6E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31915" y="6124325"/>
              <a:ext cx="311637" cy="785097"/>
            </a:xfrm>
            <a:prstGeom prst="rect">
              <a:avLst/>
            </a:prstGeom>
          </p:spPr>
        </p:pic>
      </p:grpSp>
      <p:cxnSp>
        <p:nvCxnSpPr>
          <p:cNvPr id="26" name="Gerader Verbinder 11">
            <a:extLst>
              <a:ext uri="{FF2B5EF4-FFF2-40B4-BE49-F238E27FC236}">
                <a16:creationId xmlns:a16="http://schemas.microsoft.com/office/drawing/2014/main" id="{481D3842-54C4-FA14-11F8-3640A932CE7C}"/>
              </a:ext>
            </a:extLst>
          </p:cNvPr>
          <p:cNvCxnSpPr>
            <a:cxnSpLocks/>
          </p:cNvCxnSpPr>
          <p:nvPr/>
        </p:nvCxnSpPr>
        <p:spPr bwMode="auto">
          <a:xfrm flipH="1">
            <a:off x="8199900" y="1682577"/>
            <a:ext cx="3518482" cy="0"/>
          </a:xfrm>
          <a:prstGeom prst="line">
            <a:avLst/>
          </a:prstGeom>
          <a:noFill/>
          <a:ln w="19050" cap="flat" cmpd="sng" algn="ctr">
            <a:solidFill>
              <a:schemeClr val="accent1"/>
            </a:solidFill>
            <a:prstDash val="solid"/>
            <a:round/>
            <a:headEnd type="none" w="med" len="med"/>
            <a:tailEnd type="none" w="med" len="med"/>
          </a:ln>
          <a:effectLst/>
        </p:spPr>
      </p:cxnSp>
      <p:grpSp>
        <p:nvGrpSpPr>
          <p:cNvPr id="29" name="Group 14">
            <a:extLst>
              <a:ext uri="{FF2B5EF4-FFF2-40B4-BE49-F238E27FC236}">
                <a16:creationId xmlns:a16="http://schemas.microsoft.com/office/drawing/2014/main" id="{AD14AC6F-AFDF-EAE8-2DB1-BC5C55B576F0}"/>
              </a:ext>
            </a:extLst>
          </p:cNvPr>
          <p:cNvGrpSpPr/>
          <p:nvPr/>
        </p:nvGrpSpPr>
        <p:grpSpPr>
          <a:xfrm rot="5400000">
            <a:off x="9776262" y="1429581"/>
            <a:ext cx="365758" cy="565002"/>
            <a:chOff x="10190945" y="6120701"/>
            <a:chExt cx="365758" cy="788721"/>
          </a:xfrm>
        </p:grpSpPr>
        <p:sp>
          <p:nvSpPr>
            <p:cNvPr id="30" name="Oval 6">
              <a:extLst>
                <a:ext uri="{FF2B5EF4-FFF2-40B4-BE49-F238E27FC236}">
                  <a16:creationId xmlns:a16="http://schemas.microsoft.com/office/drawing/2014/main" id="{BF56D324-3958-BFB8-F066-F88101501C9F}"/>
                </a:ext>
              </a:extLst>
            </p:cNvPr>
            <p:cNvSpPr/>
            <p:nvPr/>
          </p:nvSpPr>
          <p:spPr bwMode="auto">
            <a:xfrm flipV="1">
              <a:off x="10190945" y="6120701"/>
              <a:ext cx="365758" cy="788721"/>
            </a:xfrm>
            <a:prstGeom prst="ellipse">
              <a:avLst/>
            </a:prstGeom>
            <a:solidFill>
              <a:schemeClr val="bg1"/>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pic>
          <p:nvPicPr>
            <p:cNvPr id="31" name="Grafik 12" descr="Caretzeichen nach rechts mit einfarbiger Füllung">
              <a:extLst>
                <a:ext uri="{FF2B5EF4-FFF2-40B4-BE49-F238E27FC236}">
                  <a16:creationId xmlns:a16="http://schemas.microsoft.com/office/drawing/2014/main" id="{167CB3D3-4369-7B21-8D76-446AAB4ED5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31915" y="6124325"/>
              <a:ext cx="311637" cy="785097"/>
            </a:xfrm>
            <a:prstGeom prst="rect">
              <a:avLst/>
            </a:prstGeom>
          </p:spPr>
        </p:pic>
      </p:grpSp>
      <p:pic>
        <p:nvPicPr>
          <p:cNvPr id="7" name="Graphic 57">
            <a:extLst>
              <a:ext uri="{FF2B5EF4-FFF2-40B4-BE49-F238E27FC236}">
                <a16:creationId xmlns:a16="http://schemas.microsoft.com/office/drawing/2014/main" id="{20161BD0-E5DB-C96E-45F4-9D2FA91E20A5}"/>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8438310" y="2085166"/>
            <a:ext cx="341943" cy="341943"/>
          </a:xfrm>
          <a:prstGeom prst="rect">
            <a:avLst/>
          </a:prstGeom>
        </p:spPr>
      </p:pic>
      <p:sp>
        <p:nvSpPr>
          <p:cNvPr id="11" name="Oval 10">
            <a:extLst>
              <a:ext uri="{FF2B5EF4-FFF2-40B4-BE49-F238E27FC236}">
                <a16:creationId xmlns:a16="http://schemas.microsoft.com/office/drawing/2014/main" id="{1FABD579-9B97-1014-8908-CBDFD3DEE288}"/>
              </a:ext>
            </a:extLst>
          </p:cNvPr>
          <p:cNvSpPr/>
          <p:nvPr/>
        </p:nvSpPr>
        <p:spPr>
          <a:xfrm>
            <a:off x="9041049" y="3604660"/>
            <a:ext cx="564997" cy="56499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12" name="Graphic 57" descr="Fabbrica con riempimento a tinta unita">
            <a:extLst>
              <a:ext uri="{FF2B5EF4-FFF2-40B4-BE49-F238E27FC236}">
                <a16:creationId xmlns:a16="http://schemas.microsoft.com/office/drawing/2014/main" id="{DC0AE250-7E12-E2F9-F261-A39884F1F84C}"/>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8374292" y="3674758"/>
            <a:ext cx="424800" cy="424800"/>
          </a:xfrm>
          <a:prstGeom prst="rect">
            <a:avLst/>
          </a:prstGeom>
        </p:spPr>
      </p:pic>
      <p:sp>
        <p:nvSpPr>
          <p:cNvPr id="13" name="Freeform: Shape 70">
            <a:extLst>
              <a:ext uri="{FF2B5EF4-FFF2-40B4-BE49-F238E27FC236}">
                <a16:creationId xmlns:a16="http://schemas.microsoft.com/office/drawing/2014/main" id="{F8E5A8F6-EF72-3D39-8C4C-B595E3C8A60F}"/>
              </a:ext>
            </a:extLst>
          </p:cNvPr>
          <p:cNvSpPr/>
          <p:nvPr/>
        </p:nvSpPr>
        <p:spPr bwMode="auto">
          <a:xfrm>
            <a:off x="8304007" y="3646541"/>
            <a:ext cx="3413663" cy="1234440"/>
          </a:xfrm>
          <a:custGeom>
            <a:avLst/>
            <a:gdLst>
              <a:gd name="connsiteX0" fmla="*/ 2362 w 2641670"/>
              <a:gd name="connsiteY0" fmla="*/ 806763 h 1039963"/>
              <a:gd name="connsiteX1" fmla="*/ 2641586 w 2641670"/>
              <a:gd name="connsiteY1" fmla="*/ 806763 h 1039963"/>
              <a:gd name="connsiteX2" fmla="*/ 2641586 w 2641670"/>
              <a:gd name="connsiteY2" fmla="*/ 1039963 h 1039963"/>
              <a:gd name="connsiteX3" fmla="*/ 2362 w 2641670"/>
              <a:gd name="connsiteY3" fmla="*/ 1039963 h 1039963"/>
              <a:gd name="connsiteX4" fmla="*/ 409853 w 2641670"/>
              <a:gd name="connsiteY4" fmla="*/ 0 h 1039963"/>
              <a:gd name="connsiteX5" fmla="*/ 2641670 w 2641670"/>
              <a:gd name="connsiteY5" fmla="*/ 0 h 1039963"/>
              <a:gd name="connsiteX6" fmla="*/ 2641670 w 2641670"/>
              <a:gd name="connsiteY6" fmla="*/ 806400 h 1039963"/>
              <a:gd name="connsiteX7" fmla="*/ 0 w 2641670"/>
              <a:gd name="connsiteY7" fmla="*/ 806400 h 1039963"/>
              <a:gd name="connsiteX8" fmla="*/ 0 w 2641670"/>
              <a:gd name="connsiteY8" fmla="*/ 385085 h 1039963"/>
              <a:gd name="connsiteX9" fmla="*/ 19722 w 2641670"/>
              <a:gd name="connsiteY9" fmla="*/ 414440 h 1039963"/>
              <a:gd name="connsiteX10" fmla="*/ 221043 w 2641670"/>
              <a:gd name="connsiteY10" fmla="*/ 498128 h 1039963"/>
              <a:gd name="connsiteX11" fmla="*/ 505754 w 2641670"/>
              <a:gd name="connsiteY11" fmla="*/ 212400 h 1039963"/>
              <a:gd name="connsiteX12" fmla="*/ 422364 w 2641670"/>
              <a:gd name="connsiteY12" fmla="*/ 10360 h 103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41670" h="1039963">
                <a:moveTo>
                  <a:pt x="2362" y="806763"/>
                </a:moveTo>
                <a:lnTo>
                  <a:pt x="2641586" y="806763"/>
                </a:lnTo>
                <a:lnTo>
                  <a:pt x="2641586" y="1039963"/>
                </a:lnTo>
                <a:lnTo>
                  <a:pt x="2362" y="1039963"/>
                </a:lnTo>
                <a:close/>
                <a:moveTo>
                  <a:pt x="409853" y="0"/>
                </a:moveTo>
                <a:lnTo>
                  <a:pt x="2641670" y="0"/>
                </a:lnTo>
                <a:lnTo>
                  <a:pt x="2641670" y="806400"/>
                </a:lnTo>
                <a:lnTo>
                  <a:pt x="0" y="806400"/>
                </a:lnTo>
                <a:lnTo>
                  <a:pt x="0" y="385085"/>
                </a:lnTo>
                <a:lnTo>
                  <a:pt x="19722" y="414440"/>
                </a:lnTo>
                <a:cubicBezTo>
                  <a:pt x="71245" y="466147"/>
                  <a:pt x="142422" y="498128"/>
                  <a:pt x="221043" y="498128"/>
                </a:cubicBezTo>
                <a:cubicBezTo>
                  <a:pt x="378284" y="498128"/>
                  <a:pt x="505754" y="370203"/>
                  <a:pt x="505754" y="212400"/>
                </a:cubicBezTo>
                <a:cubicBezTo>
                  <a:pt x="505754" y="133499"/>
                  <a:pt x="473887" y="62067"/>
                  <a:pt x="422364" y="10360"/>
                </a:cubicBezTo>
                <a:close/>
              </a:path>
            </a:pathLst>
          </a:custGeom>
          <a:pattFill prst="dkDnDiag">
            <a:fgClr>
              <a:schemeClr val="bg2"/>
            </a:fgClr>
            <a:bgClr>
              <a:schemeClr val="bg1"/>
            </a:bgClr>
          </a:pattFill>
          <a:ln w="9525" cap="flat" cmpd="sng" algn="ctr">
            <a:noFill/>
            <a:prstDash val="solid"/>
            <a:round/>
            <a:headEnd type="none" w="med" len="med"/>
            <a:tailEnd type="none" w="med" len="med"/>
          </a:ln>
          <a:effectLst/>
        </p:spPr>
        <p:txBody>
          <a:bodyPr vert="horz" wrap="square" lIns="612000" tIns="108000" rIns="36000" bIns="108000" numCol="1" rtlCol="0" anchor="ctr" anchorCtr="0" compatLnSpc="1">
            <a:prstTxWarp prst="textNoShape">
              <a:avLst/>
            </a:prstTxWarp>
            <a:noAutofit/>
          </a:bodyPr>
          <a:lstStyle/>
          <a:p>
            <a:pPr marL="171450" indent="-171450" fontAlgn="base">
              <a:spcBef>
                <a:spcPct val="0"/>
              </a:spcBef>
              <a:spcAft>
                <a:spcPct val="0"/>
              </a:spcAft>
              <a:buFont typeface="Arial" panose="020B0604020202020204" pitchFamily="34" charset="0"/>
              <a:buChar char="•"/>
            </a:pPr>
            <a:r>
              <a:rPr lang="en-US" sz="1200"/>
              <a:t>During market shifts, the </a:t>
            </a:r>
            <a:r>
              <a:rPr lang="cs-CZ" sz="1200" err="1"/>
              <a:t>strategy</a:t>
            </a:r>
            <a:r>
              <a:rPr lang="cs-CZ" sz="1200"/>
              <a:t> </a:t>
            </a:r>
            <a:r>
              <a:rPr lang="cs-CZ" sz="1200" err="1"/>
              <a:t>concentrates</a:t>
            </a:r>
            <a:r>
              <a:rPr lang="en-US" sz="1200"/>
              <a:t> into </a:t>
            </a:r>
            <a:r>
              <a:rPr lang="cs-CZ" sz="1200"/>
              <a:t>a </a:t>
            </a:r>
            <a:r>
              <a:rPr lang="cs-CZ" sz="1200" err="1"/>
              <a:t>few</a:t>
            </a:r>
            <a:r>
              <a:rPr lang="cs-CZ" sz="1200"/>
              <a:t> </a:t>
            </a:r>
            <a:r>
              <a:rPr lang="en-US" sz="1200"/>
              <a:t>single sectors (e.g., Utilities hit a massive </a:t>
            </a:r>
            <a:r>
              <a:rPr lang="en-US" sz="1200" b="1"/>
              <a:t>27.7%</a:t>
            </a:r>
            <a:r>
              <a:rPr lang="en-US" sz="1200"/>
              <a:t>, Financials hit </a:t>
            </a:r>
            <a:r>
              <a:rPr lang="en-US" sz="1200" b="1"/>
              <a:t>25.5%</a:t>
            </a:r>
            <a:r>
              <a:rPr lang="en-US" sz="1200"/>
              <a:t>).</a:t>
            </a:r>
            <a:endParaRPr lang="en-US" sz="1200" noProof="0">
              <a:solidFill>
                <a:srgbClr val="000000"/>
              </a:solidFill>
              <a:latin typeface="+mj-lt"/>
              <a:cs typeface="Arial" pitchFamily="34" charset="0"/>
            </a:endParaRPr>
          </a:p>
        </p:txBody>
      </p:sp>
      <p:sp>
        <p:nvSpPr>
          <p:cNvPr id="3" name="Rectangle 2">
            <a:extLst>
              <a:ext uri="{FF2B5EF4-FFF2-40B4-BE49-F238E27FC236}">
                <a16:creationId xmlns:a16="http://schemas.microsoft.com/office/drawing/2014/main" id="{429298E0-A6C7-5AA7-BE24-951D437EB695}"/>
              </a:ext>
            </a:extLst>
          </p:cNvPr>
          <p:cNvSpPr/>
          <p:nvPr/>
        </p:nvSpPr>
        <p:spPr>
          <a:xfrm>
            <a:off x="9076001" y="5283571"/>
            <a:ext cx="2641669" cy="1097279"/>
          </a:xfrm>
          <a:prstGeom prst="rect">
            <a:avLst/>
          </a:prstGeom>
          <a:pattFill prst="dkDnDiag">
            <a:fgClr>
              <a:schemeClr val="bg2"/>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6" name="Freeform: Shape 70">
            <a:extLst>
              <a:ext uri="{FF2B5EF4-FFF2-40B4-BE49-F238E27FC236}">
                <a16:creationId xmlns:a16="http://schemas.microsoft.com/office/drawing/2014/main" id="{17A8A851-EA48-5782-7D00-1402873A91C8}"/>
              </a:ext>
            </a:extLst>
          </p:cNvPr>
          <p:cNvSpPr/>
          <p:nvPr/>
        </p:nvSpPr>
        <p:spPr bwMode="auto">
          <a:xfrm>
            <a:off x="8304719" y="5283569"/>
            <a:ext cx="3413663" cy="1234440"/>
          </a:xfrm>
          <a:custGeom>
            <a:avLst/>
            <a:gdLst>
              <a:gd name="connsiteX0" fmla="*/ 2362 w 2641670"/>
              <a:gd name="connsiteY0" fmla="*/ 806763 h 1039963"/>
              <a:gd name="connsiteX1" fmla="*/ 2641586 w 2641670"/>
              <a:gd name="connsiteY1" fmla="*/ 806763 h 1039963"/>
              <a:gd name="connsiteX2" fmla="*/ 2641586 w 2641670"/>
              <a:gd name="connsiteY2" fmla="*/ 1039963 h 1039963"/>
              <a:gd name="connsiteX3" fmla="*/ 2362 w 2641670"/>
              <a:gd name="connsiteY3" fmla="*/ 1039963 h 1039963"/>
              <a:gd name="connsiteX4" fmla="*/ 409853 w 2641670"/>
              <a:gd name="connsiteY4" fmla="*/ 0 h 1039963"/>
              <a:gd name="connsiteX5" fmla="*/ 2641670 w 2641670"/>
              <a:gd name="connsiteY5" fmla="*/ 0 h 1039963"/>
              <a:gd name="connsiteX6" fmla="*/ 2641670 w 2641670"/>
              <a:gd name="connsiteY6" fmla="*/ 806400 h 1039963"/>
              <a:gd name="connsiteX7" fmla="*/ 0 w 2641670"/>
              <a:gd name="connsiteY7" fmla="*/ 806400 h 1039963"/>
              <a:gd name="connsiteX8" fmla="*/ 0 w 2641670"/>
              <a:gd name="connsiteY8" fmla="*/ 385085 h 1039963"/>
              <a:gd name="connsiteX9" fmla="*/ 19722 w 2641670"/>
              <a:gd name="connsiteY9" fmla="*/ 414440 h 1039963"/>
              <a:gd name="connsiteX10" fmla="*/ 221043 w 2641670"/>
              <a:gd name="connsiteY10" fmla="*/ 498128 h 1039963"/>
              <a:gd name="connsiteX11" fmla="*/ 505754 w 2641670"/>
              <a:gd name="connsiteY11" fmla="*/ 212400 h 1039963"/>
              <a:gd name="connsiteX12" fmla="*/ 422364 w 2641670"/>
              <a:gd name="connsiteY12" fmla="*/ 10360 h 103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41670" h="1039963">
                <a:moveTo>
                  <a:pt x="2362" y="806763"/>
                </a:moveTo>
                <a:lnTo>
                  <a:pt x="2641586" y="806763"/>
                </a:lnTo>
                <a:lnTo>
                  <a:pt x="2641586" y="1039963"/>
                </a:lnTo>
                <a:lnTo>
                  <a:pt x="2362" y="1039963"/>
                </a:lnTo>
                <a:close/>
                <a:moveTo>
                  <a:pt x="409853" y="0"/>
                </a:moveTo>
                <a:lnTo>
                  <a:pt x="2641670" y="0"/>
                </a:lnTo>
                <a:lnTo>
                  <a:pt x="2641670" y="806400"/>
                </a:lnTo>
                <a:lnTo>
                  <a:pt x="0" y="806400"/>
                </a:lnTo>
                <a:lnTo>
                  <a:pt x="0" y="385085"/>
                </a:lnTo>
                <a:lnTo>
                  <a:pt x="19722" y="414440"/>
                </a:lnTo>
                <a:cubicBezTo>
                  <a:pt x="71245" y="466147"/>
                  <a:pt x="142422" y="498128"/>
                  <a:pt x="221043" y="498128"/>
                </a:cubicBezTo>
                <a:cubicBezTo>
                  <a:pt x="378284" y="498128"/>
                  <a:pt x="505754" y="370203"/>
                  <a:pt x="505754" y="212400"/>
                </a:cubicBezTo>
                <a:cubicBezTo>
                  <a:pt x="505754" y="133499"/>
                  <a:pt x="473887" y="62067"/>
                  <a:pt x="422364" y="10360"/>
                </a:cubicBezTo>
                <a:close/>
              </a:path>
            </a:pathLst>
          </a:custGeom>
          <a:pattFill prst="dkDnDiag">
            <a:fgClr>
              <a:schemeClr val="bg2"/>
            </a:fgClr>
            <a:bgClr>
              <a:schemeClr val="bg1"/>
            </a:bgClr>
          </a:pattFill>
          <a:ln w="9525" cap="flat" cmpd="sng" algn="ctr">
            <a:noFill/>
            <a:prstDash val="solid"/>
            <a:round/>
            <a:headEnd type="none" w="med" len="med"/>
            <a:tailEnd type="none" w="med" len="med"/>
          </a:ln>
          <a:effectLst/>
        </p:spPr>
        <p:txBody>
          <a:bodyPr vert="horz" wrap="square" lIns="612000" tIns="108000" rIns="36000" bIns="108000" numCol="1" rtlCol="0" anchor="ctr" anchorCtr="0" compatLnSpc="1">
            <a:prstTxWarp prst="textNoShape">
              <a:avLst/>
            </a:prstTxWarp>
            <a:noAutofit/>
          </a:bodyPr>
          <a:lstStyle/>
          <a:p>
            <a:pPr marL="171450" indent="-171450" fontAlgn="base">
              <a:spcBef>
                <a:spcPct val="0"/>
              </a:spcBef>
              <a:spcAft>
                <a:spcPct val="0"/>
              </a:spcAft>
              <a:buFont typeface="Arial" panose="020B0604020202020204" pitchFamily="34" charset="0"/>
              <a:buChar char="•"/>
            </a:pPr>
            <a:r>
              <a:rPr lang="en-US" sz="1200" noProof="0">
                <a:solidFill>
                  <a:srgbClr val="000000"/>
                </a:solidFill>
                <a:latin typeface="+mj-lt"/>
                <a:cs typeface="Arial" pitchFamily="34" charset="0"/>
              </a:rPr>
              <a:t>Because factors and industries are so deeply intertwined, factor momentum periodically abandons diversification and </a:t>
            </a:r>
            <a:r>
              <a:rPr lang="en-US" sz="1200" b="1" noProof="0">
                <a:solidFill>
                  <a:srgbClr val="000000"/>
                </a:solidFill>
                <a:latin typeface="+mj-lt"/>
                <a:cs typeface="Arial" pitchFamily="34" charset="0"/>
              </a:rPr>
              <a:t>turns into extreme industry momentum</a:t>
            </a:r>
            <a:r>
              <a:rPr lang="cs-CZ" sz="1200" b="1">
                <a:solidFill>
                  <a:srgbClr val="000000"/>
                </a:solidFill>
                <a:latin typeface="+mj-lt"/>
                <a:cs typeface="Arial" pitchFamily="34" charset="0"/>
              </a:rPr>
              <a:t>. </a:t>
            </a:r>
            <a:r>
              <a:rPr lang="cs-CZ" sz="1200">
                <a:solidFill>
                  <a:srgbClr val="000000"/>
                </a:solidFill>
                <a:latin typeface="+mj-lt"/>
                <a:cs typeface="Arial" pitchFamily="34" charset="0"/>
              </a:rPr>
              <a:t>T</a:t>
            </a:r>
            <a:r>
              <a:rPr lang="en-US" sz="1200" noProof="0">
                <a:solidFill>
                  <a:srgbClr val="000000"/>
                </a:solidFill>
                <a:latin typeface="+mj-lt"/>
                <a:cs typeface="Arial" pitchFamily="34" charset="0"/>
              </a:rPr>
              <a:t>his finding coincides with Arnott et al. (2023).</a:t>
            </a:r>
          </a:p>
        </p:txBody>
      </p:sp>
      <p:sp>
        <p:nvSpPr>
          <p:cNvPr id="14" name="Oval 13">
            <a:extLst>
              <a:ext uri="{FF2B5EF4-FFF2-40B4-BE49-F238E27FC236}">
                <a16:creationId xmlns:a16="http://schemas.microsoft.com/office/drawing/2014/main" id="{19008FB1-013E-2F6B-5CA7-E92FCE4810BA}"/>
              </a:ext>
            </a:extLst>
          </p:cNvPr>
          <p:cNvSpPr/>
          <p:nvPr/>
        </p:nvSpPr>
        <p:spPr>
          <a:xfrm>
            <a:off x="8250633" y="5283569"/>
            <a:ext cx="564997" cy="56499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Freeform: Shape 70">
            <a:extLst>
              <a:ext uri="{FF2B5EF4-FFF2-40B4-BE49-F238E27FC236}">
                <a16:creationId xmlns:a16="http://schemas.microsoft.com/office/drawing/2014/main" id="{BF2AB71B-7393-64FB-0796-95A6728777C5}"/>
              </a:ext>
            </a:extLst>
          </p:cNvPr>
          <p:cNvSpPr/>
          <p:nvPr/>
        </p:nvSpPr>
        <p:spPr bwMode="auto">
          <a:xfrm>
            <a:off x="8315176" y="2005172"/>
            <a:ext cx="3413663" cy="1237282"/>
          </a:xfrm>
          <a:custGeom>
            <a:avLst/>
            <a:gdLst>
              <a:gd name="connsiteX0" fmla="*/ 2362 w 2641670"/>
              <a:gd name="connsiteY0" fmla="*/ 806763 h 1039963"/>
              <a:gd name="connsiteX1" fmla="*/ 2641586 w 2641670"/>
              <a:gd name="connsiteY1" fmla="*/ 806763 h 1039963"/>
              <a:gd name="connsiteX2" fmla="*/ 2641586 w 2641670"/>
              <a:gd name="connsiteY2" fmla="*/ 1039963 h 1039963"/>
              <a:gd name="connsiteX3" fmla="*/ 2362 w 2641670"/>
              <a:gd name="connsiteY3" fmla="*/ 1039963 h 1039963"/>
              <a:gd name="connsiteX4" fmla="*/ 409853 w 2641670"/>
              <a:gd name="connsiteY4" fmla="*/ 0 h 1039963"/>
              <a:gd name="connsiteX5" fmla="*/ 2641670 w 2641670"/>
              <a:gd name="connsiteY5" fmla="*/ 0 h 1039963"/>
              <a:gd name="connsiteX6" fmla="*/ 2641670 w 2641670"/>
              <a:gd name="connsiteY6" fmla="*/ 806400 h 1039963"/>
              <a:gd name="connsiteX7" fmla="*/ 0 w 2641670"/>
              <a:gd name="connsiteY7" fmla="*/ 806400 h 1039963"/>
              <a:gd name="connsiteX8" fmla="*/ 0 w 2641670"/>
              <a:gd name="connsiteY8" fmla="*/ 385085 h 1039963"/>
              <a:gd name="connsiteX9" fmla="*/ 19722 w 2641670"/>
              <a:gd name="connsiteY9" fmla="*/ 414440 h 1039963"/>
              <a:gd name="connsiteX10" fmla="*/ 221043 w 2641670"/>
              <a:gd name="connsiteY10" fmla="*/ 498128 h 1039963"/>
              <a:gd name="connsiteX11" fmla="*/ 505754 w 2641670"/>
              <a:gd name="connsiteY11" fmla="*/ 212400 h 1039963"/>
              <a:gd name="connsiteX12" fmla="*/ 422364 w 2641670"/>
              <a:gd name="connsiteY12" fmla="*/ 10360 h 103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41670" h="1039963">
                <a:moveTo>
                  <a:pt x="2362" y="806763"/>
                </a:moveTo>
                <a:lnTo>
                  <a:pt x="2641586" y="806763"/>
                </a:lnTo>
                <a:lnTo>
                  <a:pt x="2641586" y="1039963"/>
                </a:lnTo>
                <a:lnTo>
                  <a:pt x="2362" y="1039963"/>
                </a:lnTo>
                <a:close/>
                <a:moveTo>
                  <a:pt x="409853" y="0"/>
                </a:moveTo>
                <a:lnTo>
                  <a:pt x="2641670" y="0"/>
                </a:lnTo>
                <a:lnTo>
                  <a:pt x="2641670" y="806400"/>
                </a:lnTo>
                <a:lnTo>
                  <a:pt x="0" y="806400"/>
                </a:lnTo>
                <a:lnTo>
                  <a:pt x="0" y="385085"/>
                </a:lnTo>
                <a:lnTo>
                  <a:pt x="19722" y="414440"/>
                </a:lnTo>
                <a:cubicBezTo>
                  <a:pt x="71245" y="466147"/>
                  <a:pt x="142422" y="498128"/>
                  <a:pt x="221043" y="498128"/>
                </a:cubicBezTo>
                <a:cubicBezTo>
                  <a:pt x="378284" y="498128"/>
                  <a:pt x="505754" y="370203"/>
                  <a:pt x="505754" y="212400"/>
                </a:cubicBezTo>
                <a:cubicBezTo>
                  <a:pt x="505754" y="133499"/>
                  <a:pt x="473887" y="62067"/>
                  <a:pt x="422364" y="10360"/>
                </a:cubicBezTo>
                <a:close/>
              </a:path>
            </a:pathLst>
          </a:custGeom>
          <a:pattFill prst="dkDnDiag">
            <a:fgClr>
              <a:schemeClr val="bg2"/>
            </a:fgClr>
            <a:bgClr>
              <a:schemeClr val="bg1"/>
            </a:bgClr>
          </a:pattFill>
          <a:ln w="9525" cap="flat" cmpd="sng" algn="ctr">
            <a:noFill/>
            <a:prstDash val="solid"/>
            <a:round/>
            <a:headEnd type="none" w="med" len="med"/>
            <a:tailEnd type="none" w="med" len="med"/>
          </a:ln>
          <a:effectLst/>
        </p:spPr>
        <p:txBody>
          <a:bodyPr vert="horz" wrap="square" lIns="612000" tIns="108000" rIns="36000" bIns="108000" numCol="1" rtlCol="0" anchor="ctr" anchorCtr="0" compatLnSpc="1">
            <a:prstTxWarp prst="textNoShape">
              <a:avLst/>
            </a:prstTxWarp>
            <a:noAutofit/>
          </a:bodyPr>
          <a:lstStyle/>
          <a:p>
            <a:pPr marL="171450" indent="-171450" fontAlgn="base">
              <a:spcBef>
                <a:spcPct val="0"/>
              </a:spcBef>
              <a:spcAft>
                <a:spcPct val="0"/>
              </a:spcAft>
              <a:buFont typeface="Arial" panose="020B0604020202020204" pitchFamily="34" charset="0"/>
              <a:buChar char="•"/>
            </a:pPr>
            <a:r>
              <a:rPr lang="en-US" sz="1200"/>
              <a:t>On average, the portfolio looks </a:t>
            </a:r>
            <a:r>
              <a:rPr lang="en-US" sz="1200" b="1"/>
              <a:t>well-diversified</a:t>
            </a:r>
            <a:r>
              <a:rPr lang="en-US" sz="1200"/>
              <a:t> (e.g., Machinery averages just 16.8%, Financials 13.4%).</a:t>
            </a:r>
            <a:endParaRPr lang="en-US" sz="1200" noProof="0">
              <a:solidFill>
                <a:srgbClr val="000000"/>
              </a:solidFill>
              <a:latin typeface="+mj-lt"/>
              <a:cs typeface="Arial" pitchFamily="34" charset="0"/>
            </a:endParaRPr>
          </a:p>
        </p:txBody>
      </p:sp>
      <p:pic>
        <p:nvPicPr>
          <p:cNvPr id="15" name="Graphic 57">
            <a:extLst>
              <a:ext uri="{FF2B5EF4-FFF2-40B4-BE49-F238E27FC236}">
                <a16:creationId xmlns:a16="http://schemas.microsoft.com/office/drawing/2014/main" id="{220E43D1-24BF-BE19-1264-938B7A4A6BF7}"/>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8355453" y="5309521"/>
            <a:ext cx="424800" cy="424800"/>
          </a:xfrm>
          <a:prstGeom prst="rect">
            <a:avLst/>
          </a:prstGeom>
        </p:spPr>
      </p:pic>
    </p:spTree>
    <p:extLst>
      <p:ext uri="{BB962C8B-B14F-4D97-AF65-F5344CB8AC3E}">
        <p14:creationId xmlns:p14="http://schemas.microsoft.com/office/powerpoint/2010/main" val="37222537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483BD-C72B-1EC9-1952-79AC80473B26}"/>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6B72182A-8DD0-1170-4331-79C6322FB70B}"/>
                  </a:ext>
                </a:extLst>
              </p:cNvPr>
              <p:cNvSpPr txBox="1"/>
              <p:nvPr/>
            </p:nvSpPr>
            <p:spPr>
              <a:xfrm>
                <a:off x="391886" y="1649579"/>
                <a:ext cx="11258246" cy="6971845"/>
              </a:xfrm>
              <a:prstGeom prst="rect">
                <a:avLst/>
              </a:prstGeom>
              <a:noFill/>
            </p:spPr>
            <p:txBody>
              <a:bodyPr wrap="square" rtlCol="0">
                <a:spAutoFit/>
              </a:bodyPr>
              <a:lstStyle/>
              <a:p>
                <a:pPr marL="285750" indent="-285750">
                  <a:buFont typeface="Arial" panose="020B0604020202020204" pitchFamily="34" charset="0"/>
                  <a:buChar char="•"/>
                </a:pPr>
                <a:r>
                  <a:rPr lang="en-US" noProof="0"/>
                  <a:t>Transaction costs are modelled in </a:t>
                </a:r>
                <a:r>
                  <a:rPr lang="en-US" b="1" noProof="0"/>
                  <a:t>basis points </a:t>
                </a:r>
                <a:r>
                  <a:rPr lang="en-US" noProof="0"/>
                  <a:t>as a decreasing function of </a:t>
                </a:r>
                <a:r>
                  <a:rPr lang="en-US" b="1" noProof="0"/>
                  <a:t>market capitalization</a:t>
                </a:r>
                <a:r>
                  <a:rPr lang="en-US" noProof="0"/>
                  <a:t>.</a:t>
                </a:r>
                <a:endParaRPr lang="en-US" sz="300" noProof="0"/>
              </a:p>
              <a:p>
                <a:pPr marL="285750" indent="-285750">
                  <a:buFont typeface="Arial" panose="020B0604020202020204" pitchFamily="34" charset="0"/>
                  <a:buChar char="•"/>
                </a:pPr>
                <a:r>
                  <a:rPr lang="en-US" noProof="0"/>
                  <a:t>We choose slope so that a representative large-cap has 5-10 bps one-way implementation shortfall, then let costs rise smoothly for smaller caps.</a:t>
                </a:r>
              </a:p>
              <a:p>
                <a:pPr marL="285750" indent="-285750">
                  <a:buFont typeface="Arial" panose="020B0604020202020204" pitchFamily="34" charset="0"/>
                  <a:buChar char="•"/>
                </a:pPr>
                <a:endParaRPr lang="en-US" noProof="0"/>
              </a:p>
              <a:p>
                <a:pPr marL="285750" indent="-285750">
                  <a:buFont typeface="Arial" panose="020B0604020202020204" pitchFamily="34" charset="0"/>
                  <a:buChar char="•"/>
                </a:pPr>
                <a:endParaRPr lang="en-US" noProof="0"/>
              </a:p>
              <a:p>
                <a:pPr marL="285750" indent="-285750">
                  <a:buFont typeface="Arial" panose="020B0604020202020204" pitchFamily="34" charset="0"/>
                  <a:buChar char="•"/>
                </a:pPr>
                <a:endParaRPr lang="en-US" noProof="0"/>
              </a:p>
              <a:p>
                <a:pPr marL="285750" indent="-285750">
                  <a:buFont typeface="Arial" panose="020B0604020202020204" pitchFamily="34" charset="0"/>
                  <a:buChar char="•"/>
                </a:pPr>
                <a:endParaRPr lang="en-US" noProof="0"/>
              </a:p>
              <a:p>
                <a:pPr marL="285750" indent="-285750">
                  <a:buFont typeface="Wingdings" panose="05000000000000000000" pitchFamily="2" charset="2"/>
                  <a:buChar char="§"/>
                </a:pPr>
                <a14:m>
                  <m:oMath xmlns:m="http://schemas.openxmlformats.org/officeDocument/2006/math">
                    <m:r>
                      <a:rPr lang="en-US" sz="1600" i="1" noProof="0" smtClean="0">
                        <a:solidFill>
                          <a:schemeClr val="bg1">
                            <a:lumMod val="65000"/>
                          </a:schemeClr>
                        </a:solidFill>
                        <a:latin typeface="Cambria Math" panose="02040503050406030204" pitchFamily="18" charset="0"/>
                      </a:rPr>
                      <m:t>𝑇</m:t>
                    </m:r>
                    <m:sSubSup>
                      <m:sSubSupPr>
                        <m:ctrlPr>
                          <a:rPr lang="en-US" sz="1600" i="1" noProof="0">
                            <a:solidFill>
                              <a:schemeClr val="bg1">
                                <a:lumMod val="65000"/>
                              </a:schemeClr>
                            </a:solidFill>
                            <a:latin typeface="Cambria Math" panose="02040503050406030204" pitchFamily="18" charset="0"/>
                          </a:rPr>
                        </m:ctrlPr>
                      </m:sSubSupPr>
                      <m:e>
                        <m:r>
                          <a:rPr lang="en-US" sz="1600" i="1" noProof="0">
                            <a:solidFill>
                              <a:schemeClr val="bg1">
                                <a:lumMod val="65000"/>
                              </a:schemeClr>
                            </a:solidFill>
                            <a:latin typeface="Cambria Math" panose="02040503050406030204" pitchFamily="18" charset="0"/>
                          </a:rPr>
                          <m:t>𝐶</m:t>
                        </m:r>
                      </m:e>
                      <m:sub>
                        <m:r>
                          <a:rPr lang="en-US" sz="1600" i="1" noProof="0">
                            <a:solidFill>
                              <a:schemeClr val="bg1">
                                <a:lumMod val="65000"/>
                              </a:schemeClr>
                            </a:solidFill>
                            <a:latin typeface="Cambria Math" panose="02040503050406030204" pitchFamily="18" charset="0"/>
                          </a:rPr>
                          <m:t>𝑖</m:t>
                        </m:r>
                      </m:sub>
                      <m:sup>
                        <m:r>
                          <a:rPr lang="en-US" sz="1600" i="1" noProof="0">
                            <a:solidFill>
                              <a:schemeClr val="bg1">
                                <a:lumMod val="65000"/>
                              </a:schemeClr>
                            </a:solidFill>
                            <a:latin typeface="Cambria Math" panose="02040503050406030204" pitchFamily="18" charset="0"/>
                          </a:rPr>
                          <m:t>𝑏𝑝𝑠</m:t>
                        </m:r>
                      </m:sup>
                    </m:sSubSup>
                  </m:oMath>
                </a14:m>
                <a:r>
                  <a:rPr lang="en-US" sz="1600" i="1" noProof="0">
                    <a:solidFill>
                      <a:schemeClr val="bg1">
                        <a:lumMod val="65000"/>
                      </a:schemeClr>
                    </a:solidFill>
                  </a:rPr>
                  <a:t> : estimated one-way transaction cost (bps) for stock </a:t>
                </a:r>
                <a:r>
                  <a:rPr lang="en-US" sz="1600" i="1" noProof="0" err="1">
                    <a:solidFill>
                      <a:schemeClr val="bg1">
                        <a:lumMod val="65000"/>
                      </a:schemeClr>
                    </a:solidFill>
                  </a:rPr>
                  <a:t>i</a:t>
                </a:r>
                <a:r>
                  <a:rPr lang="en-US" sz="1600" i="1" noProof="0">
                    <a:solidFill>
                      <a:schemeClr val="bg1">
                        <a:lumMod val="65000"/>
                      </a:schemeClr>
                    </a:solidFill>
                  </a:rPr>
                  <a:t>.</a:t>
                </a:r>
              </a:p>
              <a:p>
                <a:pPr marL="285750" indent="-285750">
                  <a:buFont typeface="Wingdings" panose="05000000000000000000" pitchFamily="2" charset="2"/>
                  <a:buChar char="§"/>
                </a:pPr>
                <a:endParaRPr lang="en-US" sz="200" i="1" noProof="0">
                  <a:solidFill>
                    <a:schemeClr val="bg1">
                      <a:lumMod val="65000"/>
                    </a:schemeClr>
                  </a:solidFill>
                </a:endParaRPr>
              </a:p>
              <a:p>
                <a:pPr marL="285750" indent="-285750">
                  <a:buFont typeface="Wingdings" panose="05000000000000000000" pitchFamily="2" charset="2"/>
                  <a:buChar char="§"/>
                </a:pPr>
                <a14:m>
                  <m:oMath xmlns:m="http://schemas.openxmlformats.org/officeDocument/2006/math">
                    <m:sSup>
                      <m:sSupPr>
                        <m:ctrlPr>
                          <a:rPr lang="en-US" sz="1600" i="1" noProof="0">
                            <a:solidFill>
                              <a:schemeClr val="bg1">
                                <a:lumMod val="65000"/>
                              </a:schemeClr>
                            </a:solidFill>
                            <a:latin typeface="Cambria Math" panose="02040503050406030204" pitchFamily="18" charset="0"/>
                          </a:rPr>
                        </m:ctrlPr>
                      </m:sSupPr>
                      <m:e>
                        <m:r>
                          <a:rPr lang="en-US" sz="1600" i="1" noProof="0">
                            <a:solidFill>
                              <a:schemeClr val="bg1">
                                <a:lumMod val="65000"/>
                              </a:schemeClr>
                            </a:solidFill>
                            <a:latin typeface="Cambria Math" panose="02040503050406030204" pitchFamily="18" charset="0"/>
                          </a:rPr>
                          <m:t>𝑏</m:t>
                        </m:r>
                        <m:r>
                          <a:rPr lang="en-US" sz="1600" i="1" noProof="0" smtClean="0">
                            <a:solidFill>
                              <a:schemeClr val="bg1">
                                <a:lumMod val="65000"/>
                              </a:schemeClr>
                            </a:solidFill>
                            <a:latin typeface="Cambria Math" panose="02040503050406030204" pitchFamily="18" charset="0"/>
                          </a:rPr>
                          <m:t>𝑎𝑠𝑒</m:t>
                        </m:r>
                      </m:e>
                      <m:sup>
                        <m:r>
                          <a:rPr lang="en-US" sz="1600" i="1" noProof="0" smtClean="0">
                            <a:solidFill>
                              <a:schemeClr val="bg1">
                                <a:lumMod val="65000"/>
                              </a:schemeClr>
                            </a:solidFill>
                            <a:latin typeface="Cambria Math" panose="02040503050406030204" pitchFamily="18" charset="0"/>
                          </a:rPr>
                          <m:t>𝑏𝑝𝑠</m:t>
                        </m:r>
                      </m:sup>
                    </m:sSup>
                    <m:r>
                      <a:rPr lang="en-US" sz="1600" i="1" noProof="0" smtClean="0">
                        <a:solidFill>
                          <a:schemeClr val="bg1">
                            <a:lumMod val="65000"/>
                          </a:schemeClr>
                        </a:solidFill>
                        <a:latin typeface="Cambria Math" panose="02040503050406030204" pitchFamily="18" charset="0"/>
                      </a:rPr>
                      <m:t>:</m:t>
                    </m:r>
                    <m:r>
                      <m:rPr>
                        <m:nor/>
                      </m:rPr>
                      <a:rPr lang="en-US" sz="1600" i="1" noProof="0" smtClean="0">
                        <a:solidFill>
                          <a:schemeClr val="bg1">
                            <a:lumMod val="65000"/>
                          </a:schemeClr>
                        </a:solidFill>
                        <a:latin typeface="Cambria Math" panose="02040503050406030204" pitchFamily="18" charset="0"/>
                      </a:rPr>
                      <m:t> </m:t>
                    </m:r>
                    <m:r>
                      <m:rPr>
                        <m:nor/>
                      </m:rPr>
                      <a:rPr lang="en-US" sz="1600" i="1" noProof="0" smtClean="0">
                        <a:solidFill>
                          <a:schemeClr val="bg1">
                            <a:lumMod val="65000"/>
                          </a:schemeClr>
                        </a:solidFill>
                      </a:rPr>
                      <m:t>fixed</m:t>
                    </m:r>
                    <m:r>
                      <m:rPr>
                        <m:nor/>
                      </m:rPr>
                      <a:rPr lang="en-US" sz="1600" i="1" noProof="0" smtClean="0">
                        <a:solidFill>
                          <a:schemeClr val="bg1">
                            <a:lumMod val="65000"/>
                          </a:schemeClr>
                        </a:solidFill>
                      </a:rPr>
                      <m:t> </m:t>
                    </m:r>
                    <m:r>
                      <m:rPr>
                        <m:nor/>
                      </m:rPr>
                      <a:rPr lang="en-US" sz="1600" i="1" noProof="0" smtClean="0">
                        <a:solidFill>
                          <a:schemeClr val="bg1">
                            <a:lumMod val="65000"/>
                          </a:schemeClr>
                        </a:solidFill>
                      </a:rPr>
                      <m:t>min</m:t>
                    </m:r>
                    <m:r>
                      <m:rPr>
                        <m:nor/>
                      </m:rPr>
                      <a:rPr lang="en-US" sz="1600" i="1" noProof="0" smtClean="0">
                        <a:solidFill>
                          <a:schemeClr val="bg1">
                            <a:lumMod val="65000"/>
                          </a:schemeClr>
                        </a:solidFill>
                      </a:rPr>
                      <m:t>. </m:t>
                    </m:r>
                    <m:r>
                      <m:rPr>
                        <m:nor/>
                      </m:rPr>
                      <a:rPr lang="en-US" sz="1600" i="1" noProof="0" smtClean="0">
                        <a:solidFill>
                          <a:schemeClr val="bg1">
                            <a:lumMod val="65000"/>
                          </a:schemeClr>
                        </a:solidFill>
                      </a:rPr>
                      <m:t>cost</m:t>
                    </m:r>
                    <m:r>
                      <m:rPr>
                        <m:nor/>
                      </m:rPr>
                      <a:rPr lang="en-US" sz="1600" i="1" noProof="0" smtClean="0">
                        <a:solidFill>
                          <a:schemeClr val="bg1">
                            <a:lumMod val="65000"/>
                          </a:schemeClr>
                        </a:solidFill>
                      </a:rPr>
                      <m:t> </m:t>
                    </m:r>
                    <m:r>
                      <m:rPr>
                        <m:nor/>
                      </m:rPr>
                      <a:rPr lang="en-US" sz="1600" i="1" noProof="0" smtClean="0">
                        <a:solidFill>
                          <a:schemeClr val="bg1">
                            <a:lumMod val="65000"/>
                          </a:schemeClr>
                        </a:solidFill>
                      </a:rPr>
                      <m:t>level</m:t>
                    </m:r>
                    <m:r>
                      <m:rPr>
                        <m:nor/>
                      </m:rPr>
                      <a:rPr lang="en-US" sz="1600" i="1" noProof="0" smtClean="0">
                        <a:solidFill>
                          <a:schemeClr val="bg1">
                            <a:lumMod val="65000"/>
                          </a:schemeClr>
                        </a:solidFill>
                      </a:rPr>
                      <m:t> (</m:t>
                    </m:r>
                    <m:r>
                      <m:rPr>
                        <m:nor/>
                      </m:rPr>
                      <a:rPr lang="en-US" sz="1600" i="1" noProof="0" smtClean="0">
                        <a:solidFill>
                          <a:schemeClr val="bg1">
                            <a:lumMod val="65000"/>
                          </a:schemeClr>
                        </a:solidFill>
                      </a:rPr>
                      <m:t>bps</m:t>
                    </m:r>
                    <m:r>
                      <m:rPr>
                        <m:nor/>
                      </m:rPr>
                      <a:rPr lang="en-US" sz="1600" i="1" noProof="0" smtClean="0">
                        <a:solidFill>
                          <a:schemeClr val="bg1">
                            <a:lumMod val="65000"/>
                          </a:schemeClr>
                        </a:solidFill>
                      </a:rPr>
                      <m:t>) </m:t>
                    </m:r>
                    <m:r>
                      <m:rPr>
                        <m:nor/>
                      </m:rPr>
                      <a:rPr lang="en-US" sz="1600" i="1" noProof="0" smtClean="0">
                        <a:solidFill>
                          <a:schemeClr val="bg1">
                            <a:lumMod val="65000"/>
                          </a:schemeClr>
                        </a:solidFill>
                      </a:rPr>
                      <m:t>applied</m:t>
                    </m:r>
                    <m:r>
                      <m:rPr>
                        <m:nor/>
                      </m:rPr>
                      <a:rPr lang="en-US" sz="1600" i="1" noProof="0" smtClean="0">
                        <a:solidFill>
                          <a:schemeClr val="bg1">
                            <a:lumMod val="65000"/>
                          </a:schemeClr>
                        </a:solidFill>
                      </a:rPr>
                      <m:t> </m:t>
                    </m:r>
                    <m:r>
                      <m:rPr>
                        <m:nor/>
                      </m:rPr>
                      <a:rPr lang="en-US" sz="1600" i="1" noProof="0" smtClean="0">
                        <a:solidFill>
                          <a:schemeClr val="bg1">
                            <a:lumMod val="65000"/>
                          </a:schemeClr>
                        </a:solidFill>
                      </a:rPr>
                      <m:t>to</m:t>
                    </m:r>
                    <m:r>
                      <m:rPr>
                        <m:nor/>
                      </m:rPr>
                      <a:rPr lang="en-US" sz="1600" i="1" noProof="0" smtClean="0">
                        <a:solidFill>
                          <a:schemeClr val="bg1">
                            <a:lumMod val="65000"/>
                          </a:schemeClr>
                        </a:solidFill>
                      </a:rPr>
                      <m:t> </m:t>
                    </m:r>
                    <m:r>
                      <m:rPr>
                        <m:nor/>
                      </m:rPr>
                      <a:rPr lang="en-US" sz="1600" i="1" noProof="0" smtClean="0">
                        <a:solidFill>
                          <a:schemeClr val="bg1">
                            <a:lumMod val="65000"/>
                          </a:schemeClr>
                        </a:solidFill>
                      </a:rPr>
                      <m:t>very</m:t>
                    </m:r>
                    <m:r>
                      <m:rPr>
                        <m:nor/>
                      </m:rPr>
                      <a:rPr lang="en-US" sz="1600" i="1" noProof="0" smtClean="0">
                        <a:solidFill>
                          <a:schemeClr val="bg1">
                            <a:lumMod val="65000"/>
                          </a:schemeClr>
                        </a:solidFill>
                      </a:rPr>
                      <m:t> </m:t>
                    </m:r>
                    <m:r>
                      <m:rPr>
                        <m:nor/>
                      </m:rPr>
                      <a:rPr lang="en-US" sz="1600" i="1" noProof="0" smtClean="0">
                        <a:solidFill>
                          <a:schemeClr val="bg1">
                            <a:lumMod val="65000"/>
                          </a:schemeClr>
                        </a:solidFill>
                      </a:rPr>
                      <m:t>liquid</m:t>
                    </m:r>
                    <m:r>
                      <m:rPr>
                        <m:nor/>
                      </m:rPr>
                      <a:rPr lang="en-US" sz="1600" i="1" noProof="0" smtClean="0">
                        <a:solidFill>
                          <a:schemeClr val="bg1">
                            <a:lumMod val="65000"/>
                          </a:schemeClr>
                        </a:solidFill>
                      </a:rPr>
                      <m:t> </m:t>
                    </m:r>
                    <m:r>
                      <m:rPr>
                        <m:nor/>
                      </m:rPr>
                      <a:rPr lang="en-US" sz="1600" i="1" noProof="0" smtClean="0">
                        <a:solidFill>
                          <a:schemeClr val="bg1">
                            <a:lumMod val="65000"/>
                          </a:schemeClr>
                        </a:solidFill>
                      </a:rPr>
                      <m:t>names</m:t>
                    </m:r>
                    <m:r>
                      <m:rPr>
                        <m:nor/>
                      </m:rPr>
                      <a:rPr lang="en-US" sz="1600" i="1" noProof="0" smtClean="0">
                        <a:solidFill>
                          <a:schemeClr val="bg1">
                            <a:lumMod val="65000"/>
                          </a:schemeClr>
                        </a:solidFill>
                      </a:rPr>
                      <m:t>.</m:t>
                    </m:r>
                  </m:oMath>
                </a14:m>
                <a:endParaRPr lang="en-US" sz="200" i="1" noProof="0">
                  <a:solidFill>
                    <a:schemeClr val="bg1">
                      <a:lumMod val="65000"/>
                    </a:schemeClr>
                  </a:solidFill>
                  <a:latin typeface="Cambria Math" panose="02040503050406030204" pitchFamily="18" charset="0"/>
                </a:endParaRPr>
              </a:p>
              <a:p>
                <a:pPr marL="285750" indent="-285750">
                  <a:buFont typeface="Wingdings" panose="05000000000000000000" pitchFamily="2" charset="2"/>
                  <a:buChar char="§"/>
                </a:pPr>
                <a14:m>
                  <m:oMath xmlns:m="http://schemas.openxmlformats.org/officeDocument/2006/math">
                    <m:r>
                      <a:rPr lang="en-US" sz="1600" i="1" noProof="0" smtClean="0">
                        <a:solidFill>
                          <a:schemeClr val="bg1">
                            <a:lumMod val="65000"/>
                          </a:schemeClr>
                        </a:solidFill>
                        <a:latin typeface="Cambria Math" panose="02040503050406030204" pitchFamily="18" charset="0"/>
                      </a:rPr>
                      <m:t>𝑠𝑙𝑜𝑝𝑒</m:t>
                    </m:r>
                    <m:r>
                      <a:rPr lang="en-US" sz="1600" i="1" noProof="0" smtClean="0">
                        <a:solidFill>
                          <a:schemeClr val="bg1">
                            <a:lumMod val="65000"/>
                          </a:schemeClr>
                        </a:solidFill>
                        <a:latin typeface="Cambria Math" panose="02040503050406030204" pitchFamily="18" charset="0"/>
                      </a:rPr>
                      <m:t>:  </m:t>
                    </m:r>
                  </m:oMath>
                </a14:m>
                <a:r>
                  <a:rPr lang="en-US" sz="1600" i="1" noProof="0">
                    <a:solidFill>
                      <a:schemeClr val="bg1">
                        <a:lumMod val="65000"/>
                      </a:schemeClr>
                    </a:solidFill>
                  </a:rPr>
                  <a:t>calibrated sensitivity parameter (bps).</a:t>
                </a:r>
              </a:p>
              <a:p>
                <a:pPr marL="285750" indent="-285750">
                  <a:buFont typeface="Wingdings" panose="05000000000000000000" pitchFamily="2" charset="2"/>
                  <a:buChar char="§"/>
                </a:pPr>
                <a:endParaRPr lang="en-US" sz="200" i="1" noProof="0">
                  <a:solidFill>
                    <a:schemeClr val="bg1">
                      <a:lumMod val="65000"/>
                    </a:schemeClr>
                  </a:solidFill>
                </a:endParaRPr>
              </a:p>
              <a:p>
                <a:pPr marL="285750" indent="-285750">
                  <a:buFont typeface="Wingdings" panose="05000000000000000000" pitchFamily="2" charset="2"/>
                  <a:buChar char="§"/>
                </a:pPr>
                <a14:m>
                  <m:oMath xmlns:m="http://schemas.openxmlformats.org/officeDocument/2006/math">
                    <m:sSub>
                      <m:sSubPr>
                        <m:ctrlPr>
                          <a:rPr lang="en-US" sz="1600" i="1" noProof="0" smtClean="0">
                            <a:solidFill>
                              <a:schemeClr val="bg1">
                                <a:lumMod val="65000"/>
                              </a:schemeClr>
                            </a:solidFill>
                            <a:latin typeface="Cambria Math" panose="02040503050406030204" pitchFamily="18" charset="0"/>
                          </a:rPr>
                        </m:ctrlPr>
                      </m:sSubPr>
                      <m:e>
                        <m:r>
                          <a:rPr lang="en-US" sz="1600" i="1" noProof="0" smtClean="0">
                            <a:solidFill>
                              <a:schemeClr val="bg1">
                                <a:lumMod val="65000"/>
                              </a:schemeClr>
                            </a:solidFill>
                            <a:latin typeface="Cambria Math" panose="02040503050406030204" pitchFamily="18" charset="0"/>
                          </a:rPr>
                          <m:t>𝑟𝑒𝑓</m:t>
                        </m:r>
                      </m:e>
                      <m:sub>
                        <m:r>
                          <a:rPr lang="en-US" sz="1600" i="1" noProof="0" smtClean="0">
                            <a:solidFill>
                              <a:schemeClr val="bg1">
                                <a:lumMod val="65000"/>
                              </a:schemeClr>
                            </a:solidFill>
                            <a:latin typeface="Cambria Math" panose="02040503050406030204" pitchFamily="18" charset="0"/>
                          </a:rPr>
                          <m:t>𝑚𝑐𝑎𝑝</m:t>
                        </m:r>
                      </m:sub>
                    </m:sSub>
                    <m:r>
                      <a:rPr lang="en-US" sz="1600" i="1" noProof="0" smtClean="0">
                        <a:solidFill>
                          <a:schemeClr val="bg1">
                            <a:lumMod val="65000"/>
                          </a:schemeClr>
                        </a:solidFill>
                        <a:latin typeface="Cambria Math" panose="02040503050406030204" pitchFamily="18" charset="0"/>
                      </a:rPr>
                      <m:t>:</m:t>
                    </m:r>
                  </m:oMath>
                </a14:m>
                <a:r>
                  <a:rPr lang="en-US" sz="1600" i="1" noProof="0">
                    <a:solidFill>
                      <a:schemeClr val="bg1">
                        <a:lumMod val="65000"/>
                      </a:schemeClr>
                    </a:solidFill>
                  </a:rPr>
                  <a:t> median market cap. of the S&amp;P 500.</a:t>
                </a:r>
              </a:p>
              <a:p>
                <a:pPr marL="285750" indent="-285750">
                  <a:buFont typeface="Wingdings" panose="05000000000000000000" pitchFamily="2" charset="2"/>
                  <a:buChar char="§"/>
                </a:pPr>
                <a:endParaRPr lang="en-US" sz="200" i="1" noProof="0">
                  <a:solidFill>
                    <a:schemeClr val="bg1">
                      <a:lumMod val="65000"/>
                    </a:schemeClr>
                  </a:solidFill>
                </a:endParaRPr>
              </a:p>
              <a:p>
                <a:pPr marL="285750" indent="-285750">
                  <a:buFont typeface="Wingdings" panose="05000000000000000000" pitchFamily="2" charset="2"/>
                  <a:buChar char="§"/>
                </a:pPr>
                <a:r>
                  <a:rPr lang="en-US" sz="1600" i="1" noProof="0">
                    <a:solidFill>
                      <a:schemeClr val="bg1">
                        <a:lumMod val="65000"/>
                      </a:schemeClr>
                    </a:solidFill>
                  </a:rPr>
                  <a:t>⍺: curvature parameter that controls how quickly costs rise (⍺ &gt; 0).</a:t>
                </a:r>
                <a:endParaRPr lang="en-US" sz="200" i="1" noProof="0">
                  <a:solidFill>
                    <a:schemeClr val="bg1">
                      <a:lumMod val="65000"/>
                    </a:schemeClr>
                  </a:solidFill>
                </a:endParaRPr>
              </a:p>
              <a:p>
                <a:pPr marL="285750" indent="-285750">
                  <a:buFont typeface="Wingdings" panose="05000000000000000000" pitchFamily="2" charset="2"/>
                  <a:buChar char="§"/>
                </a:pPr>
                <a14:m>
                  <m:oMath xmlns:m="http://schemas.openxmlformats.org/officeDocument/2006/math">
                    <m:r>
                      <a:rPr lang="en-US" sz="1600" i="1" noProof="0">
                        <a:solidFill>
                          <a:schemeClr val="bg1">
                            <a:lumMod val="65000"/>
                          </a:schemeClr>
                        </a:solidFill>
                        <a:latin typeface="Cambria Math" panose="02040503050406030204" pitchFamily="18" charset="0"/>
                      </a:rPr>
                      <m:t>𝑚𝑎𝑥</m:t>
                    </m:r>
                    <m:d>
                      <m:dPr>
                        <m:ctrlPr>
                          <a:rPr lang="en-US" sz="1600" i="1" noProof="0">
                            <a:solidFill>
                              <a:schemeClr val="bg1">
                                <a:lumMod val="65000"/>
                              </a:schemeClr>
                            </a:solidFill>
                            <a:latin typeface="Cambria Math" panose="02040503050406030204" pitchFamily="18" charset="0"/>
                          </a:rPr>
                        </m:ctrlPr>
                      </m:dPr>
                      <m:e>
                        <m:sSub>
                          <m:sSubPr>
                            <m:ctrlPr>
                              <a:rPr lang="en-US" sz="1600" i="1" noProof="0">
                                <a:solidFill>
                                  <a:schemeClr val="bg1">
                                    <a:lumMod val="65000"/>
                                  </a:schemeClr>
                                </a:solidFill>
                                <a:latin typeface="Cambria Math" panose="02040503050406030204" pitchFamily="18" charset="0"/>
                              </a:rPr>
                            </m:ctrlPr>
                          </m:sSubPr>
                          <m:e>
                            <m:r>
                              <a:rPr lang="en-US" sz="1600" i="1" noProof="0">
                                <a:solidFill>
                                  <a:schemeClr val="bg1">
                                    <a:lumMod val="65000"/>
                                  </a:schemeClr>
                                </a:solidFill>
                                <a:latin typeface="Cambria Math" panose="02040503050406030204" pitchFamily="18" charset="0"/>
                              </a:rPr>
                              <m:t>𝑀</m:t>
                            </m:r>
                            <m:r>
                              <a:rPr lang="en-US" sz="1600" i="1" noProof="0" smtClean="0">
                                <a:solidFill>
                                  <a:schemeClr val="bg1">
                                    <a:lumMod val="65000"/>
                                  </a:schemeClr>
                                </a:solidFill>
                                <a:latin typeface="Cambria Math" panose="02040503050406030204" pitchFamily="18" charset="0"/>
                              </a:rPr>
                              <m:t>𝐶</m:t>
                            </m:r>
                          </m:e>
                          <m:sub>
                            <m:r>
                              <a:rPr lang="en-US" sz="1600" i="1" noProof="0">
                                <a:solidFill>
                                  <a:schemeClr val="bg1">
                                    <a:lumMod val="65000"/>
                                  </a:schemeClr>
                                </a:solidFill>
                                <a:latin typeface="Cambria Math" panose="02040503050406030204" pitchFamily="18" charset="0"/>
                              </a:rPr>
                              <m:t>𝑖</m:t>
                            </m:r>
                          </m:sub>
                        </m:sSub>
                        <m:r>
                          <a:rPr lang="en-US" sz="1600" i="1" noProof="0">
                            <a:solidFill>
                              <a:schemeClr val="bg1">
                                <a:lumMod val="65000"/>
                              </a:schemeClr>
                            </a:solidFill>
                            <a:latin typeface="Cambria Math" panose="02040503050406030204" pitchFamily="18" charset="0"/>
                          </a:rPr>
                          <m:t>,1</m:t>
                        </m:r>
                      </m:e>
                    </m:d>
                    <m:r>
                      <a:rPr lang="en-US" sz="1600" i="1" noProof="0" smtClean="0">
                        <a:solidFill>
                          <a:schemeClr val="bg1">
                            <a:lumMod val="65000"/>
                          </a:schemeClr>
                        </a:solidFill>
                        <a:latin typeface="Cambria Math" panose="02040503050406030204" pitchFamily="18" charset="0"/>
                      </a:rPr>
                      <m:t>:</m:t>
                    </m:r>
                    <m:r>
                      <m:rPr>
                        <m:nor/>
                      </m:rPr>
                      <a:rPr lang="en-US" sz="1600" i="1" noProof="0" smtClean="0">
                        <a:solidFill>
                          <a:schemeClr val="bg1">
                            <a:lumMod val="65000"/>
                          </a:schemeClr>
                        </a:solidFill>
                        <a:latin typeface="Cambria Math" panose="02040503050406030204" pitchFamily="18" charset="0"/>
                      </a:rPr>
                      <m:t> </m:t>
                    </m:r>
                    <m:r>
                      <m:rPr>
                        <m:nor/>
                      </m:rPr>
                      <a:rPr lang="en-US" sz="1600" i="1" noProof="0" smtClean="0">
                        <a:solidFill>
                          <a:schemeClr val="bg1">
                            <a:lumMod val="65000"/>
                          </a:schemeClr>
                        </a:solidFill>
                      </a:rPr>
                      <m:t>numerical</m:t>
                    </m:r>
                    <m:r>
                      <m:rPr>
                        <m:nor/>
                      </m:rPr>
                      <a:rPr lang="en-US" sz="1600" i="1" noProof="0" smtClean="0">
                        <a:solidFill>
                          <a:schemeClr val="bg1">
                            <a:lumMod val="65000"/>
                          </a:schemeClr>
                        </a:solidFill>
                      </a:rPr>
                      <m:t> </m:t>
                    </m:r>
                    <m:r>
                      <m:rPr>
                        <m:nor/>
                      </m:rPr>
                      <a:rPr lang="en-US" sz="1600" i="1" noProof="0" smtClean="0">
                        <a:solidFill>
                          <a:schemeClr val="bg1">
                            <a:lumMod val="65000"/>
                          </a:schemeClr>
                        </a:solidFill>
                      </a:rPr>
                      <m:t>guard</m:t>
                    </m:r>
                    <m:r>
                      <m:rPr>
                        <m:nor/>
                      </m:rPr>
                      <a:rPr lang="en-US" sz="1600" i="1" noProof="0" smtClean="0">
                        <a:solidFill>
                          <a:schemeClr val="bg1">
                            <a:lumMod val="65000"/>
                          </a:schemeClr>
                        </a:solidFill>
                      </a:rPr>
                      <m:t> </m:t>
                    </m:r>
                    <m:r>
                      <m:rPr>
                        <m:nor/>
                      </m:rPr>
                      <a:rPr lang="en-US" sz="1600" i="1" noProof="0" smtClean="0">
                        <a:solidFill>
                          <a:schemeClr val="bg1">
                            <a:lumMod val="65000"/>
                          </a:schemeClr>
                        </a:solidFill>
                      </a:rPr>
                      <m:t>to</m:t>
                    </m:r>
                    <m:r>
                      <m:rPr>
                        <m:nor/>
                      </m:rPr>
                      <a:rPr lang="en-US" sz="1600" i="1" noProof="0" smtClean="0">
                        <a:solidFill>
                          <a:schemeClr val="bg1">
                            <a:lumMod val="65000"/>
                          </a:schemeClr>
                        </a:solidFill>
                      </a:rPr>
                      <m:t> </m:t>
                    </m:r>
                    <m:r>
                      <m:rPr>
                        <m:nor/>
                      </m:rPr>
                      <a:rPr lang="en-US" sz="1600" i="1" noProof="0" smtClean="0">
                        <a:solidFill>
                          <a:schemeClr val="bg1">
                            <a:lumMod val="65000"/>
                          </a:schemeClr>
                        </a:solidFill>
                      </a:rPr>
                      <m:t>avoid</m:t>
                    </m:r>
                    <m:r>
                      <m:rPr>
                        <m:nor/>
                      </m:rPr>
                      <a:rPr lang="en-US" sz="1600" i="1" noProof="0" smtClean="0">
                        <a:solidFill>
                          <a:schemeClr val="bg1">
                            <a:lumMod val="65000"/>
                          </a:schemeClr>
                        </a:solidFill>
                      </a:rPr>
                      <m:t> </m:t>
                    </m:r>
                    <m:r>
                      <m:rPr>
                        <m:nor/>
                      </m:rPr>
                      <a:rPr lang="en-US" sz="1600" i="1" noProof="0" smtClean="0">
                        <a:solidFill>
                          <a:schemeClr val="bg1">
                            <a:lumMod val="65000"/>
                          </a:schemeClr>
                        </a:solidFill>
                      </a:rPr>
                      <m:t>division</m:t>
                    </m:r>
                    <m:r>
                      <m:rPr>
                        <m:nor/>
                      </m:rPr>
                      <a:rPr lang="en-US" sz="1600" i="1" noProof="0" smtClean="0">
                        <a:solidFill>
                          <a:schemeClr val="bg1">
                            <a:lumMod val="65000"/>
                          </a:schemeClr>
                        </a:solidFill>
                      </a:rPr>
                      <m:t> </m:t>
                    </m:r>
                    <m:r>
                      <m:rPr>
                        <m:nor/>
                      </m:rPr>
                      <a:rPr lang="en-US" sz="1600" i="1" noProof="0" smtClean="0">
                        <a:solidFill>
                          <a:schemeClr val="bg1">
                            <a:lumMod val="65000"/>
                          </a:schemeClr>
                        </a:solidFill>
                      </a:rPr>
                      <m:t>by</m:t>
                    </m:r>
                    <m:r>
                      <m:rPr>
                        <m:nor/>
                      </m:rPr>
                      <a:rPr lang="en-US" sz="1600" i="1" noProof="0" smtClean="0">
                        <a:solidFill>
                          <a:schemeClr val="bg1">
                            <a:lumMod val="65000"/>
                          </a:schemeClr>
                        </a:solidFill>
                      </a:rPr>
                      <m:t> </m:t>
                    </m:r>
                    <m:r>
                      <m:rPr>
                        <m:nor/>
                      </m:rPr>
                      <a:rPr lang="en-US" sz="1600" i="1" noProof="0" smtClean="0">
                        <a:solidFill>
                          <a:schemeClr val="bg1">
                            <a:lumMod val="65000"/>
                          </a:schemeClr>
                        </a:solidFill>
                      </a:rPr>
                      <m:t>zero</m:t>
                    </m:r>
                    <m:r>
                      <m:rPr>
                        <m:nor/>
                      </m:rPr>
                      <a:rPr lang="en-US" sz="1600" i="1" noProof="0" smtClean="0">
                        <a:solidFill>
                          <a:schemeClr val="bg1">
                            <a:lumMod val="65000"/>
                          </a:schemeClr>
                        </a:solidFill>
                      </a:rPr>
                      <m:t>.</m:t>
                    </m:r>
                  </m:oMath>
                </a14:m>
                <a:endParaRPr lang="en-US" sz="1600" i="1" noProof="0">
                  <a:solidFill>
                    <a:schemeClr val="bg1">
                      <a:lumMod val="65000"/>
                    </a:schemeClr>
                  </a:solidFill>
                </a:endParaRPr>
              </a:p>
              <a:p>
                <a:endParaRPr lang="en-US" sz="1100" noProof="0"/>
              </a:p>
              <a:p>
                <a:pPr marL="285750" indent="-285750">
                  <a:buFont typeface="Arial" panose="020B0604020202020204" pitchFamily="34" charset="0"/>
                  <a:buChar char="•"/>
                </a:pPr>
                <a:r>
                  <a:rPr lang="en-US" noProof="0"/>
                  <a:t>Max. TC is </a:t>
                </a:r>
                <a:r>
                  <a:rPr lang="en-US" b="1" noProof="0"/>
                  <a:t>capped at 100 bps</a:t>
                </a:r>
                <a:r>
                  <a:rPr lang="en-US" noProof="0"/>
                  <a:t> to avoid extreme values.</a:t>
                </a:r>
              </a:p>
              <a:p>
                <a:endParaRPr lang="en-US" noProof="0"/>
              </a:p>
              <a:p>
                <a:pPr marL="285750" indent="-285750">
                  <a:buFont typeface="Arial" panose="020B0604020202020204" pitchFamily="34" charset="0"/>
                  <a:buChar char="•"/>
                </a:pPr>
                <a:endParaRPr lang="en-US" noProof="0"/>
              </a:p>
              <a:p>
                <a:endParaRPr lang="en-US" noProof="0"/>
              </a:p>
              <a:p>
                <a:pPr marL="285750" indent="-285750">
                  <a:buFont typeface="Arial" panose="020B0604020202020204" pitchFamily="34" charset="0"/>
                  <a:buChar char="•"/>
                </a:pPr>
                <a:endParaRPr lang="en-US" noProof="0"/>
              </a:p>
              <a:p>
                <a:endParaRPr lang="en-US" noProof="0"/>
              </a:p>
              <a:p>
                <a:pPr marL="285750" indent="-285750">
                  <a:buFont typeface="Arial" panose="020B0604020202020204" pitchFamily="34" charset="0"/>
                  <a:buChar char="•"/>
                </a:pPr>
                <a:endParaRPr lang="en-US" noProof="0"/>
              </a:p>
              <a:p>
                <a:pPr marL="285750" indent="-285750">
                  <a:buFont typeface="Arial" panose="020B0604020202020204" pitchFamily="34" charset="0"/>
                  <a:buChar char="•"/>
                </a:pPr>
                <a:endParaRPr lang="en-US" noProof="0"/>
              </a:p>
              <a:p>
                <a:pPr marL="285750" indent="-285750">
                  <a:buFont typeface="Arial" panose="020B0604020202020204" pitchFamily="34" charset="0"/>
                  <a:buChar char="•"/>
                </a:pPr>
                <a:endParaRPr lang="en-US" noProof="0"/>
              </a:p>
              <a:p>
                <a:endParaRPr lang="en-US" noProof="0"/>
              </a:p>
              <a:p>
                <a:pPr marL="285750" indent="-285750">
                  <a:buFont typeface="Arial" panose="020B0604020202020204" pitchFamily="34" charset="0"/>
                  <a:buChar char="•"/>
                </a:pPr>
                <a:endParaRPr lang="en-US" b="1" noProof="0"/>
              </a:p>
            </p:txBody>
          </p:sp>
        </mc:Choice>
        <mc:Fallback>
          <p:sp>
            <p:nvSpPr>
              <p:cNvPr id="5" name="TextBox 4">
                <a:extLst>
                  <a:ext uri="{FF2B5EF4-FFF2-40B4-BE49-F238E27FC236}">
                    <a16:creationId xmlns:a16="http://schemas.microsoft.com/office/drawing/2014/main" id="{6B72182A-8DD0-1170-4331-79C6322FB70B}"/>
                  </a:ext>
                </a:extLst>
              </p:cNvPr>
              <p:cNvSpPr txBox="1">
                <a:spLocks noRot="1" noChangeAspect="1" noMove="1" noResize="1" noEditPoints="1" noAdjustHandles="1" noChangeArrowheads="1" noChangeShapeType="1" noTextEdit="1"/>
              </p:cNvSpPr>
              <p:nvPr/>
            </p:nvSpPr>
            <p:spPr>
              <a:xfrm>
                <a:off x="391886" y="1649579"/>
                <a:ext cx="11258246" cy="6971845"/>
              </a:xfrm>
              <a:prstGeom prst="rect">
                <a:avLst/>
              </a:prstGeom>
              <a:blipFill>
                <a:blip r:embed="rId3"/>
                <a:stretch>
                  <a:fillRect l="-325" t="-525"/>
                </a:stretch>
              </a:blipFill>
            </p:spPr>
            <p:txBody>
              <a:bodyPr/>
              <a:lstStyle/>
              <a:p>
                <a:r>
                  <a:rPr lang="en-US">
                    <a:noFill/>
                  </a:rPr>
                  <a:t> </a:t>
                </a:r>
              </a:p>
            </p:txBody>
          </p:sp>
        </mc:Fallback>
      </mc:AlternateContent>
      <p:sp>
        <p:nvSpPr>
          <p:cNvPr id="7" name="Rettangolo 4">
            <a:extLst>
              <a:ext uri="{FF2B5EF4-FFF2-40B4-BE49-F238E27FC236}">
                <a16:creationId xmlns:a16="http://schemas.microsoft.com/office/drawing/2014/main" id="{D3C047D1-30F9-5019-F00E-0B214B87755F}"/>
              </a:ext>
            </a:extLst>
          </p:cNvPr>
          <p:cNvSpPr/>
          <p:nvPr/>
        </p:nvSpPr>
        <p:spPr>
          <a:xfrm>
            <a:off x="3930769" y="2694933"/>
            <a:ext cx="4330460" cy="748179"/>
          </a:xfrm>
          <a:prstGeom prst="rect">
            <a:avLst/>
          </a:prstGeom>
          <a:pattFill prst="dkDnDiag">
            <a:fgClr>
              <a:schemeClr val="bg2"/>
            </a:fgClr>
            <a:bgClr>
              <a:schemeClr val="bg1"/>
            </a:bgClr>
          </a:patt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ext Placeholder 1">
            <a:extLst>
              <a:ext uri="{FF2B5EF4-FFF2-40B4-BE49-F238E27FC236}">
                <a16:creationId xmlns:a16="http://schemas.microsoft.com/office/drawing/2014/main" id="{D335D13A-D6C3-E706-68A9-CA25D3643F0D}"/>
              </a:ext>
            </a:extLst>
          </p:cNvPr>
          <p:cNvSpPr>
            <a:spLocks noGrp="1"/>
          </p:cNvSpPr>
          <p:nvPr>
            <p:ph type="body" sz="quarter" idx="13"/>
          </p:nvPr>
        </p:nvSpPr>
        <p:spPr/>
        <p:txBody>
          <a:bodyPr/>
          <a:lstStyle/>
          <a:p>
            <a:r>
              <a:rPr lang="en-US" noProof="0"/>
              <a:t>Part 2 (Single-stock level) – Replication, Net Positions, Frictions</a:t>
            </a:r>
          </a:p>
        </p:txBody>
      </p:sp>
      <p:sp>
        <p:nvSpPr>
          <p:cNvPr id="4" name="Rectangle 3">
            <a:extLst>
              <a:ext uri="{FF2B5EF4-FFF2-40B4-BE49-F238E27FC236}">
                <a16:creationId xmlns:a16="http://schemas.microsoft.com/office/drawing/2014/main" id="{3CC56532-F7EC-EF90-517F-86DC88F03EED}"/>
              </a:ext>
            </a:extLst>
          </p:cNvPr>
          <p:cNvSpPr/>
          <p:nvPr/>
        </p:nvSpPr>
        <p:spPr>
          <a:xfrm>
            <a:off x="391886" y="881744"/>
            <a:ext cx="1137513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rPr>
              <a:t>Transaction Costs</a:t>
            </a:r>
            <a:endParaRPr lang="en-US" sz="1800" b="1" noProof="0">
              <a:solidFill>
                <a:schemeClr val="bg1"/>
              </a:solidFill>
            </a:endParaRPr>
          </a:p>
        </p:txBody>
      </p:sp>
      <p:sp>
        <p:nvSpPr>
          <p:cNvPr id="3" name="Rectangle 10">
            <a:extLst>
              <a:ext uri="{FF2B5EF4-FFF2-40B4-BE49-F238E27FC236}">
                <a16:creationId xmlns:a16="http://schemas.microsoft.com/office/drawing/2014/main" id="{54D65D59-9CE3-4732-E452-5A1FB947F632}"/>
              </a:ext>
            </a:extLst>
          </p:cNvPr>
          <p:cNvSpPr/>
          <p:nvPr/>
        </p:nvSpPr>
        <p:spPr>
          <a:xfrm>
            <a:off x="391886" y="5808453"/>
            <a:ext cx="11375136" cy="701695"/>
          </a:xfrm>
          <a:prstGeom prst="rect">
            <a:avLst/>
          </a:prstGeom>
          <a:gradFill flip="none" rotWithShape="1">
            <a:gsLst>
              <a:gs pos="0">
                <a:srgbClr val="113981"/>
              </a:gs>
              <a:gs pos="19000">
                <a:srgbClr val="1848A0"/>
              </a:gs>
              <a:gs pos="0">
                <a:schemeClr val="accent1">
                  <a:lumMod val="40000"/>
                  <a:lumOff val="60000"/>
                </a:schemeClr>
              </a:gs>
              <a:gs pos="100000">
                <a:schemeClr val="accent1"/>
              </a:gs>
              <a:gs pos="100000">
                <a:schemeClr val="accent1"/>
              </a:gs>
              <a:gs pos="100000">
                <a:schemeClr val="accent1">
                  <a:lumMod val="75000"/>
                </a:schemeClr>
              </a:gs>
            </a:gsLst>
            <a:lin ang="1080000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algn="ctr" defTabSz="457200"/>
            <a:r>
              <a:rPr lang="en-US" b="1" noProof="0">
                <a:solidFill>
                  <a:schemeClr val="bg1"/>
                </a:solidFill>
                <a:cs typeface="Arial" pitchFamily="34" charset="0"/>
              </a:rPr>
              <a:t>This allows us to approximate transaction costs using market capitalization for real world application.</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77E25979-EE95-759A-E67A-87964C5C3F48}"/>
                  </a:ext>
                </a:extLst>
              </p:cNvPr>
              <p:cNvSpPr txBox="1"/>
              <p:nvPr/>
            </p:nvSpPr>
            <p:spPr>
              <a:xfrm>
                <a:off x="3997316" y="2727354"/>
                <a:ext cx="4197367" cy="65447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noProof="0" smtClean="0">
                          <a:latin typeface="Cambria Math" panose="02040503050406030204" pitchFamily="18" charset="0"/>
                        </a:rPr>
                        <m:t>𝑇</m:t>
                      </m:r>
                      <m:sSubSup>
                        <m:sSubSupPr>
                          <m:ctrlPr>
                            <a:rPr lang="en-US" i="1" noProof="0">
                              <a:latin typeface="Cambria Math" panose="02040503050406030204" pitchFamily="18" charset="0"/>
                            </a:rPr>
                          </m:ctrlPr>
                        </m:sSubSupPr>
                        <m:e>
                          <m:r>
                            <a:rPr lang="en-US" i="1" noProof="0">
                              <a:latin typeface="Cambria Math" panose="02040503050406030204" pitchFamily="18" charset="0"/>
                            </a:rPr>
                            <m:t>𝐶</m:t>
                          </m:r>
                        </m:e>
                        <m:sub>
                          <m:r>
                            <a:rPr lang="en-US" i="1" noProof="0">
                              <a:latin typeface="Cambria Math" panose="02040503050406030204" pitchFamily="18" charset="0"/>
                            </a:rPr>
                            <m:t>𝑖</m:t>
                          </m:r>
                        </m:sub>
                        <m:sup>
                          <m:r>
                            <a:rPr lang="en-US" i="1" noProof="0">
                              <a:latin typeface="Cambria Math" panose="02040503050406030204" pitchFamily="18" charset="0"/>
                            </a:rPr>
                            <m:t>𝑏𝑝𝑠</m:t>
                          </m:r>
                        </m:sup>
                      </m:sSubSup>
                      <m:r>
                        <a:rPr lang="en-US" i="1" noProof="0">
                          <a:latin typeface="Cambria Math" panose="02040503050406030204" pitchFamily="18" charset="0"/>
                        </a:rPr>
                        <m:t>=</m:t>
                      </m:r>
                      <m:sSup>
                        <m:sSupPr>
                          <m:ctrlPr>
                            <a:rPr lang="en-US" i="1" noProof="0" smtClean="0">
                              <a:latin typeface="Cambria Math" panose="02040503050406030204" pitchFamily="18" charset="0"/>
                            </a:rPr>
                          </m:ctrlPr>
                        </m:sSupPr>
                        <m:e>
                          <m:r>
                            <a:rPr lang="en-US" i="1" noProof="0">
                              <a:latin typeface="Cambria Math" panose="02040503050406030204" pitchFamily="18" charset="0"/>
                            </a:rPr>
                            <m:t>𝑏</m:t>
                          </m:r>
                          <m:r>
                            <m:rPr>
                              <m:sty m:val="p"/>
                            </m:rPr>
                            <a:rPr lang="en-US" i="1" noProof="0" smtClean="0">
                              <a:latin typeface="Cambria Math" panose="02040503050406030204" pitchFamily="18" charset="0"/>
                            </a:rPr>
                            <m:t>ase</m:t>
                          </m:r>
                        </m:e>
                        <m:sup>
                          <m:r>
                            <m:rPr>
                              <m:sty m:val="p"/>
                            </m:rPr>
                            <a:rPr lang="en-US" b="0" i="1" noProof="0" smtClean="0">
                              <a:latin typeface="Cambria Math" panose="02040503050406030204" pitchFamily="18" charset="0"/>
                            </a:rPr>
                            <m:t>bps</m:t>
                          </m:r>
                        </m:sup>
                      </m:sSup>
                      <m:r>
                        <a:rPr lang="en-US" i="1" noProof="0">
                          <a:latin typeface="Cambria Math" panose="02040503050406030204" pitchFamily="18" charset="0"/>
                        </a:rPr>
                        <m:t>+</m:t>
                      </m:r>
                      <m:r>
                        <a:rPr lang="en-US" i="1" noProof="0">
                          <a:latin typeface="Cambria Math" panose="02040503050406030204" pitchFamily="18" charset="0"/>
                        </a:rPr>
                        <m:t>𝑠</m:t>
                      </m:r>
                      <m:r>
                        <m:rPr>
                          <m:sty m:val="p"/>
                        </m:rPr>
                        <a:rPr lang="en-US" b="0" i="1" noProof="0" smtClean="0">
                          <a:latin typeface="Cambria Math" panose="02040503050406030204" pitchFamily="18" charset="0"/>
                        </a:rPr>
                        <m:t>lope</m:t>
                      </m:r>
                      <m:sSup>
                        <m:sSupPr>
                          <m:ctrlPr>
                            <a:rPr lang="en-US" i="1" noProof="0">
                              <a:latin typeface="Cambria Math" panose="02040503050406030204" pitchFamily="18" charset="0"/>
                            </a:rPr>
                          </m:ctrlPr>
                        </m:sSupPr>
                        <m:e>
                          <m:d>
                            <m:dPr>
                              <m:ctrlPr>
                                <a:rPr lang="en-US" i="1" noProof="0">
                                  <a:latin typeface="Cambria Math" panose="02040503050406030204" pitchFamily="18" charset="0"/>
                                </a:rPr>
                              </m:ctrlPr>
                            </m:dPr>
                            <m:e>
                              <m:f>
                                <m:fPr>
                                  <m:ctrlPr>
                                    <a:rPr lang="en-US" i="1" noProof="0">
                                      <a:latin typeface="Cambria Math" panose="02040503050406030204" pitchFamily="18" charset="0"/>
                                    </a:rPr>
                                  </m:ctrlPr>
                                </m:fPr>
                                <m:num>
                                  <m:sSub>
                                    <m:sSubPr>
                                      <m:ctrlPr>
                                        <a:rPr lang="en-US" b="0" i="1" noProof="0" smtClean="0">
                                          <a:latin typeface="Cambria Math" panose="02040503050406030204" pitchFamily="18" charset="0"/>
                                        </a:rPr>
                                      </m:ctrlPr>
                                    </m:sSubPr>
                                    <m:e>
                                      <m:r>
                                        <m:rPr>
                                          <m:sty m:val="p"/>
                                        </m:rPr>
                                        <a:rPr lang="en-US" b="0" i="1" noProof="0" smtClean="0">
                                          <a:latin typeface="Cambria Math" panose="02040503050406030204" pitchFamily="18" charset="0"/>
                                        </a:rPr>
                                        <m:t>r</m:t>
                                      </m:r>
                                      <m:r>
                                        <m:rPr>
                                          <m:sty m:val="p"/>
                                        </m:rPr>
                                        <a:rPr lang="en-US" i="1" noProof="0" smtClean="0">
                                          <a:latin typeface="Cambria Math" panose="02040503050406030204" pitchFamily="18" charset="0"/>
                                        </a:rPr>
                                        <m:t>ef</m:t>
                                      </m:r>
                                    </m:e>
                                    <m:sub>
                                      <m:r>
                                        <m:rPr>
                                          <m:sty m:val="p"/>
                                        </m:rPr>
                                        <a:rPr lang="en-US" b="0" i="1" noProof="0" smtClean="0">
                                          <a:latin typeface="Cambria Math" panose="02040503050406030204" pitchFamily="18" charset="0"/>
                                        </a:rPr>
                                        <m:t>mcap</m:t>
                                      </m:r>
                                    </m:sub>
                                  </m:sSub>
                                </m:num>
                                <m:den>
                                  <m:r>
                                    <a:rPr lang="en-US" i="1" noProof="0">
                                      <a:latin typeface="Cambria Math" panose="02040503050406030204" pitchFamily="18" charset="0"/>
                                    </a:rPr>
                                    <m:t>𝑚𝑎𝑥</m:t>
                                  </m:r>
                                  <m:d>
                                    <m:dPr>
                                      <m:ctrlPr>
                                        <a:rPr lang="en-US" i="1" noProof="0">
                                          <a:latin typeface="Cambria Math" panose="02040503050406030204" pitchFamily="18" charset="0"/>
                                        </a:rPr>
                                      </m:ctrlPr>
                                    </m:dPr>
                                    <m:e>
                                      <m:sSub>
                                        <m:sSubPr>
                                          <m:ctrlPr>
                                            <a:rPr lang="en-US" i="1" noProof="0">
                                              <a:latin typeface="Cambria Math" panose="02040503050406030204" pitchFamily="18" charset="0"/>
                                            </a:rPr>
                                          </m:ctrlPr>
                                        </m:sSubPr>
                                        <m:e>
                                          <m:r>
                                            <a:rPr lang="en-US" i="1" noProof="0">
                                              <a:latin typeface="Cambria Math" panose="02040503050406030204" pitchFamily="18" charset="0"/>
                                            </a:rPr>
                                            <m:t>𝑀</m:t>
                                          </m:r>
                                          <m:r>
                                            <m:rPr>
                                              <m:sty m:val="p"/>
                                            </m:rPr>
                                            <a:rPr lang="en-US" b="0" i="1" noProof="0" smtClean="0">
                                              <a:latin typeface="Cambria Math" panose="02040503050406030204" pitchFamily="18" charset="0"/>
                                            </a:rPr>
                                            <m:t>C</m:t>
                                          </m:r>
                                        </m:e>
                                        <m:sub>
                                          <m:r>
                                            <a:rPr lang="en-US" i="1" noProof="0">
                                              <a:latin typeface="Cambria Math" panose="02040503050406030204" pitchFamily="18" charset="0"/>
                                            </a:rPr>
                                            <m:t>𝑖</m:t>
                                          </m:r>
                                        </m:sub>
                                      </m:sSub>
                                      <m:r>
                                        <a:rPr lang="en-US" i="1" noProof="0">
                                          <a:latin typeface="Cambria Math" panose="02040503050406030204" pitchFamily="18" charset="0"/>
                                        </a:rPr>
                                        <m:t>,1</m:t>
                                      </m:r>
                                    </m:e>
                                  </m:d>
                                </m:den>
                              </m:f>
                            </m:e>
                          </m:d>
                        </m:e>
                        <m:sup>
                          <m:r>
                            <a:rPr lang="en-US" i="1" noProof="0">
                              <a:latin typeface="Cambria Math" panose="02040503050406030204" pitchFamily="18" charset="0"/>
                            </a:rPr>
                            <m:t>𝛼</m:t>
                          </m:r>
                        </m:sup>
                      </m:sSup>
                    </m:oMath>
                  </m:oMathPara>
                </a14:m>
                <a:endParaRPr lang="en-US" noProof="0"/>
              </a:p>
            </p:txBody>
          </p:sp>
        </mc:Choice>
        <mc:Fallback>
          <p:sp>
            <p:nvSpPr>
              <p:cNvPr id="6" name="TextBox 5">
                <a:extLst>
                  <a:ext uri="{FF2B5EF4-FFF2-40B4-BE49-F238E27FC236}">
                    <a16:creationId xmlns:a16="http://schemas.microsoft.com/office/drawing/2014/main" id="{77E25979-EE95-759A-E67A-87964C5C3F48}"/>
                  </a:ext>
                </a:extLst>
              </p:cNvPr>
              <p:cNvSpPr txBox="1">
                <a:spLocks noRot="1" noChangeAspect="1" noMove="1" noResize="1" noEditPoints="1" noAdjustHandles="1" noChangeArrowheads="1" noChangeShapeType="1" noTextEdit="1"/>
              </p:cNvSpPr>
              <p:nvPr/>
            </p:nvSpPr>
            <p:spPr>
              <a:xfrm>
                <a:off x="3997316" y="2727354"/>
                <a:ext cx="4197367" cy="654475"/>
              </a:xfrm>
              <a:prstGeom prst="rect">
                <a:avLst/>
              </a:prstGeom>
              <a:blipFill>
                <a:blip r:embed="rId4"/>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1CC45173-BED7-4B45-3BD5-0CF0AD4D5AE7}"/>
              </a:ext>
            </a:extLst>
          </p:cNvPr>
          <p:cNvSpPr txBox="1"/>
          <p:nvPr/>
        </p:nvSpPr>
        <p:spPr>
          <a:xfrm>
            <a:off x="261257" y="6858000"/>
            <a:ext cx="10823666" cy="1200329"/>
          </a:xfrm>
          <a:prstGeom prst="rect">
            <a:avLst/>
          </a:prstGeom>
          <a:noFill/>
        </p:spPr>
        <p:txBody>
          <a:bodyPr wrap="square" rtlCol="0">
            <a:spAutoFit/>
          </a:bodyPr>
          <a:lstStyle/>
          <a:p>
            <a:endParaRPr lang="en-US" noProof="0"/>
          </a:p>
          <a:p>
            <a:endParaRPr lang="en-US" noProof="0"/>
          </a:p>
          <a:p>
            <a:endParaRPr lang="en-US" noProof="0"/>
          </a:p>
          <a:p>
            <a:endParaRPr lang="en-US" noProof="0"/>
          </a:p>
        </p:txBody>
      </p:sp>
      <mc:AlternateContent xmlns:mc="http://schemas.openxmlformats.org/markup-compatibility/2006">
        <mc:Choice xmlns:a14="http://schemas.microsoft.com/office/drawing/2010/main" Requires="a14">
          <p:graphicFrame>
            <p:nvGraphicFramePr>
              <p:cNvPr id="8" name="Table 6">
                <a:extLst>
                  <a:ext uri="{FF2B5EF4-FFF2-40B4-BE49-F238E27FC236}">
                    <a16:creationId xmlns:a16="http://schemas.microsoft.com/office/drawing/2014/main" id="{066ECAE4-20FD-C877-B486-B7438DA57B84}"/>
                  </a:ext>
                </a:extLst>
              </p:cNvPr>
              <p:cNvGraphicFramePr>
                <a:graphicFrameLocks noGrp="1"/>
              </p:cNvGraphicFramePr>
              <p:nvPr>
                <p:extLst>
                  <p:ext uri="{D42A27DB-BD31-4B8C-83A1-F6EECF244321}">
                    <p14:modId xmlns:p14="http://schemas.microsoft.com/office/powerpoint/2010/main" val="2894573210"/>
                  </p:ext>
                </p:extLst>
              </p:nvPr>
            </p:nvGraphicFramePr>
            <p:xfrm>
              <a:off x="9302977" y="2457548"/>
              <a:ext cx="2464045" cy="1222947"/>
            </p:xfrm>
            <a:graphic>
              <a:graphicData uri="http://schemas.openxmlformats.org/drawingml/2006/table">
                <a:tbl>
                  <a:tblPr firstRow="1" bandRow="1"/>
                  <a:tblGrid>
                    <a:gridCol w="1417138">
                      <a:extLst>
                        <a:ext uri="{9D8B030D-6E8A-4147-A177-3AD203B41FA5}">
                          <a16:colId xmlns:a16="http://schemas.microsoft.com/office/drawing/2014/main" val="3427500251"/>
                        </a:ext>
                      </a:extLst>
                    </a:gridCol>
                    <a:gridCol w="1046907">
                      <a:extLst>
                        <a:ext uri="{9D8B030D-6E8A-4147-A177-3AD203B41FA5}">
                          <a16:colId xmlns:a16="http://schemas.microsoft.com/office/drawing/2014/main" val="2257559391"/>
                        </a:ext>
                      </a:extLst>
                    </a:gridCol>
                  </a:tblGrid>
                  <a:tr h="272898">
                    <a:tc>
                      <a:txBody>
                        <a:bodyPr/>
                        <a:lstStyle>
                          <a:lvl1pPr marL="0" algn="l" defTabSz="914400" rtl="0" eaLnBrk="1" latinLnBrk="0" hangingPunct="1">
                            <a:defRPr sz="1800" b="1" kern="1200">
                              <a:solidFill>
                                <a:schemeClr val="lt1"/>
                              </a:solidFill>
                              <a:latin typeface="Arial"/>
                              <a:cs typeface="Arial"/>
                            </a:defRPr>
                          </a:lvl1pPr>
                          <a:lvl2pPr marL="457200" algn="l" defTabSz="914400" rtl="0" eaLnBrk="1" latinLnBrk="0" hangingPunct="1">
                            <a:defRPr sz="1800" b="1" kern="1200">
                              <a:solidFill>
                                <a:schemeClr val="lt1"/>
                              </a:solidFill>
                              <a:latin typeface="Arial"/>
                              <a:cs typeface="Arial"/>
                            </a:defRPr>
                          </a:lvl2pPr>
                          <a:lvl3pPr marL="914400" algn="l" defTabSz="914400" rtl="0" eaLnBrk="1" latinLnBrk="0" hangingPunct="1">
                            <a:defRPr sz="1800" b="1" kern="1200">
                              <a:solidFill>
                                <a:schemeClr val="lt1"/>
                              </a:solidFill>
                              <a:latin typeface="Arial"/>
                              <a:cs typeface="Arial"/>
                            </a:defRPr>
                          </a:lvl3pPr>
                          <a:lvl4pPr marL="1371600" algn="l" defTabSz="914400" rtl="0" eaLnBrk="1" latinLnBrk="0" hangingPunct="1">
                            <a:defRPr sz="1800" b="1" kern="1200">
                              <a:solidFill>
                                <a:schemeClr val="lt1"/>
                              </a:solidFill>
                              <a:latin typeface="Arial"/>
                              <a:cs typeface="Arial"/>
                            </a:defRPr>
                          </a:lvl4pPr>
                          <a:lvl5pPr marL="1828800" algn="l" defTabSz="914400" rtl="0" eaLnBrk="1" latinLnBrk="0" hangingPunct="1">
                            <a:defRPr sz="1800" b="1" kern="1200">
                              <a:solidFill>
                                <a:schemeClr val="lt1"/>
                              </a:solidFill>
                              <a:latin typeface="Arial"/>
                              <a:cs typeface="Arial"/>
                            </a:defRPr>
                          </a:lvl5pPr>
                          <a:lvl6pPr marL="2286000" algn="l" defTabSz="914400" rtl="0" eaLnBrk="1" latinLnBrk="0" hangingPunct="1">
                            <a:defRPr sz="1800" b="1" kern="1200">
                              <a:solidFill>
                                <a:schemeClr val="lt1"/>
                              </a:solidFill>
                              <a:latin typeface="Arial"/>
                              <a:cs typeface="Arial"/>
                            </a:defRPr>
                          </a:lvl6pPr>
                          <a:lvl7pPr marL="2743200" algn="l" defTabSz="914400" rtl="0" eaLnBrk="1" latinLnBrk="0" hangingPunct="1">
                            <a:defRPr sz="1800" b="1" kern="1200">
                              <a:solidFill>
                                <a:schemeClr val="lt1"/>
                              </a:solidFill>
                              <a:latin typeface="Arial"/>
                              <a:cs typeface="Arial"/>
                            </a:defRPr>
                          </a:lvl7pPr>
                          <a:lvl8pPr marL="3200400" algn="l" defTabSz="914400" rtl="0" eaLnBrk="1" latinLnBrk="0" hangingPunct="1">
                            <a:defRPr sz="1800" b="1" kern="1200">
                              <a:solidFill>
                                <a:schemeClr val="lt1"/>
                              </a:solidFill>
                              <a:latin typeface="Arial"/>
                              <a:cs typeface="Arial"/>
                            </a:defRPr>
                          </a:lvl8pPr>
                          <a:lvl9pPr marL="3657600" algn="l" defTabSz="914400" rtl="0" eaLnBrk="1" latinLnBrk="0" hangingPunct="1">
                            <a:defRPr sz="1800" b="1" kern="1200">
                              <a:solidFill>
                                <a:schemeClr val="lt1"/>
                              </a:solidFill>
                              <a:latin typeface="Arial"/>
                              <a:cs typeface="Arial"/>
                            </a:defRPr>
                          </a:lvl9pPr>
                        </a:lstStyle>
                        <a:p>
                          <a:pPr algn="ctr" rtl="0"/>
                          <a:r>
                            <a:rPr lang="en-US" sz="1400" noProof="0">
                              <a:latin typeface="Century Gothic (Headings)"/>
                              <a:cs typeface="Arial"/>
                            </a:rPr>
                            <a:t>Parameter</a:t>
                          </a:r>
                          <a:endParaRPr lang="en-US" sz="1400" noProof="0">
                            <a:latin typeface="Century Gothic (Headings)"/>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B2B65"/>
                        </a:solidFill>
                      </a:tcPr>
                    </a:tc>
                    <a:tc>
                      <a:txBody>
                        <a:bodyPr/>
                        <a:lstStyle>
                          <a:lvl1pPr marL="0" algn="l" defTabSz="914400" rtl="0" eaLnBrk="1" latinLnBrk="0" hangingPunct="1">
                            <a:defRPr sz="1800" b="1" kern="1200">
                              <a:solidFill>
                                <a:schemeClr val="lt1"/>
                              </a:solidFill>
                              <a:latin typeface="Arial"/>
                              <a:cs typeface="Arial"/>
                            </a:defRPr>
                          </a:lvl1pPr>
                          <a:lvl2pPr marL="457200" algn="l" defTabSz="914400" rtl="0" eaLnBrk="1" latinLnBrk="0" hangingPunct="1">
                            <a:defRPr sz="1800" b="1" kern="1200">
                              <a:solidFill>
                                <a:schemeClr val="lt1"/>
                              </a:solidFill>
                              <a:latin typeface="Arial"/>
                              <a:cs typeface="Arial"/>
                            </a:defRPr>
                          </a:lvl2pPr>
                          <a:lvl3pPr marL="914400" algn="l" defTabSz="914400" rtl="0" eaLnBrk="1" latinLnBrk="0" hangingPunct="1">
                            <a:defRPr sz="1800" b="1" kern="1200">
                              <a:solidFill>
                                <a:schemeClr val="lt1"/>
                              </a:solidFill>
                              <a:latin typeface="Arial"/>
                              <a:cs typeface="Arial"/>
                            </a:defRPr>
                          </a:lvl3pPr>
                          <a:lvl4pPr marL="1371600" algn="l" defTabSz="914400" rtl="0" eaLnBrk="1" latinLnBrk="0" hangingPunct="1">
                            <a:defRPr sz="1800" b="1" kern="1200">
                              <a:solidFill>
                                <a:schemeClr val="lt1"/>
                              </a:solidFill>
                              <a:latin typeface="Arial"/>
                              <a:cs typeface="Arial"/>
                            </a:defRPr>
                          </a:lvl4pPr>
                          <a:lvl5pPr marL="1828800" algn="l" defTabSz="914400" rtl="0" eaLnBrk="1" latinLnBrk="0" hangingPunct="1">
                            <a:defRPr sz="1800" b="1" kern="1200">
                              <a:solidFill>
                                <a:schemeClr val="lt1"/>
                              </a:solidFill>
                              <a:latin typeface="Arial"/>
                              <a:cs typeface="Arial"/>
                            </a:defRPr>
                          </a:lvl5pPr>
                          <a:lvl6pPr marL="2286000" algn="l" defTabSz="914400" rtl="0" eaLnBrk="1" latinLnBrk="0" hangingPunct="1">
                            <a:defRPr sz="1800" b="1" kern="1200">
                              <a:solidFill>
                                <a:schemeClr val="lt1"/>
                              </a:solidFill>
                              <a:latin typeface="Arial"/>
                              <a:cs typeface="Arial"/>
                            </a:defRPr>
                          </a:lvl6pPr>
                          <a:lvl7pPr marL="2743200" algn="l" defTabSz="914400" rtl="0" eaLnBrk="1" latinLnBrk="0" hangingPunct="1">
                            <a:defRPr sz="1800" b="1" kern="1200">
                              <a:solidFill>
                                <a:schemeClr val="lt1"/>
                              </a:solidFill>
                              <a:latin typeface="Arial"/>
                              <a:cs typeface="Arial"/>
                            </a:defRPr>
                          </a:lvl7pPr>
                          <a:lvl8pPr marL="3200400" algn="l" defTabSz="914400" rtl="0" eaLnBrk="1" latinLnBrk="0" hangingPunct="1">
                            <a:defRPr sz="1800" b="1" kern="1200">
                              <a:solidFill>
                                <a:schemeClr val="lt1"/>
                              </a:solidFill>
                              <a:latin typeface="Arial"/>
                              <a:cs typeface="Arial"/>
                            </a:defRPr>
                          </a:lvl8pPr>
                          <a:lvl9pPr marL="3657600" algn="l" defTabSz="914400" rtl="0" eaLnBrk="1" latinLnBrk="0" hangingPunct="1">
                            <a:defRPr sz="1800" b="1" kern="1200">
                              <a:solidFill>
                                <a:schemeClr val="lt1"/>
                              </a:solidFill>
                              <a:latin typeface="Arial"/>
                              <a:cs typeface="Arial"/>
                            </a:defRPr>
                          </a:lvl9pPr>
                        </a:lstStyle>
                        <a:p>
                          <a:pPr algn="ctr" rtl="0"/>
                          <a:r>
                            <a:rPr lang="en-US" sz="1400" noProof="0">
                              <a:latin typeface="Century Gothic (Headings)"/>
                              <a:cs typeface="Arial"/>
                            </a:rPr>
                            <a:t>Value</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B2B65"/>
                        </a:solidFill>
                      </a:tcPr>
                    </a:tc>
                    <a:extLst>
                      <a:ext uri="{0D108BD9-81ED-4DB2-BD59-A6C34878D82A}">
                        <a16:rowId xmlns:a16="http://schemas.microsoft.com/office/drawing/2014/main" val="2735946129"/>
                      </a:ext>
                    </a:extLst>
                  </a:tr>
                  <a:tr h="272898">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rtl="0" eaLnBrk="1" fontAlgn="auto" latinLnBrk="0" hangingPunct="1">
                            <a:lnSpc>
                              <a:spcPct val="100000"/>
                            </a:lnSpc>
                            <a:spcBef>
                              <a:spcPts val="0"/>
                            </a:spcBef>
                            <a:spcAft>
                              <a:spcPts val="0"/>
                            </a:spcAft>
                            <a:buClrTx/>
                            <a:buSzTx/>
                            <a:buFont typeface="+mj-lt"/>
                            <a:buNone/>
                          </a:pPr>
                          <a14:m>
                            <m:oMathPara xmlns:m="http://schemas.openxmlformats.org/officeDocument/2006/math">
                              <m:oMathParaPr>
                                <m:jc m:val="centerGroup"/>
                              </m:oMathParaPr>
                              <m:oMath xmlns:m="http://schemas.openxmlformats.org/officeDocument/2006/math">
                                <m:sSup>
                                  <m:sSupPr>
                                    <m:ctrlPr>
                                      <a:rPr lang="en-US" sz="1400" i="1" noProof="0" smtClean="0">
                                        <a:solidFill>
                                          <a:schemeClr val="tx1"/>
                                        </a:solidFill>
                                        <a:latin typeface="Cambria Math" panose="02040503050406030204" pitchFamily="18" charset="0"/>
                                      </a:rPr>
                                    </m:ctrlPr>
                                  </m:sSupPr>
                                  <m:e>
                                    <m:r>
                                      <a:rPr lang="en-US" sz="1400" i="1" noProof="0">
                                        <a:solidFill>
                                          <a:schemeClr val="tx1"/>
                                        </a:solidFill>
                                        <a:latin typeface="Cambria Math" panose="02040503050406030204" pitchFamily="18" charset="0"/>
                                      </a:rPr>
                                      <m:t>𝑏</m:t>
                                    </m:r>
                                    <m:r>
                                      <a:rPr lang="en-US" sz="1400" i="1" noProof="0" smtClean="0">
                                        <a:solidFill>
                                          <a:schemeClr val="tx1"/>
                                        </a:solidFill>
                                        <a:latin typeface="Cambria Math" panose="02040503050406030204" pitchFamily="18" charset="0"/>
                                      </a:rPr>
                                      <m:t>𝑎𝑠𝑒</m:t>
                                    </m:r>
                                  </m:e>
                                  <m:sup>
                                    <m:r>
                                      <a:rPr lang="en-US" sz="1400" i="1" noProof="0" smtClean="0">
                                        <a:solidFill>
                                          <a:schemeClr val="tx1"/>
                                        </a:solidFill>
                                        <a:latin typeface="Cambria Math" panose="02040503050406030204" pitchFamily="18" charset="0"/>
                                      </a:rPr>
                                      <m:t>𝑏𝑝𝑠</m:t>
                                    </m:r>
                                  </m:sup>
                                </m:sSup>
                              </m:oMath>
                            </m:oMathPara>
                          </a14:m>
                          <a:endParaRPr lang="en-US" sz="1400" noProof="0">
                            <a:solidFill>
                              <a:schemeClr val="tx1"/>
                            </a:solidFill>
                            <a:latin typeface="Century Gothic (Headings)"/>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a:lnSpc>
                              <a:spcPct val="100000"/>
                            </a:lnSpc>
                            <a:spcBef>
                              <a:spcPts val="0"/>
                            </a:spcBef>
                            <a:spcAft>
                              <a:spcPts val="0"/>
                            </a:spcAft>
                            <a:buNone/>
                          </a:pPr>
                          <a:r>
                            <a:rPr lang="en-US" sz="1400" b="0" i="0" u="none" strike="noStrike" noProof="0">
                              <a:latin typeface="Century Gothic (Headings)"/>
                            </a:rPr>
                            <a:t>5 bps</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34668997"/>
                      </a:ext>
                    </a:extLst>
                  </a:tr>
                  <a:tr h="272898">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defTabSz="806867" rtl="0" eaLnBrk="1" fontAlgn="auto" latinLnBrk="0" hangingPunct="1">
                            <a:lnSpc>
                              <a:spcPct val="100000"/>
                            </a:lnSpc>
                            <a:spcBef>
                              <a:spcPts val="0"/>
                            </a:spcBef>
                            <a:spcAft>
                              <a:spcPts val="0"/>
                            </a:spcAft>
                            <a:buClrTx/>
                            <a:buSzTx/>
                            <a:buFont typeface="+mj-lt"/>
                            <a:buNone/>
                            <a:tabLst/>
                            <a:defRPr/>
                          </a:pPr>
                          <a14:m>
                            <m:oMathPara xmlns:m="http://schemas.openxmlformats.org/officeDocument/2006/math">
                              <m:oMathParaPr>
                                <m:jc m:val="centerGroup"/>
                              </m:oMathParaPr>
                              <m:oMath xmlns:m="http://schemas.openxmlformats.org/officeDocument/2006/math">
                                <m:r>
                                  <a:rPr lang="en-US" sz="1400" i="1" noProof="0" smtClean="0">
                                    <a:solidFill>
                                      <a:schemeClr val="tx1"/>
                                    </a:solidFill>
                                    <a:latin typeface="Cambria Math" panose="02040503050406030204" pitchFamily="18" charset="0"/>
                                  </a:rPr>
                                  <m:t>𝑠𝑙𝑜𝑝𝑒</m:t>
                                </m:r>
                              </m:oMath>
                            </m:oMathPara>
                          </a14:m>
                          <a:endParaRPr lang="en-US" sz="1400" noProof="0">
                            <a:solidFill>
                              <a:schemeClr val="tx1"/>
                            </a:solidFill>
                            <a:latin typeface="Century Gothic (Headings)"/>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a:lnSpc>
                              <a:spcPct val="100000"/>
                            </a:lnSpc>
                            <a:spcBef>
                              <a:spcPts val="0"/>
                            </a:spcBef>
                            <a:spcAft>
                              <a:spcPts val="0"/>
                            </a:spcAft>
                            <a:buNone/>
                          </a:pPr>
                          <a:r>
                            <a:rPr lang="en-US" sz="1400" noProof="0">
                              <a:latin typeface="Century Gothic (Headings)"/>
                            </a:rPr>
                            <a:t>1 bps</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68123943"/>
                      </a:ext>
                    </a:extLst>
                  </a:tr>
                  <a:tr h="272898">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rtl="0">
                            <a:lnSpc>
                              <a:spcPct val="100000"/>
                            </a:lnSpc>
                            <a:spcBef>
                              <a:spcPts val="0"/>
                            </a:spcBef>
                            <a:spcAft>
                              <a:spcPts val="0"/>
                            </a:spcAft>
                            <a:buClrTx/>
                            <a:buSzTx/>
                            <a:buFont typeface="+mj-lt"/>
                            <a:buNone/>
                          </a:pPr>
                          <a:r>
                            <a:rPr lang="en-US" sz="1400" i="1" noProof="0">
                              <a:solidFill>
                                <a:schemeClr val="tx1"/>
                              </a:solidFill>
                            </a:rPr>
                            <a:t>⍺</a:t>
                          </a:r>
                          <a:endParaRPr lang="en-US" sz="1400" noProof="0">
                            <a:solidFill>
                              <a:schemeClr val="tx1"/>
                            </a:solidFill>
                            <a:latin typeface="Century Gothic (Headings)"/>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a:lnSpc>
                              <a:spcPct val="100000"/>
                            </a:lnSpc>
                            <a:spcBef>
                              <a:spcPts val="0"/>
                            </a:spcBef>
                            <a:spcAft>
                              <a:spcPts val="0"/>
                            </a:spcAft>
                            <a:buNone/>
                          </a:pPr>
                          <a:r>
                            <a:rPr lang="en-US" sz="1400" noProof="0">
                              <a:latin typeface="Century Gothic (Headings)"/>
                            </a:rPr>
                            <a:t>0.25</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28003065"/>
                      </a:ext>
                    </a:extLst>
                  </a:tr>
                </a:tbl>
              </a:graphicData>
            </a:graphic>
          </p:graphicFrame>
        </mc:Choice>
        <mc:Fallback>
          <p:graphicFrame>
            <p:nvGraphicFramePr>
              <p:cNvPr id="8" name="Table 6">
                <a:extLst>
                  <a:ext uri="{FF2B5EF4-FFF2-40B4-BE49-F238E27FC236}">
                    <a16:creationId xmlns:a16="http://schemas.microsoft.com/office/drawing/2014/main" id="{066ECAE4-20FD-C877-B486-B7438DA57B84}"/>
                  </a:ext>
                </a:extLst>
              </p:cNvPr>
              <p:cNvGraphicFramePr>
                <a:graphicFrameLocks noGrp="1"/>
              </p:cNvGraphicFramePr>
              <p:nvPr>
                <p:extLst>
                  <p:ext uri="{D42A27DB-BD31-4B8C-83A1-F6EECF244321}">
                    <p14:modId xmlns:p14="http://schemas.microsoft.com/office/powerpoint/2010/main" val="2894573210"/>
                  </p:ext>
                </p:extLst>
              </p:nvPr>
            </p:nvGraphicFramePr>
            <p:xfrm>
              <a:off x="9302977" y="2457548"/>
              <a:ext cx="2464045" cy="1222947"/>
            </p:xfrm>
            <a:graphic>
              <a:graphicData uri="http://schemas.openxmlformats.org/drawingml/2006/table">
                <a:tbl>
                  <a:tblPr firstRow="1" bandRow="1"/>
                  <a:tblGrid>
                    <a:gridCol w="1417138">
                      <a:extLst>
                        <a:ext uri="{9D8B030D-6E8A-4147-A177-3AD203B41FA5}">
                          <a16:colId xmlns:a16="http://schemas.microsoft.com/office/drawing/2014/main" val="3427500251"/>
                        </a:ext>
                      </a:extLst>
                    </a:gridCol>
                    <a:gridCol w="1046907">
                      <a:extLst>
                        <a:ext uri="{9D8B030D-6E8A-4147-A177-3AD203B41FA5}">
                          <a16:colId xmlns:a16="http://schemas.microsoft.com/office/drawing/2014/main" val="2257559391"/>
                        </a:ext>
                      </a:extLst>
                    </a:gridCol>
                  </a:tblGrid>
                  <a:tr h="304800">
                    <a:tc>
                      <a:txBody>
                        <a:bodyPr/>
                        <a:lstStyle>
                          <a:lvl1pPr marL="0" algn="l" defTabSz="914400" rtl="0" eaLnBrk="1" latinLnBrk="0" hangingPunct="1">
                            <a:defRPr sz="1800" b="1" kern="1200">
                              <a:solidFill>
                                <a:schemeClr val="lt1"/>
                              </a:solidFill>
                              <a:latin typeface="Arial"/>
                              <a:cs typeface="Arial"/>
                            </a:defRPr>
                          </a:lvl1pPr>
                          <a:lvl2pPr marL="457200" algn="l" defTabSz="914400" rtl="0" eaLnBrk="1" latinLnBrk="0" hangingPunct="1">
                            <a:defRPr sz="1800" b="1" kern="1200">
                              <a:solidFill>
                                <a:schemeClr val="lt1"/>
                              </a:solidFill>
                              <a:latin typeface="Arial"/>
                              <a:cs typeface="Arial"/>
                            </a:defRPr>
                          </a:lvl2pPr>
                          <a:lvl3pPr marL="914400" algn="l" defTabSz="914400" rtl="0" eaLnBrk="1" latinLnBrk="0" hangingPunct="1">
                            <a:defRPr sz="1800" b="1" kern="1200">
                              <a:solidFill>
                                <a:schemeClr val="lt1"/>
                              </a:solidFill>
                              <a:latin typeface="Arial"/>
                              <a:cs typeface="Arial"/>
                            </a:defRPr>
                          </a:lvl3pPr>
                          <a:lvl4pPr marL="1371600" algn="l" defTabSz="914400" rtl="0" eaLnBrk="1" latinLnBrk="0" hangingPunct="1">
                            <a:defRPr sz="1800" b="1" kern="1200">
                              <a:solidFill>
                                <a:schemeClr val="lt1"/>
                              </a:solidFill>
                              <a:latin typeface="Arial"/>
                              <a:cs typeface="Arial"/>
                            </a:defRPr>
                          </a:lvl4pPr>
                          <a:lvl5pPr marL="1828800" algn="l" defTabSz="914400" rtl="0" eaLnBrk="1" latinLnBrk="0" hangingPunct="1">
                            <a:defRPr sz="1800" b="1" kern="1200">
                              <a:solidFill>
                                <a:schemeClr val="lt1"/>
                              </a:solidFill>
                              <a:latin typeface="Arial"/>
                              <a:cs typeface="Arial"/>
                            </a:defRPr>
                          </a:lvl5pPr>
                          <a:lvl6pPr marL="2286000" algn="l" defTabSz="914400" rtl="0" eaLnBrk="1" latinLnBrk="0" hangingPunct="1">
                            <a:defRPr sz="1800" b="1" kern="1200">
                              <a:solidFill>
                                <a:schemeClr val="lt1"/>
                              </a:solidFill>
                              <a:latin typeface="Arial"/>
                              <a:cs typeface="Arial"/>
                            </a:defRPr>
                          </a:lvl6pPr>
                          <a:lvl7pPr marL="2743200" algn="l" defTabSz="914400" rtl="0" eaLnBrk="1" latinLnBrk="0" hangingPunct="1">
                            <a:defRPr sz="1800" b="1" kern="1200">
                              <a:solidFill>
                                <a:schemeClr val="lt1"/>
                              </a:solidFill>
                              <a:latin typeface="Arial"/>
                              <a:cs typeface="Arial"/>
                            </a:defRPr>
                          </a:lvl7pPr>
                          <a:lvl8pPr marL="3200400" algn="l" defTabSz="914400" rtl="0" eaLnBrk="1" latinLnBrk="0" hangingPunct="1">
                            <a:defRPr sz="1800" b="1" kern="1200">
                              <a:solidFill>
                                <a:schemeClr val="lt1"/>
                              </a:solidFill>
                              <a:latin typeface="Arial"/>
                              <a:cs typeface="Arial"/>
                            </a:defRPr>
                          </a:lvl8pPr>
                          <a:lvl9pPr marL="3657600" algn="l" defTabSz="914400" rtl="0" eaLnBrk="1" latinLnBrk="0" hangingPunct="1">
                            <a:defRPr sz="1800" b="1" kern="1200">
                              <a:solidFill>
                                <a:schemeClr val="lt1"/>
                              </a:solidFill>
                              <a:latin typeface="Arial"/>
                              <a:cs typeface="Arial"/>
                            </a:defRPr>
                          </a:lvl9pPr>
                        </a:lstStyle>
                        <a:p>
                          <a:pPr algn="ctr" rtl="0"/>
                          <a:r>
                            <a:rPr lang="en-US" sz="1400" noProof="0">
                              <a:latin typeface="Century Gothic (Headings)"/>
                              <a:cs typeface="Arial"/>
                            </a:rPr>
                            <a:t>Parameter</a:t>
                          </a:r>
                          <a:endParaRPr lang="en-US" sz="1400" noProof="0">
                            <a:latin typeface="Century Gothic (Headings)"/>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B2B65"/>
                        </a:solidFill>
                      </a:tcPr>
                    </a:tc>
                    <a:tc>
                      <a:txBody>
                        <a:bodyPr/>
                        <a:lstStyle>
                          <a:lvl1pPr marL="0" algn="l" defTabSz="914400" rtl="0" eaLnBrk="1" latinLnBrk="0" hangingPunct="1">
                            <a:defRPr sz="1800" b="1" kern="1200">
                              <a:solidFill>
                                <a:schemeClr val="lt1"/>
                              </a:solidFill>
                              <a:latin typeface="Arial"/>
                              <a:cs typeface="Arial"/>
                            </a:defRPr>
                          </a:lvl1pPr>
                          <a:lvl2pPr marL="457200" algn="l" defTabSz="914400" rtl="0" eaLnBrk="1" latinLnBrk="0" hangingPunct="1">
                            <a:defRPr sz="1800" b="1" kern="1200">
                              <a:solidFill>
                                <a:schemeClr val="lt1"/>
                              </a:solidFill>
                              <a:latin typeface="Arial"/>
                              <a:cs typeface="Arial"/>
                            </a:defRPr>
                          </a:lvl2pPr>
                          <a:lvl3pPr marL="914400" algn="l" defTabSz="914400" rtl="0" eaLnBrk="1" latinLnBrk="0" hangingPunct="1">
                            <a:defRPr sz="1800" b="1" kern="1200">
                              <a:solidFill>
                                <a:schemeClr val="lt1"/>
                              </a:solidFill>
                              <a:latin typeface="Arial"/>
                              <a:cs typeface="Arial"/>
                            </a:defRPr>
                          </a:lvl3pPr>
                          <a:lvl4pPr marL="1371600" algn="l" defTabSz="914400" rtl="0" eaLnBrk="1" latinLnBrk="0" hangingPunct="1">
                            <a:defRPr sz="1800" b="1" kern="1200">
                              <a:solidFill>
                                <a:schemeClr val="lt1"/>
                              </a:solidFill>
                              <a:latin typeface="Arial"/>
                              <a:cs typeface="Arial"/>
                            </a:defRPr>
                          </a:lvl4pPr>
                          <a:lvl5pPr marL="1828800" algn="l" defTabSz="914400" rtl="0" eaLnBrk="1" latinLnBrk="0" hangingPunct="1">
                            <a:defRPr sz="1800" b="1" kern="1200">
                              <a:solidFill>
                                <a:schemeClr val="lt1"/>
                              </a:solidFill>
                              <a:latin typeface="Arial"/>
                              <a:cs typeface="Arial"/>
                            </a:defRPr>
                          </a:lvl5pPr>
                          <a:lvl6pPr marL="2286000" algn="l" defTabSz="914400" rtl="0" eaLnBrk="1" latinLnBrk="0" hangingPunct="1">
                            <a:defRPr sz="1800" b="1" kern="1200">
                              <a:solidFill>
                                <a:schemeClr val="lt1"/>
                              </a:solidFill>
                              <a:latin typeface="Arial"/>
                              <a:cs typeface="Arial"/>
                            </a:defRPr>
                          </a:lvl6pPr>
                          <a:lvl7pPr marL="2743200" algn="l" defTabSz="914400" rtl="0" eaLnBrk="1" latinLnBrk="0" hangingPunct="1">
                            <a:defRPr sz="1800" b="1" kern="1200">
                              <a:solidFill>
                                <a:schemeClr val="lt1"/>
                              </a:solidFill>
                              <a:latin typeface="Arial"/>
                              <a:cs typeface="Arial"/>
                            </a:defRPr>
                          </a:lvl7pPr>
                          <a:lvl8pPr marL="3200400" algn="l" defTabSz="914400" rtl="0" eaLnBrk="1" latinLnBrk="0" hangingPunct="1">
                            <a:defRPr sz="1800" b="1" kern="1200">
                              <a:solidFill>
                                <a:schemeClr val="lt1"/>
                              </a:solidFill>
                              <a:latin typeface="Arial"/>
                              <a:cs typeface="Arial"/>
                            </a:defRPr>
                          </a:lvl8pPr>
                          <a:lvl9pPr marL="3657600" algn="l" defTabSz="914400" rtl="0" eaLnBrk="1" latinLnBrk="0" hangingPunct="1">
                            <a:defRPr sz="1800" b="1" kern="1200">
                              <a:solidFill>
                                <a:schemeClr val="lt1"/>
                              </a:solidFill>
                              <a:latin typeface="Arial"/>
                              <a:cs typeface="Arial"/>
                            </a:defRPr>
                          </a:lvl9pPr>
                        </a:lstStyle>
                        <a:p>
                          <a:pPr algn="ctr" rtl="0"/>
                          <a:r>
                            <a:rPr lang="en-US" sz="1400" noProof="0">
                              <a:latin typeface="Century Gothic (Headings)"/>
                              <a:cs typeface="Arial"/>
                            </a:rPr>
                            <a:t>Value</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B2B65"/>
                        </a:solidFill>
                      </a:tcPr>
                    </a:tc>
                    <a:extLst>
                      <a:ext uri="{0D108BD9-81ED-4DB2-BD59-A6C34878D82A}">
                        <a16:rowId xmlns:a16="http://schemas.microsoft.com/office/drawing/2014/main" val="2735946129"/>
                      </a:ext>
                    </a:extLst>
                  </a:tr>
                  <a:tr h="308547">
                    <a:tc>
                      <a:txBody>
                        <a:bodyPr/>
                        <a:lstStyle/>
                        <a:p>
                          <a:endParaRPr lang="en-US"/>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blipFill>
                          <a:blip r:embed="rId5"/>
                          <a:stretch>
                            <a:fillRect l="-429" t="-101961" r="-74678" b="-215686"/>
                          </a:stretch>
                        </a:blip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a:lnSpc>
                              <a:spcPct val="100000"/>
                            </a:lnSpc>
                            <a:spcBef>
                              <a:spcPts val="0"/>
                            </a:spcBef>
                            <a:spcAft>
                              <a:spcPts val="0"/>
                            </a:spcAft>
                            <a:buNone/>
                          </a:pPr>
                          <a:r>
                            <a:rPr lang="en-US" sz="1400" b="0" i="0" u="none" strike="noStrike" noProof="0">
                              <a:latin typeface="Century Gothic (Headings)"/>
                            </a:rPr>
                            <a:t>5 bps</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34668997"/>
                      </a:ext>
                    </a:extLst>
                  </a:tr>
                  <a:tr h="304800">
                    <a:tc>
                      <a:txBody>
                        <a:bodyPr/>
                        <a:lstStyle/>
                        <a:p>
                          <a:endParaRPr lang="en-US"/>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blipFill>
                          <a:blip r:embed="rId5"/>
                          <a:stretch>
                            <a:fillRect l="-429" t="-206000" r="-74678" b="-120000"/>
                          </a:stretch>
                        </a:blip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a:lnSpc>
                              <a:spcPct val="100000"/>
                            </a:lnSpc>
                            <a:spcBef>
                              <a:spcPts val="0"/>
                            </a:spcBef>
                            <a:spcAft>
                              <a:spcPts val="0"/>
                            </a:spcAft>
                            <a:buNone/>
                          </a:pPr>
                          <a:r>
                            <a:rPr lang="en-US" sz="1400" noProof="0">
                              <a:latin typeface="Century Gothic (Headings)"/>
                            </a:rPr>
                            <a:t>1 bps</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68123943"/>
                      </a:ext>
                    </a:extLst>
                  </a:tr>
                  <a:tr h="304800">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rtl="0">
                            <a:lnSpc>
                              <a:spcPct val="100000"/>
                            </a:lnSpc>
                            <a:spcBef>
                              <a:spcPts val="0"/>
                            </a:spcBef>
                            <a:spcAft>
                              <a:spcPts val="0"/>
                            </a:spcAft>
                            <a:buClrTx/>
                            <a:buSzTx/>
                            <a:buFont typeface="+mj-lt"/>
                            <a:buNone/>
                          </a:pPr>
                          <a:r>
                            <a:rPr lang="en-US" sz="1400" i="1" noProof="0">
                              <a:solidFill>
                                <a:schemeClr val="tx1"/>
                              </a:solidFill>
                            </a:rPr>
                            <a:t>⍺</a:t>
                          </a:r>
                          <a:endParaRPr lang="en-US" sz="1400" noProof="0">
                            <a:solidFill>
                              <a:schemeClr val="tx1"/>
                            </a:solidFill>
                            <a:latin typeface="Century Gothic (Headings)"/>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a:lnSpc>
                              <a:spcPct val="100000"/>
                            </a:lnSpc>
                            <a:spcBef>
                              <a:spcPts val="0"/>
                            </a:spcBef>
                            <a:spcAft>
                              <a:spcPts val="0"/>
                            </a:spcAft>
                            <a:buNone/>
                          </a:pPr>
                          <a:r>
                            <a:rPr lang="en-US" sz="1400" noProof="0">
                              <a:latin typeface="Century Gothic (Headings)"/>
                            </a:rPr>
                            <a:t>0.25</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28003065"/>
                      </a:ext>
                    </a:extLst>
                  </a:tr>
                </a:tbl>
              </a:graphicData>
            </a:graphic>
          </p:graphicFrame>
        </mc:Fallback>
      </mc:AlternateContent>
    </p:spTree>
    <p:extLst>
      <p:ext uri="{BB962C8B-B14F-4D97-AF65-F5344CB8AC3E}">
        <p14:creationId xmlns:p14="http://schemas.microsoft.com/office/powerpoint/2010/main" val="35491439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4331C-139C-CE9B-618C-9A734D20923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7D85CD5-DF62-932B-8CFF-0FCD1AB61BE6}"/>
              </a:ext>
            </a:extLst>
          </p:cNvPr>
          <p:cNvSpPr>
            <a:spLocks noGrp="1"/>
          </p:cNvSpPr>
          <p:nvPr>
            <p:ph type="body" sz="quarter" idx="13"/>
          </p:nvPr>
        </p:nvSpPr>
        <p:spPr/>
        <p:txBody>
          <a:bodyPr/>
          <a:lstStyle/>
          <a:p>
            <a:r>
              <a:rPr lang="en-US" noProof="0"/>
              <a:t>Part 2 (Single-stock level) – Replication, Net Positions, Frictions</a:t>
            </a:r>
          </a:p>
        </p:txBody>
      </p:sp>
      <p:sp>
        <p:nvSpPr>
          <p:cNvPr id="5" name="TextBox 4">
            <a:extLst>
              <a:ext uri="{FF2B5EF4-FFF2-40B4-BE49-F238E27FC236}">
                <a16:creationId xmlns:a16="http://schemas.microsoft.com/office/drawing/2014/main" id="{A204ED56-765D-9DE7-51B8-533150B2BD60}"/>
              </a:ext>
            </a:extLst>
          </p:cNvPr>
          <p:cNvSpPr txBox="1"/>
          <p:nvPr/>
        </p:nvSpPr>
        <p:spPr>
          <a:xfrm>
            <a:off x="391886" y="1561136"/>
            <a:ext cx="11408228" cy="253248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b="1" i="1" noProof="0" err="1"/>
              <a:t>D’Avolio</a:t>
            </a:r>
            <a:r>
              <a:rPr lang="en-US" b="1" i="1" noProof="0"/>
              <a:t> (2002) </a:t>
            </a:r>
            <a:r>
              <a:rPr lang="en-US" i="1" noProof="0"/>
              <a:t>“The Market for Borrowing Stock” (Journal of Financial Economics).</a:t>
            </a:r>
            <a:r>
              <a:rPr lang="en-US" noProof="0"/>
              <a:t>  </a:t>
            </a:r>
            <a:endParaRPr lang="en-US" b="1" noProof="0"/>
          </a:p>
          <a:p>
            <a:pPr marL="742950" lvl="1" indent="-285750">
              <a:lnSpc>
                <a:spcPct val="150000"/>
              </a:lnSpc>
              <a:buFont typeface="Arial" panose="020B0604020202020204" pitchFamily="34" charset="0"/>
              <a:buChar char="•"/>
            </a:pPr>
            <a:r>
              <a:rPr lang="en-US" b="1" noProof="0"/>
              <a:t>Key takeaway:</a:t>
            </a:r>
            <a:r>
              <a:rPr lang="en-US" noProof="0"/>
              <a:t> The stock borrow fee (Fed Funds rate minus the rebate rate) is typically small for liquid U.S. stocks, with 91% of loans under 1% annually and an overall value-weighted average of roughly 24 bps.</a:t>
            </a:r>
            <a:endParaRPr lang="en-US" b="1" noProof="0"/>
          </a:p>
          <a:p>
            <a:pPr marL="285750" indent="-285750">
              <a:lnSpc>
                <a:spcPct val="150000"/>
              </a:lnSpc>
              <a:buFont typeface="Arial" panose="020B0604020202020204" pitchFamily="34" charset="0"/>
              <a:buChar char="•"/>
            </a:pPr>
            <a:r>
              <a:rPr lang="en-US" b="1" noProof="0"/>
              <a:t>Adjustment:</a:t>
            </a:r>
            <a:r>
              <a:rPr lang="en-US" noProof="0"/>
              <a:t> we want to penalize small stocks with greater relative shorting costs; therefore we use a similar function as for TCs to calculate the final SCs as a function of market cap.</a:t>
            </a:r>
            <a:endParaRPr lang="en-US" b="1" noProof="0"/>
          </a:p>
        </p:txBody>
      </p:sp>
      <p:sp>
        <p:nvSpPr>
          <p:cNvPr id="4" name="Rectangle 3">
            <a:extLst>
              <a:ext uri="{FF2B5EF4-FFF2-40B4-BE49-F238E27FC236}">
                <a16:creationId xmlns:a16="http://schemas.microsoft.com/office/drawing/2014/main" id="{797ACF7E-470C-2E6F-9EE2-8DC9C4E6334F}"/>
              </a:ext>
            </a:extLst>
          </p:cNvPr>
          <p:cNvSpPr/>
          <p:nvPr/>
        </p:nvSpPr>
        <p:spPr>
          <a:xfrm>
            <a:off x="391886" y="881744"/>
            <a:ext cx="1137513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rPr>
              <a:t>Shorting Costs</a:t>
            </a:r>
            <a:endParaRPr lang="en-US" sz="1800" b="1" noProof="0">
              <a:solidFill>
                <a:schemeClr val="bg1"/>
              </a:solidFill>
            </a:endParaRPr>
          </a:p>
        </p:txBody>
      </p:sp>
      <p:sp>
        <p:nvSpPr>
          <p:cNvPr id="3" name="Rectangle 10">
            <a:extLst>
              <a:ext uri="{FF2B5EF4-FFF2-40B4-BE49-F238E27FC236}">
                <a16:creationId xmlns:a16="http://schemas.microsoft.com/office/drawing/2014/main" id="{91774C39-32B7-7CE8-515C-16F9BC3F726A}"/>
              </a:ext>
            </a:extLst>
          </p:cNvPr>
          <p:cNvSpPr/>
          <p:nvPr/>
        </p:nvSpPr>
        <p:spPr>
          <a:xfrm>
            <a:off x="391886" y="5808453"/>
            <a:ext cx="11375136" cy="705236"/>
          </a:xfrm>
          <a:prstGeom prst="rect">
            <a:avLst/>
          </a:prstGeom>
          <a:gradFill flip="none" rotWithShape="1">
            <a:gsLst>
              <a:gs pos="0">
                <a:srgbClr val="113981"/>
              </a:gs>
              <a:gs pos="19000">
                <a:srgbClr val="1848A0"/>
              </a:gs>
              <a:gs pos="0">
                <a:schemeClr val="accent1">
                  <a:lumMod val="40000"/>
                  <a:lumOff val="60000"/>
                </a:schemeClr>
              </a:gs>
              <a:gs pos="100000">
                <a:schemeClr val="accent1"/>
              </a:gs>
              <a:gs pos="100000">
                <a:schemeClr val="accent1"/>
              </a:gs>
              <a:gs pos="100000">
                <a:schemeClr val="accent1">
                  <a:lumMod val="75000"/>
                </a:schemeClr>
              </a:gs>
            </a:gsLst>
            <a:lin ang="1080000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algn="ctr" defTabSz="457200"/>
            <a:r>
              <a:rPr lang="en-US" b="1" noProof="0">
                <a:solidFill>
                  <a:schemeClr val="bg1"/>
                </a:solidFill>
                <a:cs typeface="Arial" pitchFamily="34" charset="0"/>
              </a:rPr>
              <a:t>We incorporate borrow fees as an annualized charge on short notional (adjusted for market cap), as most liquid U.S. equities are cheap to borrow.</a:t>
            </a:r>
          </a:p>
        </p:txBody>
      </p:sp>
    </p:spTree>
    <p:extLst>
      <p:ext uri="{BB962C8B-B14F-4D97-AF65-F5344CB8AC3E}">
        <p14:creationId xmlns:p14="http://schemas.microsoft.com/office/powerpoint/2010/main" val="814738749"/>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CAE25-043D-8DD5-A84E-0319FC5F817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CE72664-9849-7417-E44E-9DC364E86B16}"/>
              </a:ext>
            </a:extLst>
          </p:cNvPr>
          <p:cNvSpPr>
            <a:spLocks noGrp="1"/>
          </p:cNvSpPr>
          <p:nvPr>
            <p:ph type="body" sz="quarter" idx="13"/>
          </p:nvPr>
        </p:nvSpPr>
        <p:spPr/>
        <p:txBody>
          <a:bodyPr/>
          <a:lstStyle/>
          <a:p>
            <a:r>
              <a:rPr lang="en-US" noProof="0"/>
              <a:t>Part 2 (Single-stock level) – Replication, Net Positions, Frictions</a:t>
            </a:r>
          </a:p>
        </p:txBody>
      </p:sp>
      <p:sp>
        <p:nvSpPr>
          <p:cNvPr id="5" name="TextBox 4">
            <a:extLst>
              <a:ext uri="{FF2B5EF4-FFF2-40B4-BE49-F238E27FC236}">
                <a16:creationId xmlns:a16="http://schemas.microsoft.com/office/drawing/2014/main" id="{973EC649-A848-9CF6-EF4F-E12095A9801E}"/>
              </a:ext>
            </a:extLst>
          </p:cNvPr>
          <p:cNvSpPr txBox="1"/>
          <p:nvPr/>
        </p:nvSpPr>
        <p:spPr>
          <a:xfrm>
            <a:off x="391886" y="1671145"/>
            <a:ext cx="11258246" cy="3508653"/>
          </a:xfrm>
          <a:prstGeom prst="rect">
            <a:avLst/>
          </a:prstGeom>
          <a:noFill/>
        </p:spPr>
        <p:txBody>
          <a:bodyPr wrap="square" rtlCol="0">
            <a:spAutoFit/>
          </a:bodyPr>
          <a:lstStyle/>
          <a:p>
            <a:pPr marL="285750" indent="-285750">
              <a:buFont typeface="Arial" panose="020B0604020202020204" pitchFamily="34" charset="0"/>
              <a:buChar char="•"/>
            </a:pPr>
            <a:r>
              <a:rPr lang="en-US" b="1" noProof="0"/>
              <a:t>Bilateral Treaty Efficiency (Double Taxation Convention 1996): </a:t>
            </a:r>
            <a:r>
              <a:rPr lang="en-US" noProof="0"/>
              <a:t>Capital gains on US equities are taxed exclusively in Austria (0% US liability). Dividends benefit from a treaty-reduced </a:t>
            </a:r>
            <a:r>
              <a:rPr lang="en-US" b="1" noProof="0"/>
              <a:t>withholding tax of 15%</a:t>
            </a:r>
            <a:r>
              <a:rPr lang="en-US" noProof="0"/>
              <a:t> (Form W-8BEN required), which is fully creditable against the Austrian liability</a:t>
            </a:r>
          </a:p>
          <a:p>
            <a:pPr marL="285750" indent="-285750">
              <a:buFont typeface="Arial" panose="020B0604020202020204" pitchFamily="34" charset="0"/>
              <a:buChar char="•"/>
            </a:pPr>
            <a:endParaRPr lang="en-US" sz="600" noProof="0"/>
          </a:p>
          <a:p>
            <a:pPr marL="285750" indent="-285750">
              <a:buFont typeface="Arial" panose="020B0604020202020204" pitchFamily="34" charset="0"/>
              <a:buChar char="•"/>
            </a:pPr>
            <a:r>
              <a:rPr lang="en-US" b="1" noProof="0"/>
              <a:t>The "Long" Leg Tax Drag: </a:t>
            </a:r>
            <a:r>
              <a:rPr lang="en-US" noProof="0"/>
              <a:t>All realized gains and dividends are subject to the Austrian </a:t>
            </a:r>
            <a:r>
              <a:rPr lang="en-US" b="1" noProof="0"/>
              <a:t>27.5%</a:t>
            </a:r>
            <a:r>
              <a:rPr lang="en-US" noProof="0"/>
              <a:t> special tax rate (</a:t>
            </a:r>
            <a:r>
              <a:rPr lang="en-US" noProof="0" err="1"/>
              <a:t>Kapitalertragsteuer</a:t>
            </a:r>
            <a:r>
              <a:rPr lang="en-US" noProof="0"/>
              <a:t>; Investment Income Tax). Post-2025 regulations mandate Tax-Base Netting; however, losses cannot be carried forward and expire annually.</a:t>
            </a:r>
          </a:p>
          <a:p>
            <a:pPr marL="285750" indent="-285750">
              <a:buFont typeface="Arial" panose="020B0604020202020204" pitchFamily="34" charset="0"/>
              <a:buChar char="•"/>
            </a:pPr>
            <a:endParaRPr lang="en-US" sz="600" noProof="0"/>
          </a:p>
          <a:p>
            <a:pPr marL="285750" indent="-285750">
              <a:buFont typeface="Arial" panose="020B0604020202020204" pitchFamily="34" charset="0"/>
              <a:buChar char="•"/>
            </a:pPr>
            <a:r>
              <a:rPr lang="en-US" b="1" noProof="0"/>
              <a:t>The "Short" Leg Asymmetry: </a:t>
            </a:r>
            <a:r>
              <a:rPr lang="en-US" noProof="0"/>
              <a:t>Short positions face a "deadweight loss." Manufactured dividends paid to lenders are non-deductible for private investors due to the Austrian income-related expense deduction ban (S20 Abs 2 </a:t>
            </a:r>
            <a:r>
              <a:rPr lang="en-US" noProof="0" err="1"/>
              <a:t>EStG</a:t>
            </a:r>
            <a:r>
              <a:rPr lang="en-US" noProof="0"/>
              <a:t>), creating a significant "negative alpha" hurdle.</a:t>
            </a:r>
            <a:endParaRPr lang="en-US" sz="600" noProof="0"/>
          </a:p>
          <a:p>
            <a:endParaRPr lang="en-US" sz="600" noProof="0"/>
          </a:p>
          <a:p>
            <a:pPr marL="285750" indent="-285750">
              <a:buFont typeface="Arial" panose="020B0604020202020204" pitchFamily="34" charset="0"/>
              <a:buChar char="•"/>
            </a:pPr>
            <a:r>
              <a:rPr lang="en-US" b="1" noProof="0"/>
              <a:t>Strategy Implications:</a:t>
            </a:r>
            <a:r>
              <a:rPr lang="en-US" noProof="0"/>
              <a:t> Dividends on the long-leg side must be tax-adjusted to account for the tax differences of long/short positions. </a:t>
            </a:r>
          </a:p>
        </p:txBody>
      </p:sp>
      <p:sp>
        <p:nvSpPr>
          <p:cNvPr id="4" name="Rectangle 3">
            <a:extLst>
              <a:ext uri="{FF2B5EF4-FFF2-40B4-BE49-F238E27FC236}">
                <a16:creationId xmlns:a16="http://schemas.microsoft.com/office/drawing/2014/main" id="{33085106-93E3-B2C2-17BC-959F9ACA575C}"/>
              </a:ext>
            </a:extLst>
          </p:cNvPr>
          <p:cNvSpPr/>
          <p:nvPr/>
        </p:nvSpPr>
        <p:spPr>
          <a:xfrm>
            <a:off x="391886" y="881744"/>
            <a:ext cx="1137513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US-Austria Cross-Border Equity Tax Frictions</a:t>
            </a:r>
          </a:p>
        </p:txBody>
      </p:sp>
      <p:sp>
        <p:nvSpPr>
          <p:cNvPr id="10" name="Rectangle 10">
            <a:extLst>
              <a:ext uri="{FF2B5EF4-FFF2-40B4-BE49-F238E27FC236}">
                <a16:creationId xmlns:a16="http://schemas.microsoft.com/office/drawing/2014/main" id="{EEEAEA27-E9F0-3A00-EA13-FD98373AB7A7}"/>
              </a:ext>
            </a:extLst>
          </p:cNvPr>
          <p:cNvSpPr/>
          <p:nvPr/>
        </p:nvSpPr>
        <p:spPr>
          <a:xfrm>
            <a:off x="391886" y="5808453"/>
            <a:ext cx="11375136" cy="705600"/>
          </a:xfrm>
          <a:prstGeom prst="rect">
            <a:avLst/>
          </a:prstGeom>
          <a:gradFill flip="none" rotWithShape="1">
            <a:gsLst>
              <a:gs pos="0">
                <a:srgbClr val="113981"/>
              </a:gs>
              <a:gs pos="19000">
                <a:srgbClr val="1848A0"/>
              </a:gs>
              <a:gs pos="0">
                <a:schemeClr val="accent1">
                  <a:lumMod val="40000"/>
                  <a:lumOff val="60000"/>
                </a:schemeClr>
              </a:gs>
              <a:gs pos="100000">
                <a:schemeClr val="accent1"/>
              </a:gs>
              <a:gs pos="100000">
                <a:schemeClr val="accent1"/>
              </a:gs>
              <a:gs pos="100000">
                <a:schemeClr val="accent1">
                  <a:lumMod val="75000"/>
                </a:schemeClr>
              </a:gs>
            </a:gsLst>
            <a:lin ang="1080000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p>
            <a:pPr algn="ctr" defTabSz="457200"/>
            <a:r>
              <a:rPr lang="en-US" b="1" noProof="0">
                <a:solidFill>
                  <a:schemeClr val="bg1"/>
                </a:solidFill>
                <a:cs typeface="Arial" pitchFamily="34" charset="0"/>
              </a:rPr>
              <a:t>We implement a parameter to asymmetrically tax dividends (27.5% rate) received on the long leg, while paying 100% of the manufactured dividends on the short leg.</a:t>
            </a:r>
          </a:p>
        </p:txBody>
      </p:sp>
    </p:spTree>
    <p:extLst>
      <p:ext uri="{BB962C8B-B14F-4D97-AF65-F5344CB8AC3E}">
        <p14:creationId xmlns:p14="http://schemas.microsoft.com/office/powerpoint/2010/main" val="28745372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662BF-2D8D-FA7D-192B-47F2F04FA21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B9E86FD-8454-A583-C871-D26916126707}"/>
              </a:ext>
            </a:extLst>
          </p:cNvPr>
          <p:cNvSpPr/>
          <p:nvPr/>
        </p:nvSpPr>
        <p:spPr>
          <a:xfrm>
            <a:off x="9153951" y="3404169"/>
            <a:ext cx="2641669" cy="1097279"/>
          </a:xfrm>
          <a:prstGeom prst="rect">
            <a:avLst/>
          </a:prstGeom>
          <a:pattFill prst="dkDnDiag">
            <a:fgClr>
              <a:schemeClr val="bg2"/>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Oval 7">
            <a:extLst>
              <a:ext uri="{FF2B5EF4-FFF2-40B4-BE49-F238E27FC236}">
                <a16:creationId xmlns:a16="http://schemas.microsoft.com/office/drawing/2014/main" id="{F8D13AA0-4015-09AE-1A76-1818A9D74039}"/>
              </a:ext>
            </a:extLst>
          </p:cNvPr>
          <p:cNvSpPr/>
          <p:nvPr/>
        </p:nvSpPr>
        <p:spPr>
          <a:xfrm>
            <a:off x="9092375" y="3334747"/>
            <a:ext cx="564997" cy="56499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ext Placeholder 1">
            <a:extLst>
              <a:ext uri="{FF2B5EF4-FFF2-40B4-BE49-F238E27FC236}">
                <a16:creationId xmlns:a16="http://schemas.microsoft.com/office/drawing/2014/main" id="{0B6363D6-DE9B-9126-23B1-F50A3C7CD4CA}"/>
              </a:ext>
            </a:extLst>
          </p:cNvPr>
          <p:cNvSpPr>
            <a:spLocks noGrp="1"/>
          </p:cNvSpPr>
          <p:nvPr>
            <p:ph type="body" sz="quarter" idx="13"/>
          </p:nvPr>
        </p:nvSpPr>
        <p:spPr/>
        <p:txBody>
          <a:bodyPr/>
          <a:lstStyle/>
          <a:p>
            <a:r>
              <a:rPr lang="en-US" noProof="0"/>
              <a:t>Part 2 (Single-stock level) – Replication, Net Positions, Frictions</a:t>
            </a:r>
          </a:p>
        </p:txBody>
      </p:sp>
      <p:sp>
        <p:nvSpPr>
          <p:cNvPr id="4" name="Rectangle 3">
            <a:extLst>
              <a:ext uri="{FF2B5EF4-FFF2-40B4-BE49-F238E27FC236}">
                <a16:creationId xmlns:a16="http://schemas.microsoft.com/office/drawing/2014/main" id="{1BD3E276-B05A-9634-57FD-56E7E7A96E6A}"/>
              </a:ext>
            </a:extLst>
          </p:cNvPr>
          <p:cNvSpPr/>
          <p:nvPr/>
        </p:nvSpPr>
        <p:spPr>
          <a:xfrm>
            <a:off x="391886" y="881744"/>
            <a:ext cx="1137513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Frictions</a:t>
            </a:r>
          </a:p>
        </p:txBody>
      </p:sp>
      <p:cxnSp>
        <p:nvCxnSpPr>
          <p:cNvPr id="13" name="Gerader Verbinder 11">
            <a:extLst>
              <a:ext uri="{FF2B5EF4-FFF2-40B4-BE49-F238E27FC236}">
                <a16:creationId xmlns:a16="http://schemas.microsoft.com/office/drawing/2014/main" id="{2339A7B0-038E-770A-36D2-D1068DFE102E}"/>
              </a:ext>
            </a:extLst>
          </p:cNvPr>
          <p:cNvCxnSpPr>
            <a:cxnSpLocks/>
          </p:cNvCxnSpPr>
          <p:nvPr/>
        </p:nvCxnSpPr>
        <p:spPr bwMode="auto">
          <a:xfrm>
            <a:off x="8705741" y="3024996"/>
            <a:ext cx="0" cy="3287629"/>
          </a:xfrm>
          <a:prstGeom prst="line">
            <a:avLst/>
          </a:prstGeom>
          <a:noFill/>
          <a:ln w="19050" cap="flat" cmpd="sng" algn="ctr">
            <a:solidFill>
              <a:schemeClr val="accent1"/>
            </a:solidFill>
            <a:prstDash val="solid"/>
            <a:round/>
            <a:headEnd type="none" w="med" len="med"/>
            <a:tailEnd type="none" w="med" len="med"/>
          </a:ln>
          <a:effectLst/>
        </p:spPr>
      </p:cxnSp>
      <p:grpSp>
        <p:nvGrpSpPr>
          <p:cNvPr id="14" name="Group 14">
            <a:extLst>
              <a:ext uri="{FF2B5EF4-FFF2-40B4-BE49-F238E27FC236}">
                <a16:creationId xmlns:a16="http://schemas.microsoft.com/office/drawing/2014/main" id="{7DE60E05-3889-E798-5C3D-A226AAB2D75F}"/>
              </a:ext>
            </a:extLst>
          </p:cNvPr>
          <p:cNvGrpSpPr/>
          <p:nvPr/>
        </p:nvGrpSpPr>
        <p:grpSpPr>
          <a:xfrm>
            <a:off x="8514375" y="3826424"/>
            <a:ext cx="365758" cy="565002"/>
            <a:chOff x="10190945" y="6120701"/>
            <a:chExt cx="365758" cy="788721"/>
          </a:xfrm>
        </p:grpSpPr>
        <p:sp>
          <p:nvSpPr>
            <p:cNvPr id="15" name="Oval 6">
              <a:extLst>
                <a:ext uri="{FF2B5EF4-FFF2-40B4-BE49-F238E27FC236}">
                  <a16:creationId xmlns:a16="http://schemas.microsoft.com/office/drawing/2014/main" id="{3CBAF117-8808-354D-B96F-73D4829B2D8C}"/>
                </a:ext>
              </a:extLst>
            </p:cNvPr>
            <p:cNvSpPr/>
            <p:nvPr/>
          </p:nvSpPr>
          <p:spPr bwMode="auto">
            <a:xfrm flipV="1">
              <a:off x="10190945" y="6120701"/>
              <a:ext cx="365758" cy="788721"/>
            </a:xfrm>
            <a:prstGeom prst="ellipse">
              <a:avLst/>
            </a:prstGeom>
            <a:solidFill>
              <a:schemeClr val="bg1"/>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pic>
          <p:nvPicPr>
            <p:cNvPr id="16" name="Grafik 12" descr="Caretzeichen nach rechts mit einfarbiger Füllung">
              <a:extLst>
                <a:ext uri="{FF2B5EF4-FFF2-40B4-BE49-F238E27FC236}">
                  <a16:creationId xmlns:a16="http://schemas.microsoft.com/office/drawing/2014/main" id="{E0EBCBD9-AC01-BD8D-95A1-4344A4D293B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31915" y="6124325"/>
              <a:ext cx="311637" cy="785097"/>
            </a:xfrm>
            <a:prstGeom prst="rect">
              <a:avLst/>
            </a:prstGeom>
          </p:spPr>
        </p:pic>
      </p:grpSp>
      <p:pic>
        <p:nvPicPr>
          <p:cNvPr id="18" name="Picture 17">
            <a:extLst>
              <a:ext uri="{FF2B5EF4-FFF2-40B4-BE49-F238E27FC236}">
                <a16:creationId xmlns:a16="http://schemas.microsoft.com/office/drawing/2014/main" id="{EB1A232F-B2BE-31FE-1C80-1CDA7007DEF5}"/>
              </a:ext>
            </a:extLst>
          </p:cNvPr>
          <p:cNvPicPr>
            <a:picLocks noChangeAspect="1"/>
          </p:cNvPicPr>
          <p:nvPr/>
        </p:nvPicPr>
        <p:blipFill>
          <a:blip r:embed="rId4"/>
          <a:stretch>
            <a:fillRect/>
          </a:stretch>
        </p:blipFill>
        <p:spPr>
          <a:xfrm>
            <a:off x="391886" y="1802489"/>
            <a:ext cx="7395562" cy="4572000"/>
          </a:xfrm>
          <a:prstGeom prst="rect">
            <a:avLst/>
          </a:prstGeom>
        </p:spPr>
      </p:pic>
      <p:graphicFrame>
        <p:nvGraphicFramePr>
          <p:cNvPr id="21" name="Table 6">
            <a:extLst>
              <a:ext uri="{FF2B5EF4-FFF2-40B4-BE49-F238E27FC236}">
                <a16:creationId xmlns:a16="http://schemas.microsoft.com/office/drawing/2014/main" id="{B23E821D-5980-EDBE-AE14-8CD629455863}"/>
              </a:ext>
            </a:extLst>
          </p:cNvPr>
          <p:cNvGraphicFramePr>
            <a:graphicFrameLocks noGrp="1"/>
          </p:cNvGraphicFramePr>
          <p:nvPr>
            <p:extLst>
              <p:ext uri="{D42A27DB-BD31-4B8C-83A1-F6EECF244321}">
                <p14:modId xmlns:p14="http://schemas.microsoft.com/office/powerpoint/2010/main" val="1381545277"/>
              </p:ext>
            </p:extLst>
          </p:nvPr>
        </p:nvGraphicFramePr>
        <p:xfrm>
          <a:off x="6731732" y="1502085"/>
          <a:ext cx="5033170" cy="1097280"/>
        </p:xfrm>
        <a:graphic>
          <a:graphicData uri="http://schemas.openxmlformats.org/drawingml/2006/table">
            <a:tbl>
              <a:tblPr firstRow="1" bandRow="1"/>
              <a:tblGrid>
                <a:gridCol w="1417138">
                  <a:extLst>
                    <a:ext uri="{9D8B030D-6E8A-4147-A177-3AD203B41FA5}">
                      <a16:colId xmlns:a16="http://schemas.microsoft.com/office/drawing/2014/main" val="3427500251"/>
                    </a:ext>
                  </a:extLst>
                </a:gridCol>
                <a:gridCol w="1046907">
                  <a:extLst>
                    <a:ext uri="{9D8B030D-6E8A-4147-A177-3AD203B41FA5}">
                      <a16:colId xmlns:a16="http://schemas.microsoft.com/office/drawing/2014/main" val="2257559391"/>
                    </a:ext>
                  </a:extLst>
                </a:gridCol>
                <a:gridCol w="1367454">
                  <a:extLst>
                    <a:ext uri="{9D8B030D-6E8A-4147-A177-3AD203B41FA5}">
                      <a16:colId xmlns:a16="http://schemas.microsoft.com/office/drawing/2014/main" val="2432520645"/>
                    </a:ext>
                  </a:extLst>
                </a:gridCol>
                <a:gridCol w="1201671">
                  <a:extLst>
                    <a:ext uri="{9D8B030D-6E8A-4147-A177-3AD203B41FA5}">
                      <a16:colId xmlns:a16="http://schemas.microsoft.com/office/drawing/2014/main" val="1122700182"/>
                    </a:ext>
                  </a:extLst>
                </a:gridCol>
              </a:tblGrid>
              <a:tr h="272898">
                <a:tc>
                  <a:txBody>
                    <a:bodyPr/>
                    <a:lstStyle>
                      <a:lvl1pPr marL="0" algn="l" defTabSz="914400" rtl="0" eaLnBrk="1" latinLnBrk="0" hangingPunct="1">
                        <a:defRPr sz="1800" b="1" kern="1200">
                          <a:solidFill>
                            <a:schemeClr val="lt1"/>
                          </a:solidFill>
                          <a:latin typeface="Arial"/>
                          <a:cs typeface="Arial"/>
                        </a:defRPr>
                      </a:lvl1pPr>
                      <a:lvl2pPr marL="457200" algn="l" defTabSz="914400" rtl="0" eaLnBrk="1" latinLnBrk="0" hangingPunct="1">
                        <a:defRPr sz="1800" b="1" kern="1200">
                          <a:solidFill>
                            <a:schemeClr val="lt1"/>
                          </a:solidFill>
                          <a:latin typeface="Arial"/>
                          <a:cs typeface="Arial"/>
                        </a:defRPr>
                      </a:lvl2pPr>
                      <a:lvl3pPr marL="914400" algn="l" defTabSz="914400" rtl="0" eaLnBrk="1" latinLnBrk="0" hangingPunct="1">
                        <a:defRPr sz="1800" b="1" kern="1200">
                          <a:solidFill>
                            <a:schemeClr val="lt1"/>
                          </a:solidFill>
                          <a:latin typeface="Arial"/>
                          <a:cs typeface="Arial"/>
                        </a:defRPr>
                      </a:lvl3pPr>
                      <a:lvl4pPr marL="1371600" algn="l" defTabSz="914400" rtl="0" eaLnBrk="1" latinLnBrk="0" hangingPunct="1">
                        <a:defRPr sz="1800" b="1" kern="1200">
                          <a:solidFill>
                            <a:schemeClr val="lt1"/>
                          </a:solidFill>
                          <a:latin typeface="Arial"/>
                          <a:cs typeface="Arial"/>
                        </a:defRPr>
                      </a:lvl4pPr>
                      <a:lvl5pPr marL="1828800" algn="l" defTabSz="914400" rtl="0" eaLnBrk="1" latinLnBrk="0" hangingPunct="1">
                        <a:defRPr sz="1800" b="1" kern="1200">
                          <a:solidFill>
                            <a:schemeClr val="lt1"/>
                          </a:solidFill>
                          <a:latin typeface="Arial"/>
                          <a:cs typeface="Arial"/>
                        </a:defRPr>
                      </a:lvl5pPr>
                      <a:lvl6pPr marL="2286000" algn="l" defTabSz="914400" rtl="0" eaLnBrk="1" latinLnBrk="0" hangingPunct="1">
                        <a:defRPr sz="1800" b="1" kern="1200">
                          <a:solidFill>
                            <a:schemeClr val="lt1"/>
                          </a:solidFill>
                          <a:latin typeface="Arial"/>
                          <a:cs typeface="Arial"/>
                        </a:defRPr>
                      </a:lvl6pPr>
                      <a:lvl7pPr marL="2743200" algn="l" defTabSz="914400" rtl="0" eaLnBrk="1" latinLnBrk="0" hangingPunct="1">
                        <a:defRPr sz="1800" b="1" kern="1200">
                          <a:solidFill>
                            <a:schemeClr val="lt1"/>
                          </a:solidFill>
                          <a:latin typeface="Arial"/>
                          <a:cs typeface="Arial"/>
                        </a:defRPr>
                      </a:lvl7pPr>
                      <a:lvl8pPr marL="3200400" algn="l" defTabSz="914400" rtl="0" eaLnBrk="1" latinLnBrk="0" hangingPunct="1">
                        <a:defRPr sz="1800" b="1" kern="1200">
                          <a:solidFill>
                            <a:schemeClr val="lt1"/>
                          </a:solidFill>
                          <a:latin typeface="Arial"/>
                          <a:cs typeface="Arial"/>
                        </a:defRPr>
                      </a:lvl8pPr>
                      <a:lvl9pPr marL="3657600" algn="l" defTabSz="914400" rtl="0" eaLnBrk="1" latinLnBrk="0" hangingPunct="1">
                        <a:defRPr sz="1800" b="1" kern="1200">
                          <a:solidFill>
                            <a:schemeClr val="lt1"/>
                          </a:solidFill>
                          <a:latin typeface="Arial"/>
                          <a:cs typeface="Arial"/>
                        </a:defRPr>
                      </a:lvl9pPr>
                    </a:lstStyle>
                    <a:p>
                      <a:pPr algn="ctr" rtl="0"/>
                      <a:r>
                        <a:rPr lang="en-US" sz="1200" noProof="0">
                          <a:latin typeface="Century Gothic (Headings)"/>
                          <a:cs typeface="Arial"/>
                        </a:rPr>
                        <a:t>Strategy Metrics</a:t>
                      </a:r>
                      <a:endParaRPr lang="en-US" sz="1200" noProof="0">
                        <a:latin typeface="Century Gothic (Headings)"/>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B2B65"/>
                    </a:solidFill>
                  </a:tcPr>
                </a:tc>
                <a:tc>
                  <a:txBody>
                    <a:bodyPr/>
                    <a:lstStyle>
                      <a:lvl1pPr marL="0" algn="l" defTabSz="914400" rtl="0" eaLnBrk="1" latinLnBrk="0" hangingPunct="1">
                        <a:defRPr sz="1800" b="1" kern="1200">
                          <a:solidFill>
                            <a:schemeClr val="lt1"/>
                          </a:solidFill>
                          <a:latin typeface="Arial"/>
                          <a:cs typeface="Arial"/>
                        </a:defRPr>
                      </a:lvl1pPr>
                      <a:lvl2pPr marL="457200" algn="l" defTabSz="914400" rtl="0" eaLnBrk="1" latinLnBrk="0" hangingPunct="1">
                        <a:defRPr sz="1800" b="1" kern="1200">
                          <a:solidFill>
                            <a:schemeClr val="lt1"/>
                          </a:solidFill>
                          <a:latin typeface="Arial"/>
                          <a:cs typeface="Arial"/>
                        </a:defRPr>
                      </a:lvl2pPr>
                      <a:lvl3pPr marL="914400" algn="l" defTabSz="914400" rtl="0" eaLnBrk="1" latinLnBrk="0" hangingPunct="1">
                        <a:defRPr sz="1800" b="1" kern="1200">
                          <a:solidFill>
                            <a:schemeClr val="lt1"/>
                          </a:solidFill>
                          <a:latin typeface="Arial"/>
                          <a:cs typeface="Arial"/>
                        </a:defRPr>
                      </a:lvl3pPr>
                      <a:lvl4pPr marL="1371600" algn="l" defTabSz="914400" rtl="0" eaLnBrk="1" latinLnBrk="0" hangingPunct="1">
                        <a:defRPr sz="1800" b="1" kern="1200">
                          <a:solidFill>
                            <a:schemeClr val="lt1"/>
                          </a:solidFill>
                          <a:latin typeface="Arial"/>
                          <a:cs typeface="Arial"/>
                        </a:defRPr>
                      </a:lvl4pPr>
                      <a:lvl5pPr marL="1828800" algn="l" defTabSz="914400" rtl="0" eaLnBrk="1" latinLnBrk="0" hangingPunct="1">
                        <a:defRPr sz="1800" b="1" kern="1200">
                          <a:solidFill>
                            <a:schemeClr val="lt1"/>
                          </a:solidFill>
                          <a:latin typeface="Arial"/>
                          <a:cs typeface="Arial"/>
                        </a:defRPr>
                      </a:lvl5pPr>
                      <a:lvl6pPr marL="2286000" algn="l" defTabSz="914400" rtl="0" eaLnBrk="1" latinLnBrk="0" hangingPunct="1">
                        <a:defRPr sz="1800" b="1" kern="1200">
                          <a:solidFill>
                            <a:schemeClr val="lt1"/>
                          </a:solidFill>
                          <a:latin typeface="Arial"/>
                          <a:cs typeface="Arial"/>
                        </a:defRPr>
                      </a:lvl6pPr>
                      <a:lvl7pPr marL="2743200" algn="l" defTabSz="914400" rtl="0" eaLnBrk="1" latinLnBrk="0" hangingPunct="1">
                        <a:defRPr sz="1800" b="1" kern="1200">
                          <a:solidFill>
                            <a:schemeClr val="lt1"/>
                          </a:solidFill>
                          <a:latin typeface="Arial"/>
                          <a:cs typeface="Arial"/>
                        </a:defRPr>
                      </a:lvl7pPr>
                      <a:lvl8pPr marL="3200400" algn="l" defTabSz="914400" rtl="0" eaLnBrk="1" latinLnBrk="0" hangingPunct="1">
                        <a:defRPr sz="1800" b="1" kern="1200">
                          <a:solidFill>
                            <a:schemeClr val="lt1"/>
                          </a:solidFill>
                          <a:latin typeface="Arial"/>
                          <a:cs typeface="Arial"/>
                        </a:defRPr>
                      </a:lvl8pPr>
                      <a:lvl9pPr marL="3657600" algn="l" defTabSz="914400" rtl="0" eaLnBrk="1" latinLnBrk="0" hangingPunct="1">
                        <a:defRPr sz="1800" b="1" kern="1200">
                          <a:solidFill>
                            <a:schemeClr val="lt1"/>
                          </a:solidFill>
                          <a:latin typeface="Arial"/>
                          <a:cs typeface="Arial"/>
                        </a:defRPr>
                      </a:lvl9pPr>
                    </a:lstStyle>
                    <a:p>
                      <a:pPr algn="ctr" rtl="0"/>
                      <a:r>
                        <a:rPr lang="en-US" sz="1200" noProof="0">
                          <a:latin typeface="Century Gothic (Headings)"/>
                          <a:cs typeface="Arial"/>
                        </a:rPr>
                        <a:t>Theoretical</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B2B65"/>
                    </a:solidFill>
                  </a:tcPr>
                </a:tc>
                <a:tc>
                  <a:txBody>
                    <a:bodyPr/>
                    <a:lstStyle>
                      <a:lvl1pPr marL="0" algn="l" defTabSz="914400" rtl="0" eaLnBrk="1" latinLnBrk="0" hangingPunct="1">
                        <a:defRPr sz="1800" b="1" kern="1200">
                          <a:solidFill>
                            <a:schemeClr val="lt1"/>
                          </a:solidFill>
                          <a:latin typeface="Arial"/>
                          <a:cs typeface="Arial"/>
                        </a:defRPr>
                      </a:lvl1pPr>
                      <a:lvl2pPr marL="457200" algn="l" defTabSz="914400" rtl="0" eaLnBrk="1" latinLnBrk="0" hangingPunct="1">
                        <a:defRPr sz="1800" b="1" kern="1200">
                          <a:solidFill>
                            <a:schemeClr val="lt1"/>
                          </a:solidFill>
                          <a:latin typeface="Arial"/>
                          <a:cs typeface="Arial"/>
                        </a:defRPr>
                      </a:lvl2pPr>
                      <a:lvl3pPr marL="914400" algn="l" defTabSz="914400" rtl="0" eaLnBrk="1" latinLnBrk="0" hangingPunct="1">
                        <a:defRPr sz="1800" b="1" kern="1200">
                          <a:solidFill>
                            <a:schemeClr val="lt1"/>
                          </a:solidFill>
                          <a:latin typeface="Arial"/>
                          <a:cs typeface="Arial"/>
                        </a:defRPr>
                      </a:lvl3pPr>
                      <a:lvl4pPr marL="1371600" algn="l" defTabSz="914400" rtl="0" eaLnBrk="1" latinLnBrk="0" hangingPunct="1">
                        <a:defRPr sz="1800" b="1" kern="1200">
                          <a:solidFill>
                            <a:schemeClr val="lt1"/>
                          </a:solidFill>
                          <a:latin typeface="Arial"/>
                          <a:cs typeface="Arial"/>
                        </a:defRPr>
                      </a:lvl4pPr>
                      <a:lvl5pPr marL="1828800" algn="l" defTabSz="914400" rtl="0" eaLnBrk="1" latinLnBrk="0" hangingPunct="1">
                        <a:defRPr sz="1800" b="1" kern="1200">
                          <a:solidFill>
                            <a:schemeClr val="lt1"/>
                          </a:solidFill>
                          <a:latin typeface="Arial"/>
                          <a:cs typeface="Arial"/>
                        </a:defRPr>
                      </a:lvl5pPr>
                      <a:lvl6pPr marL="2286000" algn="l" defTabSz="914400" rtl="0" eaLnBrk="1" latinLnBrk="0" hangingPunct="1">
                        <a:defRPr sz="1800" b="1" kern="1200">
                          <a:solidFill>
                            <a:schemeClr val="lt1"/>
                          </a:solidFill>
                          <a:latin typeface="Arial"/>
                          <a:cs typeface="Arial"/>
                        </a:defRPr>
                      </a:lvl6pPr>
                      <a:lvl7pPr marL="2743200" algn="l" defTabSz="914400" rtl="0" eaLnBrk="1" latinLnBrk="0" hangingPunct="1">
                        <a:defRPr sz="1800" b="1" kern="1200">
                          <a:solidFill>
                            <a:schemeClr val="lt1"/>
                          </a:solidFill>
                          <a:latin typeface="Arial"/>
                          <a:cs typeface="Arial"/>
                        </a:defRPr>
                      </a:lvl7pPr>
                      <a:lvl8pPr marL="3200400" algn="l" defTabSz="914400" rtl="0" eaLnBrk="1" latinLnBrk="0" hangingPunct="1">
                        <a:defRPr sz="1800" b="1" kern="1200">
                          <a:solidFill>
                            <a:schemeClr val="lt1"/>
                          </a:solidFill>
                          <a:latin typeface="Arial"/>
                          <a:cs typeface="Arial"/>
                        </a:defRPr>
                      </a:lvl8pPr>
                      <a:lvl9pPr marL="3657600" algn="l" defTabSz="914400" rtl="0" eaLnBrk="1" latinLnBrk="0" hangingPunct="1">
                        <a:defRPr sz="1800" b="1" kern="1200">
                          <a:solidFill>
                            <a:schemeClr val="lt1"/>
                          </a:solidFill>
                          <a:latin typeface="Arial"/>
                          <a:cs typeface="Arial"/>
                        </a:defRPr>
                      </a:lvl9pPr>
                    </a:lstStyle>
                    <a:p>
                      <a:pPr algn="ctr" rtl="0"/>
                      <a:r>
                        <a:rPr lang="en-US" sz="1200" noProof="0">
                          <a:latin typeface="Century Gothic (Headings)"/>
                          <a:cs typeface="Arial"/>
                        </a:rPr>
                        <a:t>Gross (Lagged)</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B2B65"/>
                    </a:solidFill>
                  </a:tcPr>
                </a:tc>
                <a:tc>
                  <a:txBody>
                    <a:bodyPr/>
                    <a:lstStyle>
                      <a:lvl1pPr marL="0" algn="l" defTabSz="914400" rtl="0" eaLnBrk="1" latinLnBrk="0" hangingPunct="1">
                        <a:defRPr sz="1800" b="1" kern="1200">
                          <a:solidFill>
                            <a:schemeClr val="lt1"/>
                          </a:solidFill>
                          <a:latin typeface="Arial"/>
                          <a:cs typeface="Arial"/>
                        </a:defRPr>
                      </a:lvl1pPr>
                      <a:lvl2pPr marL="457200" algn="l" defTabSz="914400" rtl="0" eaLnBrk="1" latinLnBrk="0" hangingPunct="1">
                        <a:defRPr sz="1800" b="1" kern="1200">
                          <a:solidFill>
                            <a:schemeClr val="lt1"/>
                          </a:solidFill>
                          <a:latin typeface="Arial"/>
                          <a:cs typeface="Arial"/>
                        </a:defRPr>
                      </a:lvl2pPr>
                      <a:lvl3pPr marL="914400" algn="l" defTabSz="914400" rtl="0" eaLnBrk="1" latinLnBrk="0" hangingPunct="1">
                        <a:defRPr sz="1800" b="1" kern="1200">
                          <a:solidFill>
                            <a:schemeClr val="lt1"/>
                          </a:solidFill>
                          <a:latin typeface="Arial"/>
                          <a:cs typeface="Arial"/>
                        </a:defRPr>
                      </a:lvl3pPr>
                      <a:lvl4pPr marL="1371600" algn="l" defTabSz="914400" rtl="0" eaLnBrk="1" latinLnBrk="0" hangingPunct="1">
                        <a:defRPr sz="1800" b="1" kern="1200">
                          <a:solidFill>
                            <a:schemeClr val="lt1"/>
                          </a:solidFill>
                          <a:latin typeface="Arial"/>
                          <a:cs typeface="Arial"/>
                        </a:defRPr>
                      </a:lvl4pPr>
                      <a:lvl5pPr marL="1828800" algn="l" defTabSz="914400" rtl="0" eaLnBrk="1" latinLnBrk="0" hangingPunct="1">
                        <a:defRPr sz="1800" b="1" kern="1200">
                          <a:solidFill>
                            <a:schemeClr val="lt1"/>
                          </a:solidFill>
                          <a:latin typeface="Arial"/>
                          <a:cs typeface="Arial"/>
                        </a:defRPr>
                      </a:lvl5pPr>
                      <a:lvl6pPr marL="2286000" algn="l" defTabSz="914400" rtl="0" eaLnBrk="1" latinLnBrk="0" hangingPunct="1">
                        <a:defRPr sz="1800" b="1" kern="1200">
                          <a:solidFill>
                            <a:schemeClr val="lt1"/>
                          </a:solidFill>
                          <a:latin typeface="Arial"/>
                          <a:cs typeface="Arial"/>
                        </a:defRPr>
                      </a:lvl6pPr>
                      <a:lvl7pPr marL="2743200" algn="l" defTabSz="914400" rtl="0" eaLnBrk="1" latinLnBrk="0" hangingPunct="1">
                        <a:defRPr sz="1800" b="1" kern="1200">
                          <a:solidFill>
                            <a:schemeClr val="lt1"/>
                          </a:solidFill>
                          <a:latin typeface="Arial"/>
                          <a:cs typeface="Arial"/>
                        </a:defRPr>
                      </a:lvl7pPr>
                      <a:lvl8pPr marL="3200400" algn="l" defTabSz="914400" rtl="0" eaLnBrk="1" latinLnBrk="0" hangingPunct="1">
                        <a:defRPr sz="1800" b="1" kern="1200">
                          <a:solidFill>
                            <a:schemeClr val="lt1"/>
                          </a:solidFill>
                          <a:latin typeface="Arial"/>
                          <a:cs typeface="Arial"/>
                        </a:defRPr>
                      </a:lvl8pPr>
                      <a:lvl9pPr marL="3657600" algn="l" defTabSz="914400" rtl="0" eaLnBrk="1" latinLnBrk="0" hangingPunct="1">
                        <a:defRPr sz="1800" b="1" kern="1200">
                          <a:solidFill>
                            <a:schemeClr val="lt1"/>
                          </a:solidFill>
                          <a:latin typeface="Arial"/>
                          <a:cs typeface="Arial"/>
                        </a:defRPr>
                      </a:lvl9pPr>
                    </a:lstStyle>
                    <a:p>
                      <a:pPr algn="ctr" rtl="0"/>
                      <a:r>
                        <a:rPr lang="en-US" sz="1200" noProof="0">
                          <a:latin typeface="Century Gothic (Headings)"/>
                          <a:cs typeface="Arial"/>
                        </a:rPr>
                        <a:t>Net (Final)</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B2B65"/>
                    </a:solidFill>
                  </a:tcPr>
                </a:tc>
                <a:extLst>
                  <a:ext uri="{0D108BD9-81ED-4DB2-BD59-A6C34878D82A}">
                    <a16:rowId xmlns:a16="http://schemas.microsoft.com/office/drawing/2014/main" val="2735946129"/>
                  </a:ext>
                </a:extLst>
              </a:tr>
              <a:tr h="272898">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rtl="0" eaLnBrk="1" fontAlgn="auto" latinLnBrk="0" hangingPunct="1">
                        <a:lnSpc>
                          <a:spcPct val="100000"/>
                        </a:lnSpc>
                        <a:spcBef>
                          <a:spcPts val="0"/>
                        </a:spcBef>
                        <a:spcAft>
                          <a:spcPts val="0"/>
                        </a:spcAft>
                        <a:buClrTx/>
                        <a:buSzTx/>
                        <a:buFont typeface="+mj-lt"/>
                        <a:buNone/>
                      </a:pPr>
                      <a:r>
                        <a:rPr lang="en-US" sz="1200" noProof="0">
                          <a:latin typeface="Century Gothic (Headings)"/>
                        </a:rPr>
                        <a:t>Ann. Return </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a:lnSpc>
                          <a:spcPct val="100000"/>
                        </a:lnSpc>
                        <a:spcBef>
                          <a:spcPts val="0"/>
                        </a:spcBef>
                        <a:spcAft>
                          <a:spcPts val="0"/>
                        </a:spcAft>
                        <a:buNone/>
                      </a:pPr>
                      <a:r>
                        <a:rPr lang="en-US" sz="1200" b="0" i="0" u="none" strike="noStrike" noProof="0">
                          <a:latin typeface="Century Gothic (Headings)"/>
                        </a:rPr>
                        <a:t>0.0289</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defTabSz="806867" rtl="0" eaLnBrk="1" fontAlgn="auto" latinLnBrk="0" hangingPunct="1">
                        <a:lnSpc>
                          <a:spcPct val="100000"/>
                        </a:lnSpc>
                        <a:spcBef>
                          <a:spcPts val="0"/>
                        </a:spcBef>
                        <a:spcAft>
                          <a:spcPts val="0"/>
                        </a:spcAft>
                        <a:buClrTx/>
                        <a:buSzTx/>
                        <a:buFont typeface="+mj-lt"/>
                        <a:buNone/>
                        <a:tabLst/>
                        <a:defRPr/>
                      </a:pPr>
                      <a:r>
                        <a:rPr lang="en-US" sz="1200" noProof="0">
                          <a:latin typeface="Century Gothic (Headings)"/>
                        </a:rPr>
                        <a:t>0.0266</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rtl="0" eaLnBrk="1" fontAlgn="auto" latinLnBrk="0" hangingPunct="1">
                        <a:lnSpc>
                          <a:spcPct val="100000"/>
                        </a:lnSpc>
                        <a:spcBef>
                          <a:spcPts val="0"/>
                        </a:spcBef>
                        <a:spcAft>
                          <a:spcPts val="0"/>
                        </a:spcAft>
                        <a:buClrTx/>
                        <a:buSzTx/>
                        <a:buFont typeface="+mj-lt"/>
                        <a:buNone/>
                      </a:pPr>
                      <a:r>
                        <a:rPr lang="en-US" sz="1200" noProof="0">
                          <a:latin typeface="Century Gothic (Headings)"/>
                        </a:rPr>
                        <a:t>0.0145</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34668997"/>
                  </a:ext>
                </a:extLst>
              </a:tr>
              <a:tr h="272898">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defTabSz="806867" rtl="0" eaLnBrk="1" fontAlgn="auto" latinLnBrk="0" hangingPunct="1">
                        <a:lnSpc>
                          <a:spcPct val="100000"/>
                        </a:lnSpc>
                        <a:spcBef>
                          <a:spcPts val="0"/>
                        </a:spcBef>
                        <a:spcAft>
                          <a:spcPts val="0"/>
                        </a:spcAft>
                        <a:buClrTx/>
                        <a:buSzTx/>
                        <a:buFont typeface="+mj-lt"/>
                        <a:buNone/>
                        <a:tabLst/>
                        <a:defRPr/>
                      </a:pPr>
                      <a:r>
                        <a:rPr lang="en-US" sz="1200" noProof="0">
                          <a:latin typeface="Century Gothic (Headings)"/>
                        </a:rPr>
                        <a:t>Ann. Volatility</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a:lnSpc>
                          <a:spcPct val="100000"/>
                        </a:lnSpc>
                        <a:spcBef>
                          <a:spcPts val="0"/>
                        </a:spcBef>
                        <a:spcAft>
                          <a:spcPts val="0"/>
                        </a:spcAft>
                        <a:buNone/>
                      </a:pPr>
                      <a:r>
                        <a:rPr lang="en-US" sz="1200" noProof="0">
                          <a:latin typeface="Century Gothic (Headings)"/>
                        </a:rPr>
                        <a:t>0.0742</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defTabSz="806867" rtl="0" eaLnBrk="1" fontAlgn="auto" latinLnBrk="0" hangingPunct="1">
                        <a:lnSpc>
                          <a:spcPct val="100000"/>
                        </a:lnSpc>
                        <a:spcBef>
                          <a:spcPts val="0"/>
                        </a:spcBef>
                        <a:spcAft>
                          <a:spcPts val="0"/>
                        </a:spcAft>
                        <a:buClrTx/>
                        <a:buSzTx/>
                        <a:buFont typeface="+mj-lt"/>
                        <a:buNone/>
                        <a:tabLst/>
                        <a:defRPr/>
                      </a:pPr>
                      <a:r>
                        <a:rPr lang="en-US" sz="1200" noProof="0">
                          <a:latin typeface="Century Gothic (Headings)"/>
                        </a:rPr>
                        <a:t>0.0724</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lvl="0" indent="0" algn="ctr">
                        <a:lnSpc>
                          <a:spcPct val="100000"/>
                        </a:lnSpc>
                        <a:buNone/>
                      </a:pPr>
                      <a:r>
                        <a:rPr lang="en-US" sz="1200" noProof="0">
                          <a:latin typeface="Century Gothic (Headings)"/>
                        </a:rPr>
                        <a:t>0.0723</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68123943"/>
                  </a:ext>
                </a:extLst>
              </a:tr>
              <a:tr h="272898">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rtl="0">
                        <a:lnSpc>
                          <a:spcPct val="100000"/>
                        </a:lnSpc>
                        <a:spcBef>
                          <a:spcPts val="0"/>
                        </a:spcBef>
                        <a:spcAft>
                          <a:spcPts val="0"/>
                        </a:spcAft>
                        <a:buClrTx/>
                        <a:buSzTx/>
                        <a:buFont typeface="+mj-lt"/>
                        <a:buNone/>
                      </a:pPr>
                      <a:r>
                        <a:rPr lang="en-US" sz="1200" noProof="0">
                          <a:latin typeface="Century Gothic (Headings)"/>
                        </a:rPr>
                        <a:t>Sharpe (Rf=0%) </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a:lnSpc>
                          <a:spcPct val="100000"/>
                        </a:lnSpc>
                        <a:spcBef>
                          <a:spcPts val="0"/>
                        </a:spcBef>
                        <a:spcAft>
                          <a:spcPts val="0"/>
                        </a:spcAft>
                        <a:buNone/>
                      </a:pPr>
                      <a:r>
                        <a:rPr lang="en-US" sz="1200" noProof="0">
                          <a:latin typeface="Century Gothic (Headings)"/>
                        </a:rPr>
                        <a:t>0.3901</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defTabSz="806867" rtl="0">
                        <a:lnSpc>
                          <a:spcPct val="100000"/>
                        </a:lnSpc>
                        <a:spcBef>
                          <a:spcPts val="0"/>
                        </a:spcBef>
                        <a:spcAft>
                          <a:spcPts val="0"/>
                        </a:spcAft>
                        <a:buClrTx/>
                        <a:buSzTx/>
                        <a:buFont typeface="+mj-lt"/>
                        <a:buNone/>
                        <a:tabLst/>
                        <a:defRPr/>
                      </a:pPr>
                      <a:r>
                        <a:rPr lang="en-US" sz="1200" noProof="0">
                          <a:latin typeface="Century Gothic (Headings)"/>
                        </a:rPr>
                        <a:t>0.3681</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lvl="0" indent="0" algn="ctr">
                        <a:lnSpc>
                          <a:spcPct val="100000"/>
                        </a:lnSpc>
                        <a:buNone/>
                      </a:pPr>
                      <a:r>
                        <a:rPr lang="en-US" sz="1200" noProof="0">
                          <a:latin typeface="Century Gothic (Headings)"/>
                        </a:rPr>
                        <a:t>0.2004</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28003065"/>
                  </a:ext>
                </a:extLst>
              </a:tr>
            </a:tbl>
          </a:graphicData>
        </a:graphic>
      </p:graphicFrame>
      <p:cxnSp>
        <p:nvCxnSpPr>
          <p:cNvPr id="23" name="Gerader Verbinder 11">
            <a:extLst>
              <a:ext uri="{FF2B5EF4-FFF2-40B4-BE49-F238E27FC236}">
                <a16:creationId xmlns:a16="http://schemas.microsoft.com/office/drawing/2014/main" id="{9D868DE3-2C6E-DD35-9037-88693CDF05A8}"/>
              </a:ext>
            </a:extLst>
          </p:cNvPr>
          <p:cNvCxnSpPr>
            <a:cxnSpLocks/>
          </p:cNvCxnSpPr>
          <p:nvPr/>
        </p:nvCxnSpPr>
        <p:spPr bwMode="auto">
          <a:xfrm flipH="1">
            <a:off x="8705741" y="3024996"/>
            <a:ext cx="3059161" cy="0"/>
          </a:xfrm>
          <a:prstGeom prst="line">
            <a:avLst/>
          </a:prstGeom>
          <a:noFill/>
          <a:ln w="19050" cap="flat" cmpd="sng" algn="ctr">
            <a:solidFill>
              <a:schemeClr val="accent1"/>
            </a:solidFill>
            <a:prstDash val="solid"/>
            <a:round/>
            <a:headEnd type="none" w="med" len="med"/>
            <a:tailEnd type="none" w="med" len="med"/>
          </a:ln>
          <a:effectLst/>
        </p:spPr>
      </p:cxnSp>
      <p:grpSp>
        <p:nvGrpSpPr>
          <p:cNvPr id="31" name="Group 14">
            <a:extLst>
              <a:ext uri="{FF2B5EF4-FFF2-40B4-BE49-F238E27FC236}">
                <a16:creationId xmlns:a16="http://schemas.microsoft.com/office/drawing/2014/main" id="{B3630203-B143-683A-BDD7-640F17A4B1A4}"/>
              </a:ext>
            </a:extLst>
          </p:cNvPr>
          <p:cNvGrpSpPr/>
          <p:nvPr/>
        </p:nvGrpSpPr>
        <p:grpSpPr>
          <a:xfrm rot="5400000">
            <a:off x="9995056" y="2771999"/>
            <a:ext cx="365758" cy="565002"/>
            <a:chOff x="10190945" y="6120701"/>
            <a:chExt cx="365758" cy="788721"/>
          </a:xfrm>
        </p:grpSpPr>
        <p:sp>
          <p:nvSpPr>
            <p:cNvPr id="32" name="Oval 6">
              <a:extLst>
                <a:ext uri="{FF2B5EF4-FFF2-40B4-BE49-F238E27FC236}">
                  <a16:creationId xmlns:a16="http://schemas.microsoft.com/office/drawing/2014/main" id="{FE860B38-61DB-EEC0-5F17-21E7020BD874}"/>
                </a:ext>
              </a:extLst>
            </p:cNvPr>
            <p:cNvSpPr/>
            <p:nvPr/>
          </p:nvSpPr>
          <p:spPr bwMode="auto">
            <a:xfrm flipV="1">
              <a:off x="10190945" y="6120701"/>
              <a:ext cx="365758" cy="788721"/>
            </a:xfrm>
            <a:prstGeom prst="ellipse">
              <a:avLst/>
            </a:prstGeom>
            <a:solidFill>
              <a:schemeClr val="bg1"/>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pic>
          <p:nvPicPr>
            <p:cNvPr id="33" name="Grafik 12" descr="Caretzeichen nach rechts mit einfarbiger Füllung">
              <a:extLst>
                <a:ext uri="{FF2B5EF4-FFF2-40B4-BE49-F238E27FC236}">
                  <a16:creationId xmlns:a16="http://schemas.microsoft.com/office/drawing/2014/main" id="{678D334E-859E-E23A-99E8-AF9CD294EC1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231915" y="6124325"/>
              <a:ext cx="311637" cy="785097"/>
            </a:xfrm>
            <a:prstGeom prst="rect">
              <a:avLst/>
            </a:prstGeom>
          </p:spPr>
        </p:pic>
      </p:grpSp>
      <p:pic>
        <p:nvPicPr>
          <p:cNvPr id="10" name="Graphic 57" descr="Calcolatrice con riempimento a tinta unita">
            <a:extLst>
              <a:ext uri="{FF2B5EF4-FFF2-40B4-BE49-F238E27FC236}">
                <a16:creationId xmlns:a16="http://schemas.microsoft.com/office/drawing/2014/main" id="{CD11A5A3-D530-7820-6D93-B59B3B993315}"/>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163028" y="3404846"/>
            <a:ext cx="424800" cy="424800"/>
          </a:xfrm>
          <a:prstGeom prst="rect">
            <a:avLst/>
          </a:prstGeom>
        </p:spPr>
      </p:pic>
      <p:sp>
        <p:nvSpPr>
          <p:cNvPr id="19" name="Freeform: Shape 70">
            <a:extLst>
              <a:ext uri="{FF2B5EF4-FFF2-40B4-BE49-F238E27FC236}">
                <a16:creationId xmlns:a16="http://schemas.microsoft.com/office/drawing/2014/main" id="{88401732-A805-0512-E4C1-DD9E94A1363B}"/>
              </a:ext>
            </a:extLst>
          </p:cNvPr>
          <p:cNvSpPr/>
          <p:nvPr/>
        </p:nvSpPr>
        <p:spPr bwMode="auto">
          <a:xfrm>
            <a:off x="9154662" y="3404168"/>
            <a:ext cx="2641670" cy="1237282"/>
          </a:xfrm>
          <a:custGeom>
            <a:avLst/>
            <a:gdLst>
              <a:gd name="connsiteX0" fmla="*/ 2362 w 2641670"/>
              <a:gd name="connsiteY0" fmla="*/ 806763 h 1039963"/>
              <a:gd name="connsiteX1" fmla="*/ 2641586 w 2641670"/>
              <a:gd name="connsiteY1" fmla="*/ 806763 h 1039963"/>
              <a:gd name="connsiteX2" fmla="*/ 2641586 w 2641670"/>
              <a:gd name="connsiteY2" fmla="*/ 1039963 h 1039963"/>
              <a:gd name="connsiteX3" fmla="*/ 2362 w 2641670"/>
              <a:gd name="connsiteY3" fmla="*/ 1039963 h 1039963"/>
              <a:gd name="connsiteX4" fmla="*/ 409853 w 2641670"/>
              <a:gd name="connsiteY4" fmla="*/ 0 h 1039963"/>
              <a:gd name="connsiteX5" fmla="*/ 2641670 w 2641670"/>
              <a:gd name="connsiteY5" fmla="*/ 0 h 1039963"/>
              <a:gd name="connsiteX6" fmla="*/ 2641670 w 2641670"/>
              <a:gd name="connsiteY6" fmla="*/ 806400 h 1039963"/>
              <a:gd name="connsiteX7" fmla="*/ 0 w 2641670"/>
              <a:gd name="connsiteY7" fmla="*/ 806400 h 1039963"/>
              <a:gd name="connsiteX8" fmla="*/ 0 w 2641670"/>
              <a:gd name="connsiteY8" fmla="*/ 385085 h 1039963"/>
              <a:gd name="connsiteX9" fmla="*/ 19722 w 2641670"/>
              <a:gd name="connsiteY9" fmla="*/ 414440 h 1039963"/>
              <a:gd name="connsiteX10" fmla="*/ 221043 w 2641670"/>
              <a:gd name="connsiteY10" fmla="*/ 498128 h 1039963"/>
              <a:gd name="connsiteX11" fmla="*/ 505754 w 2641670"/>
              <a:gd name="connsiteY11" fmla="*/ 212400 h 1039963"/>
              <a:gd name="connsiteX12" fmla="*/ 422364 w 2641670"/>
              <a:gd name="connsiteY12" fmla="*/ 10360 h 103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41670" h="1039963">
                <a:moveTo>
                  <a:pt x="2362" y="806763"/>
                </a:moveTo>
                <a:lnTo>
                  <a:pt x="2641586" y="806763"/>
                </a:lnTo>
                <a:lnTo>
                  <a:pt x="2641586" y="1039963"/>
                </a:lnTo>
                <a:lnTo>
                  <a:pt x="2362" y="1039963"/>
                </a:lnTo>
                <a:close/>
                <a:moveTo>
                  <a:pt x="409853" y="0"/>
                </a:moveTo>
                <a:lnTo>
                  <a:pt x="2641670" y="0"/>
                </a:lnTo>
                <a:lnTo>
                  <a:pt x="2641670" y="806400"/>
                </a:lnTo>
                <a:lnTo>
                  <a:pt x="0" y="806400"/>
                </a:lnTo>
                <a:lnTo>
                  <a:pt x="0" y="385085"/>
                </a:lnTo>
                <a:lnTo>
                  <a:pt x="19722" y="414440"/>
                </a:lnTo>
                <a:cubicBezTo>
                  <a:pt x="71245" y="466147"/>
                  <a:pt x="142422" y="498128"/>
                  <a:pt x="221043" y="498128"/>
                </a:cubicBezTo>
                <a:cubicBezTo>
                  <a:pt x="378284" y="498128"/>
                  <a:pt x="505754" y="370203"/>
                  <a:pt x="505754" y="212400"/>
                </a:cubicBezTo>
                <a:cubicBezTo>
                  <a:pt x="505754" y="133499"/>
                  <a:pt x="473887" y="62067"/>
                  <a:pt x="422364" y="10360"/>
                </a:cubicBezTo>
                <a:close/>
              </a:path>
            </a:pathLst>
          </a:custGeom>
          <a:pattFill prst="dkDnDiag">
            <a:fgClr>
              <a:schemeClr val="bg2"/>
            </a:fgClr>
            <a:bgClr>
              <a:schemeClr val="bg1"/>
            </a:bgClr>
          </a:pattFill>
          <a:ln w="9525" cap="flat" cmpd="sng" algn="ctr">
            <a:noFill/>
            <a:prstDash val="solid"/>
            <a:round/>
            <a:headEnd type="none" w="med" len="med"/>
            <a:tailEnd type="none" w="med" len="med"/>
          </a:ln>
          <a:effectLst/>
        </p:spPr>
        <p:txBody>
          <a:bodyPr vert="horz" wrap="square" lIns="612000" tIns="108000" rIns="36000" bIns="108000" numCol="1" rtlCol="0" anchor="ctr" anchorCtr="0" compatLnSpc="1">
            <a:prstTxWarp prst="textNoShape">
              <a:avLst/>
            </a:prstTxWarp>
            <a:noAutofit/>
          </a:bodyPr>
          <a:lstStyle/>
          <a:p>
            <a:pPr marL="171450" indent="-171450" defTabSz="914400" fontAlgn="base">
              <a:spcBef>
                <a:spcPct val="0"/>
              </a:spcBef>
              <a:spcAft>
                <a:spcPct val="0"/>
              </a:spcAft>
              <a:buFont typeface="Arial" panose="020B0604020202020204" pitchFamily="34" charset="0"/>
              <a:buChar char="•"/>
            </a:pPr>
            <a:r>
              <a:rPr lang="en-US" sz="1200" noProof="0">
                <a:solidFill>
                  <a:srgbClr val="000000"/>
                </a:solidFill>
                <a:latin typeface="+mj-lt"/>
                <a:cs typeface="Arial" pitchFamily="34" charset="0"/>
              </a:rPr>
              <a:t>Transaction costs hurt the performance most (</a:t>
            </a:r>
            <a:r>
              <a:rPr lang="en-US" sz="1200" b="1" noProof="0">
                <a:solidFill>
                  <a:srgbClr val="000000"/>
                </a:solidFill>
                <a:latin typeface="+mj-lt"/>
                <a:cs typeface="Arial" pitchFamily="34" charset="0"/>
              </a:rPr>
              <a:t>high turnover</a:t>
            </a:r>
            <a:r>
              <a:rPr lang="en-US" sz="1200" noProof="0">
                <a:solidFill>
                  <a:srgbClr val="000000"/>
                </a:solidFill>
                <a:latin typeface="+mj-lt"/>
                <a:cs typeface="Arial" pitchFamily="34" charset="0"/>
              </a:rPr>
              <a:t>).</a:t>
            </a:r>
          </a:p>
          <a:p>
            <a:pPr marL="171450" indent="-171450" fontAlgn="base">
              <a:spcBef>
                <a:spcPct val="0"/>
              </a:spcBef>
              <a:spcAft>
                <a:spcPct val="0"/>
              </a:spcAft>
              <a:buFont typeface="Arial" panose="020B0604020202020204" pitchFamily="34" charset="0"/>
              <a:buChar char="•"/>
            </a:pPr>
            <a:r>
              <a:rPr lang="en-US" sz="1200" noProof="0">
                <a:solidFill>
                  <a:srgbClr val="000000"/>
                </a:solidFill>
                <a:latin typeface="+mj-lt"/>
                <a:cs typeface="Arial" pitchFamily="34" charset="0"/>
              </a:rPr>
              <a:t>Shorting costs seem to be manageable.</a:t>
            </a:r>
          </a:p>
        </p:txBody>
      </p:sp>
      <p:sp>
        <p:nvSpPr>
          <p:cNvPr id="25" name="Rectangle 24">
            <a:extLst>
              <a:ext uri="{FF2B5EF4-FFF2-40B4-BE49-F238E27FC236}">
                <a16:creationId xmlns:a16="http://schemas.microsoft.com/office/drawing/2014/main" id="{137EBE8F-5067-00E1-7527-AB878CEE32F8}"/>
              </a:ext>
            </a:extLst>
          </p:cNvPr>
          <p:cNvSpPr/>
          <p:nvPr/>
        </p:nvSpPr>
        <p:spPr>
          <a:xfrm>
            <a:off x="9151265" y="5016501"/>
            <a:ext cx="2641669" cy="1097279"/>
          </a:xfrm>
          <a:prstGeom prst="rect">
            <a:avLst/>
          </a:prstGeom>
          <a:pattFill prst="dkDnDiag">
            <a:fgClr>
              <a:schemeClr val="bg2"/>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6" name="Oval 25">
            <a:extLst>
              <a:ext uri="{FF2B5EF4-FFF2-40B4-BE49-F238E27FC236}">
                <a16:creationId xmlns:a16="http://schemas.microsoft.com/office/drawing/2014/main" id="{6C975A31-2DC4-BF97-3487-54061163C704}"/>
              </a:ext>
            </a:extLst>
          </p:cNvPr>
          <p:cNvSpPr/>
          <p:nvPr/>
        </p:nvSpPr>
        <p:spPr>
          <a:xfrm>
            <a:off x="9089689" y="4947079"/>
            <a:ext cx="564997" cy="56499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27" name="Graphic 57" descr="Badge Unfollow with solid fill">
            <a:extLst>
              <a:ext uri="{FF2B5EF4-FFF2-40B4-BE49-F238E27FC236}">
                <a16:creationId xmlns:a16="http://schemas.microsoft.com/office/drawing/2014/main" id="{D76F59B8-F95E-3BD9-BEA0-68476B2F779B}"/>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9160342" y="5017178"/>
            <a:ext cx="424800" cy="424800"/>
          </a:xfrm>
          <a:prstGeom prst="rect">
            <a:avLst/>
          </a:prstGeom>
        </p:spPr>
      </p:pic>
      <p:sp>
        <p:nvSpPr>
          <p:cNvPr id="28" name="Freeform: Shape 70">
            <a:extLst>
              <a:ext uri="{FF2B5EF4-FFF2-40B4-BE49-F238E27FC236}">
                <a16:creationId xmlns:a16="http://schemas.microsoft.com/office/drawing/2014/main" id="{81CCC243-8FEE-462C-3553-823316EE9AD4}"/>
              </a:ext>
            </a:extLst>
          </p:cNvPr>
          <p:cNvSpPr/>
          <p:nvPr/>
        </p:nvSpPr>
        <p:spPr bwMode="auto">
          <a:xfrm>
            <a:off x="9151976" y="5016499"/>
            <a:ext cx="2641670" cy="1234440"/>
          </a:xfrm>
          <a:custGeom>
            <a:avLst/>
            <a:gdLst>
              <a:gd name="connsiteX0" fmla="*/ 2362 w 2641670"/>
              <a:gd name="connsiteY0" fmla="*/ 806763 h 1039963"/>
              <a:gd name="connsiteX1" fmla="*/ 2641586 w 2641670"/>
              <a:gd name="connsiteY1" fmla="*/ 806763 h 1039963"/>
              <a:gd name="connsiteX2" fmla="*/ 2641586 w 2641670"/>
              <a:gd name="connsiteY2" fmla="*/ 1039963 h 1039963"/>
              <a:gd name="connsiteX3" fmla="*/ 2362 w 2641670"/>
              <a:gd name="connsiteY3" fmla="*/ 1039963 h 1039963"/>
              <a:gd name="connsiteX4" fmla="*/ 409853 w 2641670"/>
              <a:gd name="connsiteY4" fmla="*/ 0 h 1039963"/>
              <a:gd name="connsiteX5" fmla="*/ 2641670 w 2641670"/>
              <a:gd name="connsiteY5" fmla="*/ 0 h 1039963"/>
              <a:gd name="connsiteX6" fmla="*/ 2641670 w 2641670"/>
              <a:gd name="connsiteY6" fmla="*/ 806400 h 1039963"/>
              <a:gd name="connsiteX7" fmla="*/ 0 w 2641670"/>
              <a:gd name="connsiteY7" fmla="*/ 806400 h 1039963"/>
              <a:gd name="connsiteX8" fmla="*/ 0 w 2641670"/>
              <a:gd name="connsiteY8" fmla="*/ 385085 h 1039963"/>
              <a:gd name="connsiteX9" fmla="*/ 19722 w 2641670"/>
              <a:gd name="connsiteY9" fmla="*/ 414440 h 1039963"/>
              <a:gd name="connsiteX10" fmla="*/ 221043 w 2641670"/>
              <a:gd name="connsiteY10" fmla="*/ 498128 h 1039963"/>
              <a:gd name="connsiteX11" fmla="*/ 505754 w 2641670"/>
              <a:gd name="connsiteY11" fmla="*/ 212400 h 1039963"/>
              <a:gd name="connsiteX12" fmla="*/ 422364 w 2641670"/>
              <a:gd name="connsiteY12" fmla="*/ 10360 h 103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41670" h="1039963">
                <a:moveTo>
                  <a:pt x="2362" y="806763"/>
                </a:moveTo>
                <a:lnTo>
                  <a:pt x="2641586" y="806763"/>
                </a:lnTo>
                <a:lnTo>
                  <a:pt x="2641586" y="1039963"/>
                </a:lnTo>
                <a:lnTo>
                  <a:pt x="2362" y="1039963"/>
                </a:lnTo>
                <a:close/>
                <a:moveTo>
                  <a:pt x="409853" y="0"/>
                </a:moveTo>
                <a:lnTo>
                  <a:pt x="2641670" y="0"/>
                </a:lnTo>
                <a:lnTo>
                  <a:pt x="2641670" y="806400"/>
                </a:lnTo>
                <a:lnTo>
                  <a:pt x="0" y="806400"/>
                </a:lnTo>
                <a:lnTo>
                  <a:pt x="0" y="385085"/>
                </a:lnTo>
                <a:lnTo>
                  <a:pt x="19722" y="414440"/>
                </a:lnTo>
                <a:cubicBezTo>
                  <a:pt x="71245" y="466147"/>
                  <a:pt x="142422" y="498128"/>
                  <a:pt x="221043" y="498128"/>
                </a:cubicBezTo>
                <a:cubicBezTo>
                  <a:pt x="378284" y="498128"/>
                  <a:pt x="505754" y="370203"/>
                  <a:pt x="505754" y="212400"/>
                </a:cubicBezTo>
                <a:cubicBezTo>
                  <a:pt x="505754" y="133499"/>
                  <a:pt x="473887" y="62067"/>
                  <a:pt x="422364" y="10360"/>
                </a:cubicBezTo>
                <a:close/>
              </a:path>
            </a:pathLst>
          </a:custGeom>
          <a:pattFill prst="dkDnDiag">
            <a:fgClr>
              <a:schemeClr val="bg2"/>
            </a:fgClr>
            <a:bgClr>
              <a:schemeClr val="bg1"/>
            </a:bgClr>
          </a:pattFill>
          <a:ln w="9525" cap="flat" cmpd="sng" algn="ctr">
            <a:noFill/>
            <a:prstDash val="solid"/>
            <a:round/>
            <a:headEnd type="none" w="med" len="med"/>
            <a:tailEnd type="none" w="med" len="med"/>
          </a:ln>
          <a:effectLst/>
        </p:spPr>
        <p:txBody>
          <a:bodyPr vert="horz" wrap="square" lIns="612000" tIns="108000" rIns="36000" bIns="108000" numCol="1" rtlCol="0" anchor="ctr" anchorCtr="0" compatLnSpc="1">
            <a:prstTxWarp prst="textNoShape">
              <a:avLst/>
            </a:prstTxWarp>
            <a:noAutofit/>
          </a:bodyPr>
          <a:lstStyle/>
          <a:p>
            <a:pPr marL="171450" indent="-171450" fontAlgn="base">
              <a:spcBef>
                <a:spcPct val="0"/>
              </a:spcBef>
              <a:spcAft>
                <a:spcPct val="0"/>
              </a:spcAft>
              <a:buFont typeface="Arial" panose="020B0604020202020204" pitchFamily="34" charset="0"/>
              <a:buChar char="•"/>
            </a:pPr>
            <a:r>
              <a:rPr lang="en-US" sz="1200" noProof="0">
                <a:solidFill>
                  <a:srgbClr val="000000"/>
                </a:solidFill>
                <a:latin typeface="+mj-lt"/>
                <a:cs typeface="Arial" pitchFamily="34" charset="0"/>
              </a:rPr>
              <a:t>After all frictions, the </a:t>
            </a:r>
            <a:r>
              <a:rPr lang="en-US" sz="1200" b="1" noProof="0">
                <a:solidFill>
                  <a:srgbClr val="000000"/>
                </a:solidFill>
                <a:latin typeface="+mj-lt"/>
                <a:cs typeface="Arial" pitchFamily="34" charset="0"/>
              </a:rPr>
              <a:t>Sharpe ratio decreases to 0.2</a:t>
            </a:r>
            <a:r>
              <a:rPr lang="en-US" sz="1200" noProof="0">
                <a:solidFill>
                  <a:srgbClr val="000000"/>
                </a:solidFill>
                <a:latin typeface="+mj-lt"/>
                <a:cs typeface="Arial" pitchFamily="34" charset="0"/>
              </a:rPr>
              <a:t>.</a:t>
            </a:r>
          </a:p>
          <a:p>
            <a:pPr marL="171450" indent="-171450" defTabSz="914400" fontAlgn="base">
              <a:spcBef>
                <a:spcPct val="0"/>
              </a:spcBef>
              <a:spcAft>
                <a:spcPct val="0"/>
              </a:spcAft>
              <a:buFont typeface="Arial" panose="020B0604020202020204" pitchFamily="34" charset="0"/>
              <a:buChar char="•"/>
            </a:pPr>
            <a:r>
              <a:rPr lang="en-US" sz="1200" noProof="0">
                <a:solidFill>
                  <a:srgbClr val="000000"/>
                </a:solidFill>
                <a:latin typeface="+mj-lt"/>
                <a:cs typeface="Arial" pitchFamily="34" charset="0"/>
              </a:rPr>
              <a:t>Post-2000 the strategy performance flats out.</a:t>
            </a:r>
          </a:p>
        </p:txBody>
      </p:sp>
    </p:spTree>
    <p:extLst>
      <p:ext uri="{BB962C8B-B14F-4D97-AF65-F5344CB8AC3E}">
        <p14:creationId xmlns:p14="http://schemas.microsoft.com/office/powerpoint/2010/main" val="37513147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7286C-ACBA-EDCD-45D6-349DABB9E7E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139DFE4-9A3C-2A2D-D5B6-FAEA3F08E51B}"/>
              </a:ext>
            </a:extLst>
          </p:cNvPr>
          <p:cNvSpPr>
            <a:spLocks noGrp="1"/>
          </p:cNvSpPr>
          <p:nvPr>
            <p:ph type="body" sz="quarter" idx="13"/>
          </p:nvPr>
        </p:nvSpPr>
        <p:spPr/>
        <p:txBody>
          <a:bodyPr/>
          <a:lstStyle/>
          <a:p>
            <a:r>
              <a:rPr lang="en-US" noProof="0"/>
              <a:t>Part 2 (Single-stock level) – Replication, Net Positions, Frictions</a:t>
            </a:r>
          </a:p>
        </p:txBody>
      </p:sp>
      <p:sp>
        <p:nvSpPr>
          <p:cNvPr id="4" name="Rectangle 3">
            <a:extLst>
              <a:ext uri="{FF2B5EF4-FFF2-40B4-BE49-F238E27FC236}">
                <a16:creationId xmlns:a16="http://schemas.microsoft.com/office/drawing/2014/main" id="{62ADB16D-62AD-4A47-9D38-C28B2086D667}"/>
              </a:ext>
            </a:extLst>
          </p:cNvPr>
          <p:cNvSpPr/>
          <p:nvPr/>
        </p:nvSpPr>
        <p:spPr>
          <a:xfrm>
            <a:off x="391886" y="881744"/>
            <a:ext cx="1137513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Limited number of positions – (Top </a:t>
            </a:r>
            <a:r>
              <a:rPr lang="en-US" b="1" noProof="0">
                <a:solidFill>
                  <a:schemeClr val="bg1"/>
                </a:solidFill>
              </a:rPr>
              <a:t>5</a:t>
            </a:r>
            <a:r>
              <a:rPr lang="en-US" sz="1800" b="1" noProof="0">
                <a:solidFill>
                  <a:schemeClr val="bg1"/>
                </a:solidFill>
              </a:rPr>
              <a:t>% long-short)</a:t>
            </a:r>
          </a:p>
        </p:txBody>
      </p:sp>
      <p:pic>
        <p:nvPicPr>
          <p:cNvPr id="10" name="Picture 9">
            <a:extLst>
              <a:ext uri="{FF2B5EF4-FFF2-40B4-BE49-F238E27FC236}">
                <a16:creationId xmlns:a16="http://schemas.microsoft.com/office/drawing/2014/main" id="{F21E8C80-874D-2446-42FD-2392D106302F}"/>
              </a:ext>
            </a:extLst>
          </p:cNvPr>
          <p:cNvPicPr>
            <a:picLocks noChangeAspect="1"/>
          </p:cNvPicPr>
          <p:nvPr/>
        </p:nvPicPr>
        <p:blipFill>
          <a:blip r:embed="rId2"/>
          <a:stretch>
            <a:fillRect/>
          </a:stretch>
        </p:blipFill>
        <p:spPr>
          <a:xfrm>
            <a:off x="391886" y="1802489"/>
            <a:ext cx="7395563" cy="4572000"/>
          </a:xfrm>
          <a:prstGeom prst="rect">
            <a:avLst/>
          </a:prstGeom>
        </p:spPr>
      </p:pic>
      <p:cxnSp>
        <p:nvCxnSpPr>
          <p:cNvPr id="21" name="Gerader Verbinder 11">
            <a:extLst>
              <a:ext uri="{FF2B5EF4-FFF2-40B4-BE49-F238E27FC236}">
                <a16:creationId xmlns:a16="http://schemas.microsoft.com/office/drawing/2014/main" id="{89A47C35-AAC3-F419-B8EC-D8CCFC5020FB}"/>
              </a:ext>
            </a:extLst>
          </p:cNvPr>
          <p:cNvCxnSpPr>
            <a:cxnSpLocks/>
          </p:cNvCxnSpPr>
          <p:nvPr/>
        </p:nvCxnSpPr>
        <p:spPr bwMode="auto">
          <a:xfrm>
            <a:off x="8705741" y="3024996"/>
            <a:ext cx="0" cy="3287629"/>
          </a:xfrm>
          <a:prstGeom prst="line">
            <a:avLst/>
          </a:prstGeom>
          <a:noFill/>
          <a:ln w="19050" cap="flat" cmpd="sng" algn="ctr">
            <a:solidFill>
              <a:schemeClr val="accent1"/>
            </a:solidFill>
            <a:prstDash val="solid"/>
            <a:round/>
            <a:headEnd type="none" w="med" len="med"/>
            <a:tailEnd type="none" w="med" len="med"/>
          </a:ln>
          <a:effectLst/>
        </p:spPr>
      </p:cxnSp>
      <p:grpSp>
        <p:nvGrpSpPr>
          <p:cNvPr id="22" name="Group 14">
            <a:extLst>
              <a:ext uri="{FF2B5EF4-FFF2-40B4-BE49-F238E27FC236}">
                <a16:creationId xmlns:a16="http://schemas.microsoft.com/office/drawing/2014/main" id="{FB70365A-D9C5-4152-3D42-0B984E5FB4B8}"/>
              </a:ext>
            </a:extLst>
          </p:cNvPr>
          <p:cNvGrpSpPr/>
          <p:nvPr/>
        </p:nvGrpSpPr>
        <p:grpSpPr>
          <a:xfrm>
            <a:off x="8514375" y="3826424"/>
            <a:ext cx="365758" cy="565002"/>
            <a:chOff x="10190945" y="6120701"/>
            <a:chExt cx="365758" cy="788721"/>
          </a:xfrm>
        </p:grpSpPr>
        <p:sp>
          <p:nvSpPr>
            <p:cNvPr id="23" name="Oval 6">
              <a:extLst>
                <a:ext uri="{FF2B5EF4-FFF2-40B4-BE49-F238E27FC236}">
                  <a16:creationId xmlns:a16="http://schemas.microsoft.com/office/drawing/2014/main" id="{DB969CCC-D107-A9A7-6761-C53DA9E62A25}"/>
                </a:ext>
              </a:extLst>
            </p:cNvPr>
            <p:cNvSpPr/>
            <p:nvPr/>
          </p:nvSpPr>
          <p:spPr bwMode="auto">
            <a:xfrm flipV="1">
              <a:off x="10190945" y="6120701"/>
              <a:ext cx="365758" cy="788721"/>
            </a:xfrm>
            <a:prstGeom prst="ellipse">
              <a:avLst/>
            </a:prstGeom>
            <a:solidFill>
              <a:schemeClr val="bg1"/>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pic>
          <p:nvPicPr>
            <p:cNvPr id="24" name="Grafik 12" descr="Caretzeichen nach rechts mit einfarbiger Füllung">
              <a:extLst>
                <a:ext uri="{FF2B5EF4-FFF2-40B4-BE49-F238E27FC236}">
                  <a16:creationId xmlns:a16="http://schemas.microsoft.com/office/drawing/2014/main" id="{AC4DD292-1BEE-718D-E3FF-E0C28EE902B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31915" y="6124325"/>
              <a:ext cx="311637" cy="785097"/>
            </a:xfrm>
            <a:prstGeom prst="rect">
              <a:avLst/>
            </a:prstGeom>
          </p:spPr>
        </p:pic>
      </p:grpSp>
      <p:graphicFrame>
        <p:nvGraphicFramePr>
          <p:cNvPr id="25" name="Table 6">
            <a:extLst>
              <a:ext uri="{FF2B5EF4-FFF2-40B4-BE49-F238E27FC236}">
                <a16:creationId xmlns:a16="http://schemas.microsoft.com/office/drawing/2014/main" id="{02F214E6-D6E1-DFBD-A5FF-F197CDB797C7}"/>
              </a:ext>
            </a:extLst>
          </p:cNvPr>
          <p:cNvGraphicFramePr>
            <a:graphicFrameLocks noGrp="1"/>
          </p:cNvGraphicFramePr>
          <p:nvPr>
            <p:extLst>
              <p:ext uri="{D42A27DB-BD31-4B8C-83A1-F6EECF244321}">
                <p14:modId xmlns:p14="http://schemas.microsoft.com/office/powerpoint/2010/main" val="4007256110"/>
              </p:ext>
            </p:extLst>
          </p:nvPr>
        </p:nvGraphicFramePr>
        <p:xfrm>
          <a:off x="6729984" y="1499616"/>
          <a:ext cx="5033170" cy="1097280"/>
        </p:xfrm>
        <a:graphic>
          <a:graphicData uri="http://schemas.openxmlformats.org/drawingml/2006/table">
            <a:tbl>
              <a:tblPr firstRow="1" bandRow="1"/>
              <a:tblGrid>
                <a:gridCol w="1417138">
                  <a:extLst>
                    <a:ext uri="{9D8B030D-6E8A-4147-A177-3AD203B41FA5}">
                      <a16:colId xmlns:a16="http://schemas.microsoft.com/office/drawing/2014/main" val="3427500251"/>
                    </a:ext>
                  </a:extLst>
                </a:gridCol>
                <a:gridCol w="1046907">
                  <a:extLst>
                    <a:ext uri="{9D8B030D-6E8A-4147-A177-3AD203B41FA5}">
                      <a16:colId xmlns:a16="http://schemas.microsoft.com/office/drawing/2014/main" val="2257559391"/>
                    </a:ext>
                  </a:extLst>
                </a:gridCol>
                <a:gridCol w="1367454">
                  <a:extLst>
                    <a:ext uri="{9D8B030D-6E8A-4147-A177-3AD203B41FA5}">
                      <a16:colId xmlns:a16="http://schemas.microsoft.com/office/drawing/2014/main" val="2432520645"/>
                    </a:ext>
                  </a:extLst>
                </a:gridCol>
                <a:gridCol w="1201671">
                  <a:extLst>
                    <a:ext uri="{9D8B030D-6E8A-4147-A177-3AD203B41FA5}">
                      <a16:colId xmlns:a16="http://schemas.microsoft.com/office/drawing/2014/main" val="1122700182"/>
                    </a:ext>
                  </a:extLst>
                </a:gridCol>
              </a:tblGrid>
              <a:tr h="272898">
                <a:tc>
                  <a:txBody>
                    <a:bodyPr/>
                    <a:lstStyle>
                      <a:lvl1pPr marL="0" algn="l" defTabSz="914400" rtl="0" eaLnBrk="1" latinLnBrk="0" hangingPunct="1">
                        <a:defRPr sz="1800" b="1" kern="1200">
                          <a:solidFill>
                            <a:schemeClr val="lt1"/>
                          </a:solidFill>
                          <a:latin typeface="Arial"/>
                          <a:cs typeface="Arial"/>
                        </a:defRPr>
                      </a:lvl1pPr>
                      <a:lvl2pPr marL="457200" algn="l" defTabSz="914400" rtl="0" eaLnBrk="1" latinLnBrk="0" hangingPunct="1">
                        <a:defRPr sz="1800" b="1" kern="1200">
                          <a:solidFill>
                            <a:schemeClr val="lt1"/>
                          </a:solidFill>
                          <a:latin typeface="Arial"/>
                          <a:cs typeface="Arial"/>
                        </a:defRPr>
                      </a:lvl2pPr>
                      <a:lvl3pPr marL="914400" algn="l" defTabSz="914400" rtl="0" eaLnBrk="1" latinLnBrk="0" hangingPunct="1">
                        <a:defRPr sz="1800" b="1" kern="1200">
                          <a:solidFill>
                            <a:schemeClr val="lt1"/>
                          </a:solidFill>
                          <a:latin typeface="Arial"/>
                          <a:cs typeface="Arial"/>
                        </a:defRPr>
                      </a:lvl3pPr>
                      <a:lvl4pPr marL="1371600" algn="l" defTabSz="914400" rtl="0" eaLnBrk="1" latinLnBrk="0" hangingPunct="1">
                        <a:defRPr sz="1800" b="1" kern="1200">
                          <a:solidFill>
                            <a:schemeClr val="lt1"/>
                          </a:solidFill>
                          <a:latin typeface="Arial"/>
                          <a:cs typeface="Arial"/>
                        </a:defRPr>
                      </a:lvl4pPr>
                      <a:lvl5pPr marL="1828800" algn="l" defTabSz="914400" rtl="0" eaLnBrk="1" latinLnBrk="0" hangingPunct="1">
                        <a:defRPr sz="1800" b="1" kern="1200">
                          <a:solidFill>
                            <a:schemeClr val="lt1"/>
                          </a:solidFill>
                          <a:latin typeface="Arial"/>
                          <a:cs typeface="Arial"/>
                        </a:defRPr>
                      </a:lvl5pPr>
                      <a:lvl6pPr marL="2286000" algn="l" defTabSz="914400" rtl="0" eaLnBrk="1" latinLnBrk="0" hangingPunct="1">
                        <a:defRPr sz="1800" b="1" kern="1200">
                          <a:solidFill>
                            <a:schemeClr val="lt1"/>
                          </a:solidFill>
                          <a:latin typeface="Arial"/>
                          <a:cs typeface="Arial"/>
                        </a:defRPr>
                      </a:lvl6pPr>
                      <a:lvl7pPr marL="2743200" algn="l" defTabSz="914400" rtl="0" eaLnBrk="1" latinLnBrk="0" hangingPunct="1">
                        <a:defRPr sz="1800" b="1" kern="1200">
                          <a:solidFill>
                            <a:schemeClr val="lt1"/>
                          </a:solidFill>
                          <a:latin typeface="Arial"/>
                          <a:cs typeface="Arial"/>
                        </a:defRPr>
                      </a:lvl7pPr>
                      <a:lvl8pPr marL="3200400" algn="l" defTabSz="914400" rtl="0" eaLnBrk="1" latinLnBrk="0" hangingPunct="1">
                        <a:defRPr sz="1800" b="1" kern="1200">
                          <a:solidFill>
                            <a:schemeClr val="lt1"/>
                          </a:solidFill>
                          <a:latin typeface="Arial"/>
                          <a:cs typeface="Arial"/>
                        </a:defRPr>
                      </a:lvl8pPr>
                      <a:lvl9pPr marL="3657600" algn="l" defTabSz="914400" rtl="0" eaLnBrk="1" latinLnBrk="0" hangingPunct="1">
                        <a:defRPr sz="1800" b="1" kern="1200">
                          <a:solidFill>
                            <a:schemeClr val="lt1"/>
                          </a:solidFill>
                          <a:latin typeface="Arial"/>
                          <a:cs typeface="Arial"/>
                        </a:defRPr>
                      </a:lvl9pPr>
                    </a:lstStyle>
                    <a:p>
                      <a:pPr algn="ctr" rtl="0"/>
                      <a:r>
                        <a:rPr lang="en-US" sz="1200" noProof="0">
                          <a:latin typeface="Century Gothic (Headings)"/>
                          <a:cs typeface="Arial"/>
                        </a:rPr>
                        <a:t>Strategy Metrics</a:t>
                      </a:r>
                      <a:endParaRPr lang="en-US" sz="1200" noProof="0">
                        <a:latin typeface="Century Gothic (Headings)"/>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B2B65"/>
                    </a:solidFill>
                  </a:tcPr>
                </a:tc>
                <a:tc>
                  <a:txBody>
                    <a:bodyPr/>
                    <a:lstStyle>
                      <a:lvl1pPr marL="0" algn="l" defTabSz="914400" rtl="0" eaLnBrk="1" latinLnBrk="0" hangingPunct="1">
                        <a:defRPr sz="1800" b="1" kern="1200">
                          <a:solidFill>
                            <a:schemeClr val="lt1"/>
                          </a:solidFill>
                          <a:latin typeface="Arial"/>
                          <a:cs typeface="Arial"/>
                        </a:defRPr>
                      </a:lvl1pPr>
                      <a:lvl2pPr marL="457200" algn="l" defTabSz="914400" rtl="0" eaLnBrk="1" latinLnBrk="0" hangingPunct="1">
                        <a:defRPr sz="1800" b="1" kern="1200">
                          <a:solidFill>
                            <a:schemeClr val="lt1"/>
                          </a:solidFill>
                          <a:latin typeface="Arial"/>
                          <a:cs typeface="Arial"/>
                        </a:defRPr>
                      </a:lvl2pPr>
                      <a:lvl3pPr marL="914400" algn="l" defTabSz="914400" rtl="0" eaLnBrk="1" latinLnBrk="0" hangingPunct="1">
                        <a:defRPr sz="1800" b="1" kern="1200">
                          <a:solidFill>
                            <a:schemeClr val="lt1"/>
                          </a:solidFill>
                          <a:latin typeface="Arial"/>
                          <a:cs typeface="Arial"/>
                        </a:defRPr>
                      </a:lvl3pPr>
                      <a:lvl4pPr marL="1371600" algn="l" defTabSz="914400" rtl="0" eaLnBrk="1" latinLnBrk="0" hangingPunct="1">
                        <a:defRPr sz="1800" b="1" kern="1200">
                          <a:solidFill>
                            <a:schemeClr val="lt1"/>
                          </a:solidFill>
                          <a:latin typeface="Arial"/>
                          <a:cs typeface="Arial"/>
                        </a:defRPr>
                      </a:lvl4pPr>
                      <a:lvl5pPr marL="1828800" algn="l" defTabSz="914400" rtl="0" eaLnBrk="1" latinLnBrk="0" hangingPunct="1">
                        <a:defRPr sz="1800" b="1" kern="1200">
                          <a:solidFill>
                            <a:schemeClr val="lt1"/>
                          </a:solidFill>
                          <a:latin typeface="Arial"/>
                          <a:cs typeface="Arial"/>
                        </a:defRPr>
                      </a:lvl5pPr>
                      <a:lvl6pPr marL="2286000" algn="l" defTabSz="914400" rtl="0" eaLnBrk="1" latinLnBrk="0" hangingPunct="1">
                        <a:defRPr sz="1800" b="1" kern="1200">
                          <a:solidFill>
                            <a:schemeClr val="lt1"/>
                          </a:solidFill>
                          <a:latin typeface="Arial"/>
                          <a:cs typeface="Arial"/>
                        </a:defRPr>
                      </a:lvl6pPr>
                      <a:lvl7pPr marL="2743200" algn="l" defTabSz="914400" rtl="0" eaLnBrk="1" latinLnBrk="0" hangingPunct="1">
                        <a:defRPr sz="1800" b="1" kern="1200">
                          <a:solidFill>
                            <a:schemeClr val="lt1"/>
                          </a:solidFill>
                          <a:latin typeface="Arial"/>
                          <a:cs typeface="Arial"/>
                        </a:defRPr>
                      </a:lvl7pPr>
                      <a:lvl8pPr marL="3200400" algn="l" defTabSz="914400" rtl="0" eaLnBrk="1" latinLnBrk="0" hangingPunct="1">
                        <a:defRPr sz="1800" b="1" kern="1200">
                          <a:solidFill>
                            <a:schemeClr val="lt1"/>
                          </a:solidFill>
                          <a:latin typeface="Arial"/>
                          <a:cs typeface="Arial"/>
                        </a:defRPr>
                      </a:lvl8pPr>
                      <a:lvl9pPr marL="3657600" algn="l" defTabSz="914400" rtl="0" eaLnBrk="1" latinLnBrk="0" hangingPunct="1">
                        <a:defRPr sz="1800" b="1" kern="1200">
                          <a:solidFill>
                            <a:schemeClr val="lt1"/>
                          </a:solidFill>
                          <a:latin typeface="Arial"/>
                          <a:cs typeface="Arial"/>
                        </a:defRPr>
                      </a:lvl9pPr>
                    </a:lstStyle>
                    <a:p>
                      <a:pPr algn="ctr" rtl="0"/>
                      <a:r>
                        <a:rPr lang="en-US" sz="1200" noProof="0">
                          <a:latin typeface="Century Gothic (Headings)"/>
                          <a:cs typeface="Arial"/>
                        </a:rPr>
                        <a:t>Theoretical</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B2B65"/>
                    </a:solidFill>
                  </a:tcPr>
                </a:tc>
                <a:tc>
                  <a:txBody>
                    <a:bodyPr/>
                    <a:lstStyle>
                      <a:lvl1pPr marL="0" algn="l" defTabSz="914400" rtl="0" eaLnBrk="1" latinLnBrk="0" hangingPunct="1">
                        <a:defRPr sz="1800" b="1" kern="1200">
                          <a:solidFill>
                            <a:schemeClr val="lt1"/>
                          </a:solidFill>
                          <a:latin typeface="Arial"/>
                          <a:cs typeface="Arial"/>
                        </a:defRPr>
                      </a:lvl1pPr>
                      <a:lvl2pPr marL="457200" algn="l" defTabSz="914400" rtl="0" eaLnBrk="1" latinLnBrk="0" hangingPunct="1">
                        <a:defRPr sz="1800" b="1" kern="1200">
                          <a:solidFill>
                            <a:schemeClr val="lt1"/>
                          </a:solidFill>
                          <a:latin typeface="Arial"/>
                          <a:cs typeface="Arial"/>
                        </a:defRPr>
                      </a:lvl2pPr>
                      <a:lvl3pPr marL="914400" algn="l" defTabSz="914400" rtl="0" eaLnBrk="1" latinLnBrk="0" hangingPunct="1">
                        <a:defRPr sz="1800" b="1" kern="1200">
                          <a:solidFill>
                            <a:schemeClr val="lt1"/>
                          </a:solidFill>
                          <a:latin typeface="Arial"/>
                          <a:cs typeface="Arial"/>
                        </a:defRPr>
                      </a:lvl3pPr>
                      <a:lvl4pPr marL="1371600" algn="l" defTabSz="914400" rtl="0" eaLnBrk="1" latinLnBrk="0" hangingPunct="1">
                        <a:defRPr sz="1800" b="1" kern="1200">
                          <a:solidFill>
                            <a:schemeClr val="lt1"/>
                          </a:solidFill>
                          <a:latin typeface="Arial"/>
                          <a:cs typeface="Arial"/>
                        </a:defRPr>
                      </a:lvl4pPr>
                      <a:lvl5pPr marL="1828800" algn="l" defTabSz="914400" rtl="0" eaLnBrk="1" latinLnBrk="0" hangingPunct="1">
                        <a:defRPr sz="1800" b="1" kern="1200">
                          <a:solidFill>
                            <a:schemeClr val="lt1"/>
                          </a:solidFill>
                          <a:latin typeface="Arial"/>
                          <a:cs typeface="Arial"/>
                        </a:defRPr>
                      </a:lvl5pPr>
                      <a:lvl6pPr marL="2286000" algn="l" defTabSz="914400" rtl="0" eaLnBrk="1" latinLnBrk="0" hangingPunct="1">
                        <a:defRPr sz="1800" b="1" kern="1200">
                          <a:solidFill>
                            <a:schemeClr val="lt1"/>
                          </a:solidFill>
                          <a:latin typeface="Arial"/>
                          <a:cs typeface="Arial"/>
                        </a:defRPr>
                      </a:lvl6pPr>
                      <a:lvl7pPr marL="2743200" algn="l" defTabSz="914400" rtl="0" eaLnBrk="1" latinLnBrk="0" hangingPunct="1">
                        <a:defRPr sz="1800" b="1" kern="1200">
                          <a:solidFill>
                            <a:schemeClr val="lt1"/>
                          </a:solidFill>
                          <a:latin typeface="Arial"/>
                          <a:cs typeface="Arial"/>
                        </a:defRPr>
                      </a:lvl7pPr>
                      <a:lvl8pPr marL="3200400" algn="l" defTabSz="914400" rtl="0" eaLnBrk="1" latinLnBrk="0" hangingPunct="1">
                        <a:defRPr sz="1800" b="1" kern="1200">
                          <a:solidFill>
                            <a:schemeClr val="lt1"/>
                          </a:solidFill>
                          <a:latin typeface="Arial"/>
                          <a:cs typeface="Arial"/>
                        </a:defRPr>
                      </a:lvl8pPr>
                      <a:lvl9pPr marL="3657600" algn="l" defTabSz="914400" rtl="0" eaLnBrk="1" latinLnBrk="0" hangingPunct="1">
                        <a:defRPr sz="1800" b="1" kern="1200">
                          <a:solidFill>
                            <a:schemeClr val="lt1"/>
                          </a:solidFill>
                          <a:latin typeface="Arial"/>
                          <a:cs typeface="Arial"/>
                        </a:defRPr>
                      </a:lvl9pPr>
                    </a:lstStyle>
                    <a:p>
                      <a:pPr algn="ctr" rtl="0"/>
                      <a:r>
                        <a:rPr lang="en-US" sz="1200" noProof="0">
                          <a:latin typeface="Century Gothic (Headings)"/>
                          <a:cs typeface="Arial"/>
                        </a:rPr>
                        <a:t>Gross (Lagged)</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B2B65"/>
                    </a:solidFill>
                  </a:tcPr>
                </a:tc>
                <a:tc>
                  <a:txBody>
                    <a:bodyPr/>
                    <a:lstStyle>
                      <a:lvl1pPr marL="0" algn="l" defTabSz="914400" rtl="0" eaLnBrk="1" latinLnBrk="0" hangingPunct="1">
                        <a:defRPr sz="1800" b="1" kern="1200">
                          <a:solidFill>
                            <a:schemeClr val="lt1"/>
                          </a:solidFill>
                          <a:latin typeface="Arial"/>
                          <a:cs typeface="Arial"/>
                        </a:defRPr>
                      </a:lvl1pPr>
                      <a:lvl2pPr marL="457200" algn="l" defTabSz="914400" rtl="0" eaLnBrk="1" latinLnBrk="0" hangingPunct="1">
                        <a:defRPr sz="1800" b="1" kern="1200">
                          <a:solidFill>
                            <a:schemeClr val="lt1"/>
                          </a:solidFill>
                          <a:latin typeface="Arial"/>
                          <a:cs typeface="Arial"/>
                        </a:defRPr>
                      </a:lvl2pPr>
                      <a:lvl3pPr marL="914400" algn="l" defTabSz="914400" rtl="0" eaLnBrk="1" latinLnBrk="0" hangingPunct="1">
                        <a:defRPr sz="1800" b="1" kern="1200">
                          <a:solidFill>
                            <a:schemeClr val="lt1"/>
                          </a:solidFill>
                          <a:latin typeface="Arial"/>
                          <a:cs typeface="Arial"/>
                        </a:defRPr>
                      </a:lvl3pPr>
                      <a:lvl4pPr marL="1371600" algn="l" defTabSz="914400" rtl="0" eaLnBrk="1" latinLnBrk="0" hangingPunct="1">
                        <a:defRPr sz="1800" b="1" kern="1200">
                          <a:solidFill>
                            <a:schemeClr val="lt1"/>
                          </a:solidFill>
                          <a:latin typeface="Arial"/>
                          <a:cs typeface="Arial"/>
                        </a:defRPr>
                      </a:lvl4pPr>
                      <a:lvl5pPr marL="1828800" algn="l" defTabSz="914400" rtl="0" eaLnBrk="1" latinLnBrk="0" hangingPunct="1">
                        <a:defRPr sz="1800" b="1" kern="1200">
                          <a:solidFill>
                            <a:schemeClr val="lt1"/>
                          </a:solidFill>
                          <a:latin typeface="Arial"/>
                          <a:cs typeface="Arial"/>
                        </a:defRPr>
                      </a:lvl5pPr>
                      <a:lvl6pPr marL="2286000" algn="l" defTabSz="914400" rtl="0" eaLnBrk="1" latinLnBrk="0" hangingPunct="1">
                        <a:defRPr sz="1800" b="1" kern="1200">
                          <a:solidFill>
                            <a:schemeClr val="lt1"/>
                          </a:solidFill>
                          <a:latin typeface="Arial"/>
                          <a:cs typeface="Arial"/>
                        </a:defRPr>
                      </a:lvl6pPr>
                      <a:lvl7pPr marL="2743200" algn="l" defTabSz="914400" rtl="0" eaLnBrk="1" latinLnBrk="0" hangingPunct="1">
                        <a:defRPr sz="1800" b="1" kern="1200">
                          <a:solidFill>
                            <a:schemeClr val="lt1"/>
                          </a:solidFill>
                          <a:latin typeface="Arial"/>
                          <a:cs typeface="Arial"/>
                        </a:defRPr>
                      </a:lvl7pPr>
                      <a:lvl8pPr marL="3200400" algn="l" defTabSz="914400" rtl="0" eaLnBrk="1" latinLnBrk="0" hangingPunct="1">
                        <a:defRPr sz="1800" b="1" kern="1200">
                          <a:solidFill>
                            <a:schemeClr val="lt1"/>
                          </a:solidFill>
                          <a:latin typeface="Arial"/>
                          <a:cs typeface="Arial"/>
                        </a:defRPr>
                      </a:lvl8pPr>
                      <a:lvl9pPr marL="3657600" algn="l" defTabSz="914400" rtl="0" eaLnBrk="1" latinLnBrk="0" hangingPunct="1">
                        <a:defRPr sz="1800" b="1" kern="1200">
                          <a:solidFill>
                            <a:schemeClr val="lt1"/>
                          </a:solidFill>
                          <a:latin typeface="Arial"/>
                          <a:cs typeface="Arial"/>
                        </a:defRPr>
                      </a:lvl9pPr>
                    </a:lstStyle>
                    <a:p>
                      <a:pPr algn="ctr" rtl="0"/>
                      <a:r>
                        <a:rPr lang="en-US" sz="1200" noProof="0">
                          <a:latin typeface="Century Gothic (Headings)"/>
                          <a:cs typeface="Arial"/>
                        </a:rPr>
                        <a:t>Net (Final)</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B2B65"/>
                    </a:solidFill>
                  </a:tcPr>
                </a:tc>
                <a:extLst>
                  <a:ext uri="{0D108BD9-81ED-4DB2-BD59-A6C34878D82A}">
                    <a16:rowId xmlns:a16="http://schemas.microsoft.com/office/drawing/2014/main" val="2735946129"/>
                  </a:ext>
                </a:extLst>
              </a:tr>
              <a:tr h="272898">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rtl="0" eaLnBrk="1" fontAlgn="auto" latinLnBrk="0" hangingPunct="1">
                        <a:lnSpc>
                          <a:spcPct val="100000"/>
                        </a:lnSpc>
                        <a:spcBef>
                          <a:spcPts val="0"/>
                        </a:spcBef>
                        <a:spcAft>
                          <a:spcPts val="0"/>
                        </a:spcAft>
                        <a:buClrTx/>
                        <a:buSzTx/>
                        <a:buFont typeface="+mj-lt"/>
                        <a:buNone/>
                      </a:pPr>
                      <a:r>
                        <a:rPr lang="en-US" sz="1200" noProof="0">
                          <a:latin typeface="Century Gothic (Headings)"/>
                        </a:rPr>
                        <a:t>Ann. Return </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a:lnSpc>
                          <a:spcPct val="100000"/>
                        </a:lnSpc>
                        <a:spcBef>
                          <a:spcPts val="0"/>
                        </a:spcBef>
                        <a:spcAft>
                          <a:spcPts val="0"/>
                        </a:spcAft>
                        <a:buNone/>
                      </a:pPr>
                      <a:r>
                        <a:rPr lang="en-US" sz="1200" b="0" i="0" u="none" strike="noStrike" noProof="0">
                          <a:latin typeface="Century Gothic (Headings)"/>
                        </a:rPr>
                        <a:t>0.0228</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defTabSz="806867" rtl="0" eaLnBrk="1" fontAlgn="auto" latinLnBrk="0" hangingPunct="1">
                        <a:lnSpc>
                          <a:spcPct val="100000"/>
                        </a:lnSpc>
                        <a:spcBef>
                          <a:spcPts val="0"/>
                        </a:spcBef>
                        <a:spcAft>
                          <a:spcPts val="0"/>
                        </a:spcAft>
                        <a:buClrTx/>
                        <a:buSzTx/>
                        <a:buFont typeface="+mj-lt"/>
                        <a:buNone/>
                        <a:tabLst/>
                        <a:defRPr/>
                      </a:pPr>
                      <a:r>
                        <a:rPr lang="en-US" sz="1200" noProof="0">
                          <a:latin typeface="Century Gothic (Headings)"/>
                        </a:rPr>
                        <a:t>0.0203</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rtl="0" eaLnBrk="1" fontAlgn="auto" latinLnBrk="0" hangingPunct="1">
                        <a:lnSpc>
                          <a:spcPct val="100000"/>
                        </a:lnSpc>
                        <a:spcBef>
                          <a:spcPts val="0"/>
                        </a:spcBef>
                        <a:spcAft>
                          <a:spcPts val="0"/>
                        </a:spcAft>
                        <a:buClrTx/>
                        <a:buSzTx/>
                        <a:buFont typeface="+mj-lt"/>
                        <a:buNone/>
                      </a:pPr>
                      <a:r>
                        <a:rPr lang="en-US" sz="1200" noProof="0">
                          <a:latin typeface="Century Gothic (Headings)"/>
                        </a:rPr>
                        <a:t>0.0080</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34668997"/>
                  </a:ext>
                </a:extLst>
              </a:tr>
              <a:tr h="272898">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defTabSz="806867" rtl="0" eaLnBrk="1" fontAlgn="auto" latinLnBrk="0" hangingPunct="1">
                        <a:lnSpc>
                          <a:spcPct val="100000"/>
                        </a:lnSpc>
                        <a:spcBef>
                          <a:spcPts val="0"/>
                        </a:spcBef>
                        <a:spcAft>
                          <a:spcPts val="0"/>
                        </a:spcAft>
                        <a:buClrTx/>
                        <a:buSzTx/>
                        <a:buFont typeface="+mj-lt"/>
                        <a:buNone/>
                        <a:tabLst/>
                        <a:defRPr/>
                      </a:pPr>
                      <a:r>
                        <a:rPr lang="en-US" sz="1200" noProof="0">
                          <a:latin typeface="Century Gothic (Headings)"/>
                        </a:rPr>
                        <a:t>Ann. Volatility</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a:lnSpc>
                          <a:spcPct val="100000"/>
                        </a:lnSpc>
                        <a:spcBef>
                          <a:spcPts val="0"/>
                        </a:spcBef>
                        <a:spcAft>
                          <a:spcPts val="0"/>
                        </a:spcAft>
                        <a:buNone/>
                      </a:pPr>
                      <a:r>
                        <a:rPr lang="en-US" sz="1200" noProof="0">
                          <a:latin typeface="Century Gothic (Headings)"/>
                        </a:rPr>
                        <a:t>0.0835</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defTabSz="806867" rtl="0" eaLnBrk="1" fontAlgn="auto" latinLnBrk="0" hangingPunct="1">
                        <a:lnSpc>
                          <a:spcPct val="100000"/>
                        </a:lnSpc>
                        <a:spcBef>
                          <a:spcPts val="0"/>
                        </a:spcBef>
                        <a:spcAft>
                          <a:spcPts val="0"/>
                        </a:spcAft>
                        <a:buClrTx/>
                        <a:buSzTx/>
                        <a:buFont typeface="+mj-lt"/>
                        <a:buNone/>
                        <a:tabLst/>
                        <a:defRPr/>
                      </a:pPr>
                      <a:r>
                        <a:rPr lang="en-US" sz="1200" noProof="0">
                          <a:latin typeface="Century Gothic (Headings)"/>
                        </a:rPr>
                        <a:t>0.0816</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lvl="0" indent="0" algn="ctr">
                        <a:lnSpc>
                          <a:spcPct val="100000"/>
                        </a:lnSpc>
                        <a:buNone/>
                      </a:pPr>
                      <a:r>
                        <a:rPr lang="en-US" sz="1200" noProof="0">
                          <a:latin typeface="Century Gothic (Headings)"/>
                        </a:rPr>
                        <a:t>0.0816</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68123943"/>
                  </a:ext>
                </a:extLst>
              </a:tr>
              <a:tr h="272898">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rtl="0">
                        <a:lnSpc>
                          <a:spcPct val="100000"/>
                        </a:lnSpc>
                        <a:spcBef>
                          <a:spcPts val="0"/>
                        </a:spcBef>
                        <a:spcAft>
                          <a:spcPts val="0"/>
                        </a:spcAft>
                        <a:buClrTx/>
                        <a:buSzTx/>
                        <a:buFont typeface="+mj-lt"/>
                        <a:buNone/>
                      </a:pPr>
                      <a:r>
                        <a:rPr lang="en-US" sz="1200" noProof="0">
                          <a:latin typeface="Century Gothic (Headings)"/>
                        </a:rPr>
                        <a:t>Sharpe (Rf=0%) </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a:lnSpc>
                          <a:spcPct val="100000"/>
                        </a:lnSpc>
                        <a:spcBef>
                          <a:spcPts val="0"/>
                        </a:spcBef>
                        <a:spcAft>
                          <a:spcPts val="0"/>
                        </a:spcAft>
                        <a:buNone/>
                      </a:pPr>
                      <a:r>
                        <a:rPr lang="en-US" sz="1200" noProof="0">
                          <a:latin typeface="Century Gothic (Headings)"/>
                        </a:rPr>
                        <a:t>0.2735</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defTabSz="806867" rtl="0">
                        <a:lnSpc>
                          <a:spcPct val="100000"/>
                        </a:lnSpc>
                        <a:spcBef>
                          <a:spcPts val="0"/>
                        </a:spcBef>
                        <a:spcAft>
                          <a:spcPts val="0"/>
                        </a:spcAft>
                        <a:buClrTx/>
                        <a:buSzTx/>
                        <a:buFont typeface="+mj-lt"/>
                        <a:buNone/>
                        <a:tabLst/>
                        <a:defRPr/>
                      </a:pPr>
                      <a:r>
                        <a:rPr lang="en-US" sz="1200" noProof="0">
                          <a:latin typeface="Century Gothic (Headings)"/>
                        </a:rPr>
                        <a:t>0.2488</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lvl="0" indent="0" algn="ctr">
                        <a:lnSpc>
                          <a:spcPct val="100000"/>
                        </a:lnSpc>
                        <a:buNone/>
                      </a:pPr>
                      <a:r>
                        <a:rPr lang="en-US" sz="1200" noProof="0">
                          <a:latin typeface="Century Gothic (Headings)"/>
                        </a:rPr>
                        <a:t>0.0980</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28003065"/>
                  </a:ext>
                </a:extLst>
              </a:tr>
            </a:tbl>
          </a:graphicData>
        </a:graphic>
      </p:graphicFrame>
      <p:cxnSp>
        <p:nvCxnSpPr>
          <p:cNvPr id="26" name="Gerader Verbinder 11">
            <a:extLst>
              <a:ext uri="{FF2B5EF4-FFF2-40B4-BE49-F238E27FC236}">
                <a16:creationId xmlns:a16="http://schemas.microsoft.com/office/drawing/2014/main" id="{327B28EA-3D70-AA20-418D-D3592615F700}"/>
              </a:ext>
            </a:extLst>
          </p:cNvPr>
          <p:cNvCxnSpPr>
            <a:cxnSpLocks/>
          </p:cNvCxnSpPr>
          <p:nvPr/>
        </p:nvCxnSpPr>
        <p:spPr bwMode="auto">
          <a:xfrm flipH="1">
            <a:off x="8705741" y="3024996"/>
            <a:ext cx="3061281" cy="0"/>
          </a:xfrm>
          <a:prstGeom prst="line">
            <a:avLst/>
          </a:prstGeom>
          <a:noFill/>
          <a:ln w="19050" cap="flat" cmpd="sng" algn="ctr">
            <a:solidFill>
              <a:schemeClr val="accent1"/>
            </a:solidFill>
            <a:prstDash val="solid"/>
            <a:round/>
            <a:headEnd type="none" w="med" len="med"/>
            <a:tailEnd type="none" w="med" len="med"/>
          </a:ln>
          <a:effectLst/>
        </p:spPr>
      </p:cxnSp>
      <p:grpSp>
        <p:nvGrpSpPr>
          <p:cNvPr id="29" name="Group 14">
            <a:extLst>
              <a:ext uri="{FF2B5EF4-FFF2-40B4-BE49-F238E27FC236}">
                <a16:creationId xmlns:a16="http://schemas.microsoft.com/office/drawing/2014/main" id="{6722CBFD-4749-D0A3-0F0B-1BA225F5634D}"/>
              </a:ext>
            </a:extLst>
          </p:cNvPr>
          <p:cNvGrpSpPr/>
          <p:nvPr/>
        </p:nvGrpSpPr>
        <p:grpSpPr>
          <a:xfrm rot="5400000">
            <a:off x="9995056" y="2771999"/>
            <a:ext cx="365758" cy="565002"/>
            <a:chOff x="10190945" y="6120701"/>
            <a:chExt cx="365758" cy="788721"/>
          </a:xfrm>
        </p:grpSpPr>
        <p:sp>
          <p:nvSpPr>
            <p:cNvPr id="30" name="Oval 6">
              <a:extLst>
                <a:ext uri="{FF2B5EF4-FFF2-40B4-BE49-F238E27FC236}">
                  <a16:creationId xmlns:a16="http://schemas.microsoft.com/office/drawing/2014/main" id="{913072DD-CF9C-A35A-4AEB-A0736659B46B}"/>
                </a:ext>
              </a:extLst>
            </p:cNvPr>
            <p:cNvSpPr/>
            <p:nvPr/>
          </p:nvSpPr>
          <p:spPr bwMode="auto">
            <a:xfrm flipV="1">
              <a:off x="10190945" y="6120701"/>
              <a:ext cx="365758" cy="788721"/>
            </a:xfrm>
            <a:prstGeom prst="ellipse">
              <a:avLst/>
            </a:prstGeom>
            <a:solidFill>
              <a:schemeClr val="bg1"/>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pic>
          <p:nvPicPr>
            <p:cNvPr id="31" name="Grafik 12" descr="Caretzeichen nach rechts mit einfarbiger Füllung">
              <a:extLst>
                <a:ext uri="{FF2B5EF4-FFF2-40B4-BE49-F238E27FC236}">
                  <a16:creationId xmlns:a16="http://schemas.microsoft.com/office/drawing/2014/main" id="{A22BA18E-489D-5D2C-2F46-95D716DB07B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31915" y="6124325"/>
              <a:ext cx="311637" cy="785097"/>
            </a:xfrm>
            <a:prstGeom prst="rect">
              <a:avLst/>
            </a:prstGeom>
          </p:spPr>
        </p:pic>
      </p:grpSp>
      <p:sp>
        <p:nvSpPr>
          <p:cNvPr id="5" name="Rectangle 4">
            <a:extLst>
              <a:ext uri="{FF2B5EF4-FFF2-40B4-BE49-F238E27FC236}">
                <a16:creationId xmlns:a16="http://schemas.microsoft.com/office/drawing/2014/main" id="{39DE2735-E30A-7974-25D4-0252F2EBF02A}"/>
              </a:ext>
            </a:extLst>
          </p:cNvPr>
          <p:cNvSpPr/>
          <p:nvPr/>
        </p:nvSpPr>
        <p:spPr>
          <a:xfrm>
            <a:off x="9153951" y="3404169"/>
            <a:ext cx="2641669" cy="1097279"/>
          </a:xfrm>
          <a:prstGeom prst="rect">
            <a:avLst/>
          </a:prstGeom>
          <a:pattFill prst="dkDnDiag">
            <a:fgClr>
              <a:schemeClr val="bg2"/>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Oval 5">
            <a:extLst>
              <a:ext uri="{FF2B5EF4-FFF2-40B4-BE49-F238E27FC236}">
                <a16:creationId xmlns:a16="http://schemas.microsoft.com/office/drawing/2014/main" id="{7B3FE8C6-4BCE-8E1B-1D5E-5B65505ED8DA}"/>
              </a:ext>
            </a:extLst>
          </p:cNvPr>
          <p:cNvSpPr/>
          <p:nvPr/>
        </p:nvSpPr>
        <p:spPr>
          <a:xfrm>
            <a:off x="9092375" y="3334747"/>
            <a:ext cx="564997" cy="56499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7" name="Graphic 57" descr="Piano di sotto con riempimento a tinta unita">
            <a:extLst>
              <a:ext uri="{FF2B5EF4-FFF2-40B4-BE49-F238E27FC236}">
                <a16:creationId xmlns:a16="http://schemas.microsoft.com/office/drawing/2014/main" id="{F57A2354-E29E-AA64-11DD-A1994BF640B4}"/>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9163028" y="3404846"/>
            <a:ext cx="424800" cy="424800"/>
          </a:xfrm>
          <a:prstGeom prst="rect">
            <a:avLst/>
          </a:prstGeom>
        </p:spPr>
      </p:pic>
      <p:sp>
        <p:nvSpPr>
          <p:cNvPr id="8" name="Freeform: Shape 70">
            <a:extLst>
              <a:ext uri="{FF2B5EF4-FFF2-40B4-BE49-F238E27FC236}">
                <a16:creationId xmlns:a16="http://schemas.microsoft.com/office/drawing/2014/main" id="{31E74D7E-9BC7-AF02-F6AE-EBBD5541E891}"/>
              </a:ext>
            </a:extLst>
          </p:cNvPr>
          <p:cNvSpPr/>
          <p:nvPr/>
        </p:nvSpPr>
        <p:spPr bwMode="auto">
          <a:xfrm>
            <a:off x="9154662" y="3404168"/>
            <a:ext cx="2641670" cy="1237282"/>
          </a:xfrm>
          <a:custGeom>
            <a:avLst/>
            <a:gdLst>
              <a:gd name="connsiteX0" fmla="*/ 2362 w 2641670"/>
              <a:gd name="connsiteY0" fmla="*/ 806763 h 1039963"/>
              <a:gd name="connsiteX1" fmla="*/ 2641586 w 2641670"/>
              <a:gd name="connsiteY1" fmla="*/ 806763 h 1039963"/>
              <a:gd name="connsiteX2" fmla="*/ 2641586 w 2641670"/>
              <a:gd name="connsiteY2" fmla="*/ 1039963 h 1039963"/>
              <a:gd name="connsiteX3" fmla="*/ 2362 w 2641670"/>
              <a:gd name="connsiteY3" fmla="*/ 1039963 h 1039963"/>
              <a:gd name="connsiteX4" fmla="*/ 409853 w 2641670"/>
              <a:gd name="connsiteY4" fmla="*/ 0 h 1039963"/>
              <a:gd name="connsiteX5" fmla="*/ 2641670 w 2641670"/>
              <a:gd name="connsiteY5" fmla="*/ 0 h 1039963"/>
              <a:gd name="connsiteX6" fmla="*/ 2641670 w 2641670"/>
              <a:gd name="connsiteY6" fmla="*/ 806400 h 1039963"/>
              <a:gd name="connsiteX7" fmla="*/ 0 w 2641670"/>
              <a:gd name="connsiteY7" fmla="*/ 806400 h 1039963"/>
              <a:gd name="connsiteX8" fmla="*/ 0 w 2641670"/>
              <a:gd name="connsiteY8" fmla="*/ 385085 h 1039963"/>
              <a:gd name="connsiteX9" fmla="*/ 19722 w 2641670"/>
              <a:gd name="connsiteY9" fmla="*/ 414440 h 1039963"/>
              <a:gd name="connsiteX10" fmla="*/ 221043 w 2641670"/>
              <a:gd name="connsiteY10" fmla="*/ 498128 h 1039963"/>
              <a:gd name="connsiteX11" fmla="*/ 505754 w 2641670"/>
              <a:gd name="connsiteY11" fmla="*/ 212400 h 1039963"/>
              <a:gd name="connsiteX12" fmla="*/ 422364 w 2641670"/>
              <a:gd name="connsiteY12" fmla="*/ 10360 h 103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41670" h="1039963">
                <a:moveTo>
                  <a:pt x="2362" y="806763"/>
                </a:moveTo>
                <a:lnTo>
                  <a:pt x="2641586" y="806763"/>
                </a:lnTo>
                <a:lnTo>
                  <a:pt x="2641586" y="1039963"/>
                </a:lnTo>
                <a:lnTo>
                  <a:pt x="2362" y="1039963"/>
                </a:lnTo>
                <a:close/>
                <a:moveTo>
                  <a:pt x="409853" y="0"/>
                </a:moveTo>
                <a:lnTo>
                  <a:pt x="2641670" y="0"/>
                </a:lnTo>
                <a:lnTo>
                  <a:pt x="2641670" y="806400"/>
                </a:lnTo>
                <a:lnTo>
                  <a:pt x="0" y="806400"/>
                </a:lnTo>
                <a:lnTo>
                  <a:pt x="0" y="385085"/>
                </a:lnTo>
                <a:lnTo>
                  <a:pt x="19722" y="414440"/>
                </a:lnTo>
                <a:cubicBezTo>
                  <a:pt x="71245" y="466147"/>
                  <a:pt x="142422" y="498128"/>
                  <a:pt x="221043" y="498128"/>
                </a:cubicBezTo>
                <a:cubicBezTo>
                  <a:pt x="378284" y="498128"/>
                  <a:pt x="505754" y="370203"/>
                  <a:pt x="505754" y="212400"/>
                </a:cubicBezTo>
                <a:cubicBezTo>
                  <a:pt x="505754" y="133499"/>
                  <a:pt x="473887" y="62067"/>
                  <a:pt x="422364" y="10360"/>
                </a:cubicBezTo>
                <a:close/>
              </a:path>
            </a:pathLst>
          </a:custGeom>
          <a:pattFill prst="dkDnDiag">
            <a:fgClr>
              <a:schemeClr val="bg2"/>
            </a:fgClr>
            <a:bgClr>
              <a:schemeClr val="bg1"/>
            </a:bgClr>
          </a:pattFill>
          <a:ln w="9525" cap="flat" cmpd="sng" algn="ctr">
            <a:noFill/>
            <a:prstDash val="solid"/>
            <a:round/>
            <a:headEnd type="none" w="med" len="med"/>
            <a:tailEnd type="none" w="med" len="med"/>
          </a:ln>
          <a:effectLst/>
        </p:spPr>
        <p:txBody>
          <a:bodyPr vert="horz" wrap="square" lIns="612000" tIns="108000" rIns="36000" bIns="108000" numCol="1" rtlCol="0" anchor="ctr" anchorCtr="0" compatLnSpc="1">
            <a:prstTxWarp prst="textNoShape">
              <a:avLst/>
            </a:prstTxWarp>
            <a:noAutofit/>
          </a:bodyPr>
          <a:lstStyle/>
          <a:p>
            <a:pPr marL="171450" indent="-171450" defTabSz="914400" fontAlgn="base">
              <a:spcBef>
                <a:spcPct val="0"/>
              </a:spcBef>
              <a:spcAft>
                <a:spcPct val="0"/>
              </a:spcAft>
              <a:buFont typeface="Arial" panose="020B0604020202020204" pitchFamily="34" charset="0"/>
              <a:buChar char="•"/>
            </a:pPr>
            <a:r>
              <a:rPr lang="en-US" sz="1200" noProof="0">
                <a:solidFill>
                  <a:srgbClr val="000000"/>
                </a:solidFill>
                <a:latin typeface="+mj-lt"/>
                <a:cs typeface="Arial" pitchFamily="34" charset="0"/>
              </a:rPr>
              <a:t>We try to</a:t>
            </a:r>
            <a:r>
              <a:rPr lang="en-US" sz="1200" b="1" noProof="0">
                <a:solidFill>
                  <a:srgbClr val="000000"/>
                </a:solidFill>
                <a:latin typeface="+mj-lt"/>
                <a:cs typeface="Arial" pitchFamily="34" charset="0"/>
              </a:rPr>
              <a:t> limit the number of traded stocks</a:t>
            </a:r>
            <a:r>
              <a:rPr lang="en-US" sz="1200" noProof="0">
                <a:solidFill>
                  <a:srgbClr val="000000"/>
                </a:solidFill>
                <a:latin typeface="+mj-lt"/>
                <a:cs typeface="Arial" pitchFamily="34" charset="0"/>
              </a:rPr>
              <a:t> by taking the top 5% long/short positions only.</a:t>
            </a:r>
          </a:p>
        </p:txBody>
      </p:sp>
      <p:sp>
        <p:nvSpPr>
          <p:cNvPr id="9" name="Rectangle 8">
            <a:extLst>
              <a:ext uri="{FF2B5EF4-FFF2-40B4-BE49-F238E27FC236}">
                <a16:creationId xmlns:a16="http://schemas.microsoft.com/office/drawing/2014/main" id="{CC72488E-2F1D-B69A-7609-79A93ED31810}"/>
              </a:ext>
            </a:extLst>
          </p:cNvPr>
          <p:cNvSpPr/>
          <p:nvPr/>
        </p:nvSpPr>
        <p:spPr>
          <a:xfrm>
            <a:off x="9151265" y="5016501"/>
            <a:ext cx="2641669" cy="1097279"/>
          </a:xfrm>
          <a:prstGeom prst="rect">
            <a:avLst/>
          </a:prstGeom>
          <a:pattFill prst="dkDnDiag">
            <a:fgClr>
              <a:schemeClr val="bg2"/>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1" name="Oval 10">
            <a:extLst>
              <a:ext uri="{FF2B5EF4-FFF2-40B4-BE49-F238E27FC236}">
                <a16:creationId xmlns:a16="http://schemas.microsoft.com/office/drawing/2014/main" id="{B64AF087-72A3-0DB4-45D2-5069BFB38EC9}"/>
              </a:ext>
            </a:extLst>
          </p:cNvPr>
          <p:cNvSpPr/>
          <p:nvPr/>
        </p:nvSpPr>
        <p:spPr>
          <a:xfrm>
            <a:off x="9089689" y="4947079"/>
            <a:ext cx="564997" cy="56499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12" name="Graphic 57" descr="Smile di Harvey Ball 50% con riempimento a tinta unita">
            <a:extLst>
              <a:ext uri="{FF2B5EF4-FFF2-40B4-BE49-F238E27FC236}">
                <a16:creationId xmlns:a16="http://schemas.microsoft.com/office/drawing/2014/main" id="{EED62D80-B241-BF65-AA0C-52D7D1FD7796}"/>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160342" y="5017178"/>
            <a:ext cx="424800" cy="424800"/>
          </a:xfrm>
          <a:prstGeom prst="rect">
            <a:avLst/>
          </a:prstGeom>
        </p:spPr>
      </p:pic>
      <p:sp>
        <p:nvSpPr>
          <p:cNvPr id="13" name="Freeform: Shape 70">
            <a:extLst>
              <a:ext uri="{FF2B5EF4-FFF2-40B4-BE49-F238E27FC236}">
                <a16:creationId xmlns:a16="http://schemas.microsoft.com/office/drawing/2014/main" id="{C84EA4F6-4573-AE40-6F20-A5C946FD002C}"/>
              </a:ext>
            </a:extLst>
          </p:cNvPr>
          <p:cNvSpPr/>
          <p:nvPr/>
        </p:nvSpPr>
        <p:spPr bwMode="auto">
          <a:xfrm>
            <a:off x="9151976" y="5016499"/>
            <a:ext cx="2641670" cy="1234440"/>
          </a:xfrm>
          <a:custGeom>
            <a:avLst/>
            <a:gdLst>
              <a:gd name="connsiteX0" fmla="*/ 2362 w 2641670"/>
              <a:gd name="connsiteY0" fmla="*/ 806763 h 1039963"/>
              <a:gd name="connsiteX1" fmla="*/ 2641586 w 2641670"/>
              <a:gd name="connsiteY1" fmla="*/ 806763 h 1039963"/>
              <a:gd name="connsiteX2" fmla="*/ 2641586 w 2641670"/>
              <a:gd name="connsiteY2" fmla="*/ 1039963 h 1039963"/>
              <a:gd name="connsiteX3" fmla="*/ 2362 w 2641670"/>
              <a:gd name="connsiteY3" fmla="*/ 1039963 h 1039963"/>
              <a:gd name="connsiteX4" fmla="*/ 409853 w 2641670"/>
              <a:gd name="connsiteY4" fmla="*/ 0 h 1039963"/>
              <a:gd name="connsiteX5" fmla="*/ 2641670 w 2641670"/>
              <a:gd name="connsiteY5" fmla="*/ 0 h 1039963"/>
              <a:gd name="connsiteX6" fmla="*/ 2641670 w 2641670"/>
              <a:gd name="connsiteY6" fmla="*/ 806400 h 1039963"/>
              <a:gd name="connsiteX7" fmla="*/ 0 w 2641670"/>
              <a:gd name="connsiteY7" fmla="*/ 806400 h 1039963"/>
              <a:gd name="connsiteX8" fmla="*/ 0 w 2641670"/>
              <a:gd name="connsiteY8" fmla="*/ 385085 h 1039963"/>
              <a:gd name="connsiteX9" fmla="*/ 19722 w 2641670"/>
              <a:gd name="connsiteY9" fmla="*/ 414440 h 1039963"/>
              <a:gd name="connsiteX10" fmla="*/ 221043 w 2641670"/>
              <a:gd name="connsiteY10" fmla="*/ 498128 h 1039963"/>
              <a:gd name="connsiteX11" fmla="*/ 505754 w 2641670"/>
              <a:gd name="connsiteY11" fmla="*/ 212400 h 1039963"/>
              <a:gd name="connsiteX12" fmla="*/ 422364 w 2641670"/>
              <a:gd name="connsiteY12" fmla="*/ 10360 h 103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41670" h="1039963">
                <a:moveTo>
                  <a:pt x="2362" y="806763"/>
                </a:moveTo>
                <a:lnTo>
                  <a:pt x="2641586" y="806763"/>
                </a:lnTo>
                <a:lnTo>
                  <a:pt x="2641586" y="1039963"/>
                </a:lnTo>
                <a:lnTo>
                  <a:pt x="2362" y="1039963"/>
                </a:lnTo>
                <a:close/>
                <a:moveTo>
                  <a:pt x="409853" y="0"/>
                </a:moveTo>
                <a:lnTo>
                  <a:pt x="2641670" y="0"/>
                </a:lnTo>
                <a:lnTo>
                  <a:pt x="2641670" y="806400"/>
                </a:lnTo>
                <a:lnTo>
                  <a:pt x="0" y="806400"/>
                </a:lnTo>
                <a:lnTo>
                  <a:pt x="0" y="385085"/>
                </a:lnTo>
                <a:lnTo>
                  <a:pt x="19722" y="414440"/>
                </a:lnTo>
                <a:cubicBezTo>
                  <a:pt x="71245" y="466147"/>
                  <a:pt x="142422" y="498128"/>
                  <a:pt x="221043" y="498128"/>
                </a:cubicBezTo>
                <a:cubicBezTo>
                  <a:pt x="378284" y="498128"/>
                  <a:pt x="505754" y="370203"/>
                  <a:pt x="505754" y="212400"/>
                </a:cubicBezTo>
                <a:cubicBezTo>
                  <a:pt x="505754" y="133499"/>
                  <a:pt x="473887" y="62067"/>
                  <a:pt x="422364" y="10360"/>
                </a:cubicBezTo>
                <a:close/>
              </a:path>
            </a:pathLst>
          </a:custGeom>
          <a:pattFill prst="dkDnDiag">
            <a:fgClr>
              <a:schemeClr val="bg2"/>
            </a:fgClr>
            <a:bgClr>
              <a:schemeClr val="bg1"/>
            </a:bgClr>
          </a:pattFill>
          <a:ln w="9525" cap="flat" cmpd="sng" algn="ctr">
            <a:noFill/>
            <a:prstDash val="solid"/>
            <a:round/>
            <a:headEnd type="none" w="med" len="med"/>
            <a:tailEnd type="none" w="med" len="med"/>
          </a:ln>
          <a:effectLst/>
        </p:spPr>
        <p:txBody>
          <a:bodyPr vert="horz" wrap="square" lIns="612000" tIns="108000" rIns="36000" bIns="108000" numCol="1" rtlCol="0" anchor="ctr" anchorCtr="0" compatLnSpc="1">
            <a:prstTxWarp prst="textNoShape">
              <a:avLst/>
            </a:prstTxWarp>
            <a:noAutofit/>
          </a:bodyPr>
          <a:lstStyle/>
          <a:p>
            <a:pPr marL="171450" indent="-171450" fontAlgn="base">
              <a:spcBef>
                <a:spcPct val="0"/>
              </a:spcBef>
              <a:spcAft>
                <a:spcPct val="0"/>
              </a:spcAft>
              <a:buFont typeface="Arial" panose="020B0604020202020204" pitchFamily="34" charset="0"/>
              <a:buChar char="•"/>
            </a:pPr>
            <a:r>
              <a:rPr lang="en-US" sz="1200" noProof="0">
                <a:solidFill>
                  <a:srgbClr val="000000"/>
                </a:solidFill>
                <a:latin typeface="+mj-lt"/>
                <a:cs typeface="Arial" pitchFamily="34" charset="0"/>
              </a:rPr>
              <a:t>Absolute performance (as well as risk-adjusted measures) </a:t>
            </a:r>
            <a:r>
              <a:rPr lang="en-US" sz="1200" b="1" noProof="0">
                <a:solidFill>
                  <a:srgbClr val="000000"/>
                </a:solidFill>
                <a:latin typeface="+mj-lt"/>
                <a:cs typeface="Arial" pitchFamily="34" charset="0"/>
              </a:rPr>
              <a:t>halves</a:t>
            </a:r>
            <a:r>
              <a:rPr lang="en-US" sz="1200" noProof="0">
                <a:solidFill>
                  <a:srgbClr val="000000"/>
                </a:solidFill>
                <a:latin typeface="+mj-lt"/>
                <a:cs typeface="Arial" pitchFamily="34" charset="0"/>
              </a:rPr>
              <a:t> and the performance is hit significantly.</a:t>
            </a:r>
          </a:p>
        </p:txBody>
      </p:sp>
    </p:spTree>
    <p:extLst>
      <p:ext uri="{BB962C8B-B14F-4D97-AF65-F5344CB8AC3E}">
        <p14:creationId xmlns:p14="http://schemas.microsoft.com/office/powerpoint/2010/main" val="12218630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EB23C-74EB-FE8D-F615-DD317E84F02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8A69676-1BE2-202A-001D-DC3B63A64680}"/>
              </a:ext>
            </a:extLst>
          </p:cNvPr>
          <p:cNvSpPr>
            <a:spLocks noGrp="1"/>
          </p:cNvSpPr>
          <p:nvPr>
            <p:ph type="body" sz="quarter" idx="13"/>
          </p:nvPr>
        </p:nvSpPr>
        <p:spPr/>
        <p:txBody>
          <a:bodyPr/>
          <a:lstStyle/>
          <a:p>
            <a:r>
              <a:rPr lang="en-US" noProof="0"/>
              <a:t>Strategy Conclusion, Portfolio Implications &amp; Implementation Constraints</a:t>
            </a:r>
          </a:p>
        </p:txBody>
      </p:sp>
      <p:sp>
        <p:nvSpPr>
          <p:cNvPr id="4" name="Rectangle 3">
            <a:extLst>
              <a:ext uri="{FF2B5EF4-FFF2-40B4-BE49-F238E27FC236}">
                <a16:creationId xmlns:a16="http://schemas.microsoft.com/office/drawing/2014/main" id="{459FB244-8CF4-AB6A-865F-C4D774E90F0B}"/>
              </a:ext>
            </a:extLst>
          </p:cNvPr>
          <p:cNvSpPr/>
          <p:nvPr/>
        </p:nvSpPr>
        <p:spPr>
          <a:xfrm>
            <a:off x="391885" y="881744"/>
            <a:ext cx="1137513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Conclusions </a:t>
            </a:r>
          </a:p>
        </p:txBody>
      </p:sp>
      <p:sp>
        <p:nvSpPr>
          <p:cNvPr id="13" name="TextBox 23">
            <a:extLst>
              <a:ext uri="{FF2B5EF4-FFF2-40B4-BE49-F238E27FC236}">
                <a16:creationId xmlns:a16="http://schemas.microsoft.com/office/drawing/2014/main" id="{119176B5-5701-3283-6409-D42A72B5E3F5}"/>
              </a:ext>
            </a:extLst>
          </p:cNvPr>
          <p:cNvSpPr txBox="1"/>
          <p:nvPr/>
        </p:nvSpPr>
        <p:spPr>
          <a:xfrm>
            <a:off x="5247068" y="2989863"/>
            <a:ext cx="2455967" cy="276999"/>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1" u="none" strike="noStrike" kern="1200" cap="none" spc="0" normalizeH="0" baseline="0" noProof="0">
                <a:ln>
                  <a:noFill/>
                </a:ln>
                <a:solidFill>
                  <a:schemeClr val="bg1"/>
                </a:solidFill>
                <a:effectLst/>
                <a:uLnTx/>
                <a:uFillTx/>
                <a:ea typeface="+mn-ea"/>
                <a:cs typeface="Arial" pitchFamily="34" charset="0"/>
              </a:rPr>
              <a:t>Well Defined Universe </a:t>
            </a:r>
          </a:p>
        </p:txBody>
      </p:sp>
      <p:sp>
        <p:nvSpPr>
          <p:cNvPr id="31" name="Rectangle 94">
            <a:extLst>
              <a:ext uri="{FF2B5EF4-FFF2-40B4-BE49-F238E27FC236}">
                <a16:creationId xmlns:a16="http://schemas.microsoft.com/office/drawing/2014/main" id="{88EC2C0A-BDBE-D2FB-AC50-BDB18821AF7E}"/>
              </a:ext>
            </a:extLst>
          </p:cNvPr>
          <p:cNvSpPr/>
          <p:nvPr/>
        </p:nvSpPr>
        <p:spPr bwMode="auto">
          <a:xfrm>
            <a:off x="6028144" y="1864651"/>
            <a:ext cx="135520" cy="4004661"/>
          </a:xfrm>
          <a:prstGeom prst="rect">
            <a:avLst/>
          </a:prstGeom>
          <a:gradFill>
            <a:gsLst>
              <a:gs pos="50000">
                <a:srgbClr val="326075"/>
              </a:gs>
              <a:gs pos="100000">
                <a:srgbClr val="003876"/>
              </a:gs>
              <a:gs pos="0">
                <a:srgbClr val="D1E3E9"/>
              </a:gs>
            </a:gsLst>
            <a:lin ang="16200000" scaled="1"/>
          </a:gra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15" name="TextBox 24">
            <a:extLst>
              <a:ext uri="{FF2B5EF4-FFF2-40B4-BE49-F238E27FC236}">
                <a16:creationId xmlns:a16="http://schemas.microsoft.com/office/drawing/2014/main" id="{47E67BC3-5036-9F66-6847-BC5FBA84B7EE}"/>
              </a:ext>
            </a:extLst>
          </p:cNvPr>
          <p:cNvSpPr txBox="1"/>
          <p:nvPr/>
        </p:nvSpPr>
        <p:spPr>
          <a:xfrm>
            <a:off x="5384307" y="4196509"/>
            <a:ext cx="2181486" cy="276999"/>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1" u="none" strike="noStrike" kern="1200" cap="none" spc="0" normalizeH="0" baseline="0" noProof="0">
                <a:ln>
                  <a:noFill/>
                </a:ln>
                <a:solidFill>
                  <a:schemeClr val="bg1"/>
                </a:solidFill>
                <a:effectLst/>
                <a:uLnTx/>
                <a:uFillTx/>
                <a:ea typeface="+mn-ea"/>
                <a:cs typeface="Arial" pitchFamily="34" charset="0"/>
              </a:rPr>
              <a:t>Short Leg Burden</a:t>
            </a:r>
          </a:p>
        </p:txBody>
      </p:sp>
      <p:sp>
        <p:nvSpPr>
          <p:cNvPr id="5" name="Rectangle 80">
            <a:extLst>
              <a:ext uri="{FF2B5EF4-FFF2-40B4-BE49-F238E27FC236}">
                <a16:creationId xmlns:a16="http://schemas.microsoft.com/office/drawing/2014/main" id="{C6343C4B-AED3-3C43-5451-E19ED1FAED51}"/>
              </a:ext>
            </a:extLst>
          </p:cNvPr>
          <p:cNvSpPr/>
          <p:nvPr/>
        </p:nvSpPr>
        <p:spPr bwMode="auto">
          <a:xfrm>
            <a:off x="391882" y="1712046"/>
            <a:ext cx="5636453" cy="4157266"/>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108000" tIns="144000" rIns="360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u="none" strike="noStrike" cap="none" normalizeH="0" baseline="0" noProof="0">
              <a:ln>
                <a:noFill/>
              </a:ln>
              <a:effectLst/>
              <a:cs typeface="Arial" pitchFamily="34" charset="0"/>
            </a:endParaRPr>
          </a:p>
        </p:txBody>
      </p:sp>
      <p:sp>
        <p:nvSpPr>
          <p:cNvPr id="10" name="Rectangle 81">
            <a:extLst>
              <a:ext uri="{FF2B5EF4-FFF2-40B4-BE49-F238E27FC236}">
                <a16:creationId xmlns:a16="http://schemas.microsoft.com/office/drawing/2014/main" id="{B4F5FF60-0E07-BB3D-2F74-C10DFCE4F85B}"/>
              </a:ext>
            </a:extLst>
          </p:cNvPr>
          <p:cNvSpPr/>
          <p:nvPr/>
        </p:nvSpPr>
        <p:spPr bwMode="auto">
          <a:xfrm>
            <a:off x="6163659" y="1517056"/>
            <a:ext cx="5603361" cy="4348711"/>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360000" tIns="144000" rIns="108000" bIns="36000" numCol="1" rtlCol="0" anchor="t" anchorCtr="0" compatLnSpc="1">
            <a:prstTxWarp prst="textNoShape">
              <a:avLst/>
            </a:prstTxWarp>
          </a:bodyPr>
          <a:lstStyle/>
          <a:p>
            <a:pPr algn="ctr" defTabSz="914400" fontAlgn="base">
              <a:spcBef>
                <a:spcPct val="0"/>
              </a:spcBef>
              <a:spcAft>
                <a:spcPct val="0"/>
              </a:spcAft>
            </a:pPr>
            <a:endParaRPr lang="en-US" sz="1200" noProof="0">
              <a:solidFill>
                <a:schemeClr val="tx2"/>
              </a:solidFill>
              <a:cs typeface="Arial" pitchFamily="34" charset="0"/>
            </a:endParaRPr>
          </a:p>
        </p:txBody>
      </p:sp>
      <p:sp>
        <p:nvSpPr>
          <p:cNvPr id="32" name="Oval 85">
            <a:extLst>
              <a:ext uri="{FF2B5EF4-FFF2-40B4-BE49-F238E27FC236}">
                <a16:creationId xmlns:a16="http://schemas.microsoft.com/office/drawing/2014/main" id="{DF0420D0-E8F7-2948-8FC4-D095CB79A931}"/>
              </a:ext>
            </a:extLst>
          </p:cNvPr>
          <p:cNvSpPr/>
          <p:nvPr/>
        </p:nvSpPr>
        <p:spPr bwMode="auto">
          <a:xfrm>
            <a:off x="5740689" y="2094382"/>
            <a:ext cx="723600" cy="720000"/>
          </a:xfrm>
          <a:prstGeom prst="ellipse">
            <a:avLst/>
          </a:prstGeom>
          <a:gradFill>
            <a:gsLst>
              <a:gs pos="100000">
                <a:srgbClr val="0A4075"/>
              </a:gs>
              <a:gs pos="0">
                <a:srgbClr val="1C4F73"/>
              </a:gs>
            </a:gsLst>
            <a:lin ang="16200000" scaled="1"/>
          </a:gra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33" name="Oval 90">
            <a:extLst>
              <a:ext uri="{FF2B5EF4-FFF2-40B4-BE49-F238E27FC236}">
                <a16:creationId xmlns:a16="http://schemas.microsoft.com/office/drawing/2014/main" id="{784142B7-2E7E-118F-11C4-CD0C21CF2A7F}"/>
              </a:ext>
            </a:extLst>
          </p:cNvPr>
          <p:cNvSpPr/>
          <p:nvPr/>
        </p:nvSpPr>
        <p:spPr bwMode="auto">
          <a:xfrm>
            <a:off x="5732332" y="4990686"/>
            <a:ext cx="723600" cy="720000"/>
          </a:xfrm>
          <a:prstGeom prst="ellipse">
            <a:avLst/>
          </a:prstGeom>
          <a:gradFill>
            <a:gsLst>
              <a:gs pos="100000">
                <a:srgbClr val="91AEB9"/>
              </a:gs>
              <a:gs pos="0">
                <a:srgbClr val="CBDEE4"/>
              </a:gs>
            </a:gsLst>
            <a:lin ang="16200000" scaled="1"/>
          </a:gra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34" name="Oval 91">
            <a:extLst>
              <a:ext uri="{FF2B5EF4-FFF2-40B4-BE49-F238E27FC236}">
                <a16:creationId xmlns:a16="http://schemas.microsoft.com/office/drawing/2014/main" id="{65DE1753-080B-332F-1A56-FED2FEE120C7}"/>
              </a:ext>
            </a:extLst>
          </p:cNvPr>
          <p:cNvSpPr/>
          <p:nvPr/>
        </p:nvSpPr>
        <p:spPr bwMode="auto">
          <a:xfrm>
            <a:off x="5732332" y="4059613"/>
            <a:ext cx="723600" cy="720000"/>
          </a:xfrm>
          <a:prstGeom prst="ellipse">
            <a:avLst/>
          </a:prstGeom>
          <a:gradFill>
            <a:gsLst>
              <a:gs pos="100000">
                <a:srgbClr val="477181"/>
              </a:gs>
              <a:gs pos="0">
                <a:srgbClr val="82A2AD"/>
              </a:gs>
            </a:gsLst>
            <a:lin ang="16200000" scaled="1"/>
          </a:gra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35" name="Oval 92">
            <a:extLst>
              <a:ext uri="{FF2B5EF4-FFF2-40B4-BE49-F238E27FC236}">
                <a16:creationId xmlns:a16="http://schemas.microsoft.com/office/drawing/2014/main" id="{FDF8D616-3EDA-256F-FCA1-0BF46D5F1D79}"/>
              </a:ext>
            </a:extLst>
          </p:cNvPr>
          <p:cNvSpPr/>
          <p:nvPr/>
        </p:nvSpPr>
        <p:spPr bwMode="auto">
          <a:xfrm>
            <a:off x="5732332" y="3055001"/>
            <a:ext cx="723600" cy="720000"/>
          </a:xfrm>
          <a:prstGeom prst="ellipse">
            <a:avLst/>
          </a:prstGeom>
          <a:gradFill>
            <a:gsLst>
              <a:gs pos="100000">
                <a:srgbClr val="215273"/>
              </a:gs>
              <a:gs pos="0">
                <a:srgbClr val="376475"/>
              </a:gs>
            </a:gsLst>
            <a:lin ang="16200000" scaled="1"/>
          </a:gra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pic>
        <p:nvPicPr>
          <p:cNvPr id="36" name="Graphic 96" descr="Minimize outline">
            <a:extLst>
              <a:ext uri="{FF2B5EF4-FFF2-40B4-BE49-F238E27FC236}">
                <a16:creationId xmlns:a16="http://schemas.microsoft.com/office/drawing/2014/main" id="{24729705-B82C-89F6-B0B6-1DA9FAFC836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36499" y="5170686"/>
            <a:ext cx="515267" cy="360000"/>
          </a:xfrm>
          <a:prstGeom prst="rect">
            <a:avLst/>
          </a:prstGeom>
        </p:spPr>
      </p:pic>
      <p:pic>
        <p:nvPicPr>
          <p:cNvPr id="37" name="Graphic 100" descr="Newton's Cradle with solid fill">
            <a:extLst>
              <a:ext uri="{FF2B5EF4-FFF2-40B4-BE49-F238E27FC236}">
                <a16:creationId xmlns:a16="http://schemas.microsoft.com/office/drawing/2014/main" id="{597942B5-A245-25B8-5BBD-28B5C99B65D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46504" y="4234380"/>
            <a:ext cx="515267" cy="360000"/>
          </a:xfrm>
          <a:prstGeom prst="rect">
            <a:avLst/>
          </a:prstGeom>
        </p:spPr>
      </p:pic>
      <p:pic>
        <p:nvPicPr>
          <p:cNvPr id="38" name="Graphic 102" descr="Shuffle with solid fill">
            <a:extLst>
              <a:ext uri="{FF2B5EF4-FFF2-40B4-BE49-F238E27FC236}">
                <a16:creationId xmlns:a16="http://schemas.microsoft.com/office/drawing/2014/main" id="{4E522BE6-060E-FAE0-1929-BDFBFC35F53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46504" y="3224828"/>
            <a:ext cx="515267" cy="360000"/>
          </a:xfrm>
          <a:prstGeom prst="rect">
            <a:avLst/>
          </a:prstGeom>
        </p:spPr>
      </p:pic>
      <p:pic>
        <p:nvPicPr>
          <p:cNvPr id="39" name="Graphic 104" descr="Abacus with solid fill">
            <a:extLst>
              <a:ext uri="{FF2B5EF4-FFF2-40B4-BE49-F238E27FC236}">
                <a16:creationId xmlns:a16="http://schemas.microsoft.com/office/drawing/2014/main" id="{A54BD58F-5B8A-7689-5F34-966BB186017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838364" y="2266291"/>
            <a:ext cx="515267" cy="360000"/>
          </a:xfrm>
          <a:prstGeom prst="rect">
            <a:avLst/>
          </a:prstGeom>
        </p:spPr>
      </p:pic>
      <p:sp>
        <p:nvSpPr>
          <p:cNvPr id="40" name="Rectangle 109">
            <a:extLst>
              <a:ext uri="{FF2B5EF4-FFF2-40B4-BE49-F238E27FC236}">
                <a16:creationId xmlns:a16="http://schemas.microsoft.com/office/drawing/2014/main" id="{7A2099C1-531B-70E2-D7FC-DD337863C726}"/>
              </a:ext>
            </a:extLst>
          </p:cNvPr>
          <p:cNvSpPr/>
          <p:nvPr/>
        </p:nvSpPr>
        <p:spPr bwMode="auto">
          <a:xfrm>
            <a:off x="391884" y="1501682"/>
            <a:ext cx="11375135" cy="362969"/>
          </a:xfrm>
          <a:prstGeom prst="rect">
            <a:avLst/>
          </a:prstGeom>
          <a:solidFill>
            <a:srgbClr val="003876"/>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sp>
        <p:nvSpPr>
          <p:cNvPr id="41" name="TextBox 113">
            <a:extLst>
              <a:ext uri="{FF2B5EF4-FFF2-40B4-BE49-F238E27FC236}">
                <a16:creationId xmlns:a16="http://schemas.microsoft.com/office/drawing/2014/main" id="{8C4CA04B-897F-4840-B35C-43A0E89CC382}"/>
              </a:ext>
            </a:extLst>
          </p:cNvPr>
          <p:cNvSpPr txBox="1"/>
          <p:nvPr/>
        </p:nvSpPr>
        <p:spPr>
          <a:xfrm>
            <a:off x="1896462" y="1544666"/>
            <a:ext cx="2572856" cy="276999"/>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1" u="none" strike="noStrike" kern="1200" cap="none" spc="0" normalizeH="0" baseline="0" noProof="0">
                <a:ln>
                  <a:noFill/>
                </a:ln>
                <a:solidFill>
                  <a:schemeClr val="bg1"/>
                </a:solidFill>
                <a:effectLst/>
                <a:uLnTx/>
                <a:uFillTx/>
                <a:ea typeface="+mn-ea"/>
                <a:cs typeface="Arial" pitchFamily="34" charset="0"/>
              </a:rPr>
              <a:t>Theory (Phase 1)</a:t>
            </a:r>
          </a:p>
        </p:txBody>
      </p:sp>
      <p:sp>
        <p:nvSpPr>
          <p:cNvPr id="42" name="TextBox 114">
            <a:extLst>
              <a:ext uri="{FF2B5EF4-FFF2-40B4-BE49-F238E27FC236}">
                <a16:creationId xmlns:a16="http://schemas.microsoft.com/office/drawing/2014/main" id="{02A790E0-FE04-4DF0-BF1D-A6924E593056}"/>
              </a:ext>
            </a:extLst>
          </p:cNvPr>
          <p:cNvSpPr txBox="1"/>
          <p:nvPr/>
        </p:nvSpPr>
        <p:spPr>
          <a:xfrm>
            <a:off x="7907736" y="1540437"/>
            <a:ext cx="2572856" cy="276999"/>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1" u="none" strike="noStrike" kern="1200" cap="none" spc="0" normalizeH="0" baseline="0" noProof="0">
                <a:ln>
                  <a:noFill/>
                </a:ln>
                <a:solidFill>
                  <a:schemeClr val="bg1"/>
                </a:solidFill>
                <a:effectLst/>
                <a:uLnTx/>
                <a:uFillTx/>
                <a:ea typeface="+mn-ea"/>
                <a:cs typeface="Arial" pitchFamily="34" charset="0"/>
              </a:rPr>
              <a:t>Real Implementation (Phase 2)</a:t>
            </a:r>
          </a:p>
        </p:txBody>
      </p:sp>
      <p:sp>
        <p:nvSpPr>
          <p:cNvPr id="30" name="Rectangle 79">
            <a:extLst>
              <a:ext uri="{FF2B5EF4-FFF2-40B4-BE49-F238E27FC236}">
                <a16:creationId xmlns:a16="http://schemas.microsoft.com/office/drawing/2014/main" id="{C79A77AA-DD29-F19F-3407-8CFCC78B14DB}"/>
              </a:ext>
            </a:extLst>
          </p:cNvPr>
          <p:cNvSpPr/>
          <p:nvPr/>
        </p:nvSpPr>
        <p:spPr bwMode="auto">
          <a:xfrm>
            <a:off x="391884" y="5862724"/>
            <a:ext cx="11375134" cy="720000"/>
          </a:xfrm>
          <a:prstGeom prst="rect">
            <a:avLst/>
          </a:prstGeom>
          <a:solidFill>
            <a:srgbClr val="A4C7D4">
              <a:alpha val="50000"/>
            </a:srgbClr>
          </a:solidFill>
          <a:ln w="12700" cap="flat" cmpd="sng" algn="ctr">
            <a:solidFill>
              <a:schemeClr val="accent1"/>
            </a:solidFill>
            <a:prstDash val="dash"/>
            <a:round/>
            <a:headEnd type="none" w="med" len="med"/>
            <a:tailEnd type="none" w="med" len="med"/>
          </a:ln>
          <a:effectLst/>
        </p:spPr>
        <p:txBody>
          <a:bodyPr vert="horz" wrap="square" lIns="108000" tIns="36000" rIns="108000" bIns="36000" numCol="1" rtlCol="0" anchor="ctr" anchorCtr="0" compatLnSpc="1">
            <a:prstTxWarp prst="textNoShape">
              <a:avLst/>
            </a:prstTxWarp>
          </a:bodyPr>
          <a:lstStyle/>
          <a:p>
            <a:pPr algn="ctr" fontAlgn="base">
              <a:spcBef>
                <a:spcPct val="0"/>
              </a:spcBef>
              <a:spcAft>
                <a:spcPct val="0"/>
              </a:spcAft>
            </a:pPr>
            <a:r>
              <a:rPr lang="en-US" sz="1400" b="1" noProof="0"/>
              <a:t>While Factor Momentum shows strong theoretical returns, the massive netted single stock portfolio and trading frictions required for stock-level execution ultimately erase its performance</a:t>
            </a:r>
            <a:r>
              <a:rPr lang="cs-CZ" sz="1400" b="1" noProof="0"/>
              <a:t>.</a:t>
            </a:r>
            <a:endParaRPr kumimoji="0" lang="en-US" sz="1400" b="1" i="1" u="none" strike="noStrike" cap="none" normalizeH="0" baseline="0" noProof="0">
              <a:ln>
                <a:noFill/>
              </a:ln>
              <a:effectLst/>
              <a:cs typeface="Arial" pitchFamily="34" charset="0"/>
            </a:endParaRPr>
          </a:p>
        </p:txBody>
      </p:sp>
      <p:sp>
        <p:nvSpPr>
          <p:cNvPr id="3" name="Rectangle 80">
            <a:extLst>
              <a:ext uri="{FF2B5EF4-FFF2-40B4-BE49-F238E27FC236}">
                <a16:creationId xmlns:a16="http://schemas.microsoft.com/office/drawing/2014/main" id="{CEF14DFA-8643-BBBE-DDCB-0BB3E4B38C61}"/>
              </a:ext>
            </a:extLst>
          </p:cNvPr>
          <p:cNvSpPr/>
          <p:nvPr/>
        </p:nvSpPr>
        <p:spPr bwMode="auto">
          <a:xfrm>
            <a:off x="387443" y="2100471"/>
            <a:ext cx="5299245" cy="678638"/>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108000" tIns="144000" rIns="360000" bIns="36000" numCol="1" rtlCol="0" anchor="t" anchorCtr="0" compatLnSpc="1">
            <a:prstTxWarp prst="textNoShape">
              <a:avLst/>
            </a:prstTxWarp>
          </a:bodyPr>
          <a:lstStyle/>
          <a:p>
            <a:pPr algn="ctr" fontAlgn="base">
              <a:spcBef>
                <a:spcPct val="0"/>
              </a:spcBef>
              <a:spcAft>
                <a:spcPct val="0"/>
              </a:spcAft>
            </a:pPr>
            <a:r>
              <a:rPr lang="en-US" sz="1200" b="1" noProof="0"/>
              <a:t>Replication is successful:</a:t>
            </a:r>
            <a:r>
              <a:rPr lang="en-US" sz="1200" noProof="0"/>
              <a:t> Exact replication of Arnott et al. (2023) works well at the factor level and confirms that the factor momentum premium exists in theory.</a:t>
            </a:r>
            <a:endParaRPr kumimoji="0" lang="en-US" sz="1200" u="none" strike="noStrike" cap="none" normalizeH="0" baseline="0" noProof="0">
              <a:ln>
                <a:noFill/>
              </a:ln>
              <a:effectLst/>
              <a:cs typeface="Arial" pitchFamily="34" charset="0"/>
            </a:endParaRPr>
          </a:p>
        </p:txBody>
      </p:sp>
      <p:sp>
        <p:nvSpPr>
          <p:cNvPr id="7" name="Rectangle 80">
            <a:extLst>
              <a:ext uri="{FF2B5EF4-FFF2-40B4-BE49-F238E27FC236}">
                <a16:creationId xmlns:a16="http://schemas.microsoft.com/office/drawing/2014/main" id="{4A7DFA16-2B3B-3040-52A5-B1E5D92CF1E7}"/>
              </a:ext>
            </a:extLst>
          </p:cNvPr>
          <p:cNvSpPr/>
          <p:nvPr/>
        </p:nvSpPr>
        <p:spPr bwMode="auto">
          <a:xfrm>
            <a:off x="387444" y="2980970"/>
            <a:ext cx="5311154" cy="896059"/>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108000" tIns="144000" rIns="360000" bIns="36000" numCol="1" rtlCol="0" anchor="t" anchorCtr="0" compatLnSpc="1">
            <a:prstTxWarp prst="textNoShape">
              <a:avLst/>
            </a:prstTxWarp>
          </a:bodyPr>
          <a:lstStyle/>
          <a:p>
            <a:pPr algn="ctr" fontAlgn="base">
              <a:spcBef>
                <a:spcPct val="0"/>
              </a:spcBef>
              <a:spcAft>
                <a:spcPct val="0"/>
              </a:spcAft>
            </a:pPr>
            <a:r>
              <a:rPr lang="en-US" sz="1200" b="1" noProof="0"/>
              <a:t>Long-Only is the better approach:</a:t>
            </a:r>
            <a:r>
              <a:rPr lang="en-US" sz="1200" noProof="0"/>
              <a:t> Testing different parameters showed that a 25% Long-Only setup performs best. The short leg mostly adds volatility without contributing meaningful returns.</a:t>
            </a:r>
            <a:endParaRPr lang="en-US" sz="1200" noProof="0">
              <a:cs typeface="Arial" pitchFamily="34" charset="0"/>
            </a:endParaRPr>
          </a:p>
          <a:p>
            <a:pPr algn="ctr" fontAlgn="base">
              <a:spcBef>
                <a:spcPct val="0"/>
              </a:spcBef>
              <a:spcAft>
                <a:spcPct val="0"/>
              </a:spcAft>
            </a:pPr>
            <a:endParaRPr lang="en-US" sz="1200" noProof="0">
              <a:cs typeface="Arial" pitchFamily="34" charset="0"/>
            </a:endParaRPr>
          </a:p>
          <a:p>
            <a:pPr algn="ctr" fontAlgn="base">
              <a:spcBef>
                <a:spcPct val="0"/>
              </a:spcBef>
              <a:spcAft>
                <a:spcPct val="0"/>
              </a:spcAft>
            </a:pPr>
            <a:endParaRPr lang="en-US" sz="1200" noProof="0">
              <a:cs typeface="Arial" pitchFamily="34" charset="0"/>
            </a:endParaRPr>
          </a:p>
          <a:p>
            <a:pPr algn="ctr" fontAlgn="base">
              <a:spcBef>
                <a:spcPct val="0"/>
              </a:spcBef>
              <a:spcAft>
                <a:spcPct val="0"/>
              </a:spcAft>
            </a:pPr>
            <a:endParaRPr lang="en-US" sz="1200" noProof="0">
              <a:cs typeface="Arial" pitchFamily="34" charset="0"/>
            </a:endParaRPr>
          </a:p>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u="none" strike="noStrike" cap="none" normalizeH="0" baseline="0" noProof="0">
              <a:ln>
                <a:noFill/>
              </a:ln>
              <a:effectLst/>
              <a:cs typeface="Arial" pitchFamily="34" charset="0"/>
            </a:endParaRPr>
          </a:p>
        </p:txBody>
      </p:sp>
      <p:sp>
        <p:nvSpPr>
          <p:cNvPr id="8" name="Rectangle 80">
            <a:extLst>
              <a:ext uri="{FF2B5EF4-FFF2-40B4-BE49-F238E27FC236}">
                <a16:creationId xmlns:a16="http://schemas.microsoft.com/office/drawing/2014/main" id="{1FACDD57-01A8-B5BF-0A89-0CD370CC1222}"/>
              </a:ext>
            </a:extLst>
          </p:cNvPr>
          <p:cNvSpPr/>
          <p:nvPr/>
        </p:nvSpPr>
        <p:spPr bwMode="auto">
          <a:xfrm>
            <a:off x="387444" y="3853058"/>
            <a:ext cx="5311154" cy="896059"/>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108000" tIns="144000" rIns="360000" bIns="36000" numCol="1" rtlCol="0" anchor="t" anchorCtr="0" compatLnSpc="1">
            <a:prstTxWarp prst="textNoShape">
              <a:avLst/>
            </a:prstTxWarp>
          </a:bodyPr>
          <a:lstStyle/>
          <a:p>
            <a:pPr algn="ctr" fontAlgn="base">
              <a:spcBef>
                <a:spcPct val="0"/>
              </a:spcBef>
              <a:spcAft>
                <a:spcPct val="0"/>
              </a:spcAft>
            </a:pPr>
            <a:r>
              <a:rPr lang="en-US" sz="1200" b="1" noProof="0"/>
              <a:t>No consistent "winning" factors:</a:t>
            </a:r>
            <a:r>
              <a:rPr lang="en-US" sz="1200" noProof="0"/>
              <a:t> </a:t>
            </a:r>
            <a:r>
              <a:rPr lang="en-US" sz="1200"/>
              <a:t>Capturing the momentum premium requires broad factor diversification, as no individual factors consistently drive performance and concentrating on a smaller subset actively hurts returns.</a:t>
            </a:r>
            <a:endParaRPr lang="en-US" sz="1200" noProof="0">
              <a:cs typeface="Arial" pitchFamily="34" charset="0"/>
            </a:endParaRPr>
          </a:p>
          <a:p>
            <a:pPr algn="ctr" fontAlgn="base">
              <a:spcBef>
                <a:spcPct val="0"/>
              </a:spcBef>
              <a:spcAft>
                <a:spcPct val="0"/>
              </a:spcAft>
            </a:pPr>
            <a:endParaRPr lang="en-US" sz="1200" noProof="0">
              <a:cs typeface="Arial" pitchFamily="34" charset="0"/>
            </a:endParaRPr>
          </a:p>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u="none" strike="noStrike" cap="none" normalizeH="0" baseline="0" noProof="0">
              <a:ln>
                <a:noFill/>
              </a:ln>
              <a:effectLst/>
              <a:cs typeface="Arial" pitchFamily="34" charset="0"/>
            </a:endParaRPr>
          </a:p>
        </p:txBody>
      </p:sp>
      <p:sp>
        <p:nvSpPr>
          <p:cNvPr id="9" name="Rectangle 80">
            <a:extLst>
              <a:ext uri="{FF2B5EF4-FFF2-40B4-BE49-F238E27FC236}">
                <a16:creationId xmlns:a16="http://schemas.microsoft.com/office/drawing/2014/main" id="{B0B412E5-7531-29F1-15F9-97493EC6EABC}"/>
              </a:ext>
            </a:extLst>
          </p:cNvPr>
          <p:cNvSpPr/>
          <p:nvPr/>
        </p:nvSpPr>
        <p:spPr bwMode="auto">
          <a:xfrm>
            <a:off x="416365" y="4781296"/>
            <a:ext cx="5311154" cy="1001929"/>
          </a:xfrm>
          <a:prstGeom prst="rect">
            <a:avLst/>
          </a:prstGeom>
          <a:noFill/>
          <a:ln w="9525" cap="flat" cmpd="sng" algn="ctr">
            <a:noFill/>
            <a:prstDash val="solid"/>
            <a:round/>
            <a:headEnd type="none" w="med" len="med"/>
            <a:tailEnd type="none" w="med" len="med"/>
          </a:ln>
          <a:effectLst/>
        </p:spPr>
        <p:txBody>
          <a:bodyPr vert="horz" wrap="square" lIns="108000" tIns="144000" rIns="360000" bIns="36000" numCol="1" rtlCol="0" anchor="t" anchorCtr="0" compatLnSpc="1">
            <a:prstTxWarp prst="textNoShape">
              <a:avLst/>
            </a:prstTxWarp>
          </a:bodyPr>
          <a:lstStyle/>
          <a:p>
            <a:pPr algn="ctr"/>
            <a:r>
              <a:rPr lang="en-US" sz="1200" b="1"/>
              <a:t>Add-on Role: </a:t>
            </a:r>
            <a:r>
              <a:rPr lang="en-US" sz="1200"/>
              <a:t>Factor Momentum is highly effective as a defensive tool. Its crisis-positive behavior introduces genuine alpha during drawdowns, making it a resilient, low-volatility diversifier that enhances the risk-adjusted returns of a standard 60/40 portfolio.</a:t>
            </a:r>
          </a:p>
        </p:txBody>
      </p:sp>
      <p:sp>
        <p:nvSpPr>
          <p:cNvPr id="17" name="Rectangle 80">
            <a:extLst>
              <a:ext uri="{FF2B5EF4-FFF2-40B4-BE49-F238E27FC236}">
                <a16:creationId xmlns:a16="http://schemas.microsoft.com/office/drawing/2014/main" id="{34EB1AB4-6B94-E660-57D4-DF4EBAB0EDE1}"/>
              </a:ext>
            </a:extLst>
          </p:cNvPr>
          <p:cNvSpPr/>
          <p:nvPr/>
        </p:nvSpPr>
        <p:spPr bwMode="auto">
          <a:xfrm>
            <a:off x="6461631" y="2020896"/>
            <a:ext cx="5321850" cy="811447"/>
          </a:xfrm>
          <a:prstGeom prst="rect">
            <a:avLst/>
          </a:prstGeom>
          <a:noFill/>
          <a:ln w="9525" cap="flat" cmpd="sng" algn="ctr">
            <a:noFill/>
            <a:prstDash val="solid"/>
            <a:round/>
            <a:headEnd type="none" w="med" len="med"/>
            <a:tailEnd type="none" w="med" len="med"/>
          </a:ln>
          <a:effectLst/>
        </p:spPr>
        <p:txBody>
          <a:bodyPr vert="horz" wrap="square" lIns="108000" tIns="144000" rIns="360000" bIns="36000" numCol="1" rtlCol="0" anchor="t" anchorCtr="0" compatLnSpc="1">
            <a:prstTxWarp prst="textNoShape">
              <a:avLst/>
            </a:prstTxWarp>
          </a:bodyPr>
          <a:lstStyle/>
          <a:p>
            <a:pPr algn="ctr" fontAlgn="base">
              <a:spcBef>
                <a:spcPct val="0"/>
              </a:spcBef>
              <a:spcAft>
                <a:spcPct val="0"/>
              </a:spcAft>
            </a:pPr>
            <a:r>
              <a:rPr lang="en-US" sz="1200" b="1" noProof="0"/>
              <a:t>High Barrier to Entry:</a:t>
            </a:r>
            <a:r>
              <a:rPr lang="en-US" sz="1200" noProof="0"/>
              <a:t> Replicating all 36 factors via the JKP (2025) framework is computationally severe. Processing single-stock CRSP data required the WU Cluster.</a:t>
            </a:r>
            <a:endParaRPr kumimoji="0" lang="en-US" sz="1200" u="none" strike="noStrike" cap="none" normalizeH="0" baseline="0" noProof="0">
              <a:ln>
                <a:noFill/>
              </a:ln>
              <a:effectLst/>
              <a:cs typeface="Arial" pitchFamily="34" charset="0"/>
            </a:endParaRPr>
          </a:p>
        </p:txBody>
      </p:sp>
      <p:sp>
        <p:nvSpPr>
          <p:cNvPr id="18" name="Rectangle 80">
            <a:extLst>
              <a:ext uri="{FF2B5EF4-FFF2-40B4-BE49-F238E27FC236}">
                <a16:creationId xmlns:a16="http://schemas.microsoft.com/office/drawing/2014/main" id="{D6B50200-6440-94D3-7371-7D368F9D63C9}"/>
              </a:ext>
            </a:extLst>
          </p:cNvPr>
          <p:cNvSpPr/>
          <p:nvPr/>
        </p:nvSpPr>
        <p:spPr bwMode="auto">
          <a:xfrm>
            <a:off x="6493584" y="2822668"/>
            <a:ext cx="5273433" cy="1109837"/>
          </a:xfrm>
          <a:prstGeom prst="rect">
            <a:avLst/>
          </a:prstGeom>
          <a:noFill/>
          <a:ln w="9525" cap="flat" cmpd="sng" algn="ctr">
            <a:noFill/>
            <a:prstDash val="solid"/>
            <a:round/>
            <a:headEnd type="none" w="med" len="med"/>
            <a:tailEnd type="none" w="med" len="med"/>
          </a:ln>
          <a:effectLst/>
        </p:spPr>
        <p:txBody>
          <a:bodyPr vert="horz" wrap="square" lIns="108000" tIns="144000" rIns="360000" bIns="36000" numCol="1" rtlCol="0" anchor="t" anchorCtr="0" compatLnSpc="1">
            <a:prstTxWarp prst="textNoShape">
              <a:avLst/>
            </a:prstTxWarp>
          </a:bodyPr>
          <a:lstStyle/>
          <a:p>
            <a:pPr algn="ctr" fontAlgn="base">
              <a:spcBef>
                <a:spcPct val="0"/>
              </a:spcBef>
              <a:spcAft>
                <a:spcPct val="0"/>
              </a:spcAft>
            </a:pPr>
            <a:r>
              <a:rPr lang="en-US" sz="1200" b="1" noProof="0"/>
              <a:t>Extreme Breadth &amp; Turnover Drag</a:t>
            </a:r>
            <a:r>
              <a:rPr lang="en-US" sz="1200" noProof="0"/>
              <a:t>: Translating factor signals into net single-stock trades creates a highly scattered portfolio of ~4,600 positions (2,584 long / 2,028 short). The portfolio is unconcentrated (Top 10 holdings = 3%) and drives a massive 635% annualized turnover.</a:t>
            </a:r>
          </a:p>
          <a:p>
            <a:pPr algn="ctr" fontAlgn="base">
              <a:spcBef>
                <a:spcPct val="0"/>
              </a:spcBef>
              <a:spcAft>
                <a:spcPct val="0"/>
              </a:spcAft>
            </a:pPr>
            <a:endParaRPr lang="en-US" sz="1200" noProof="0"/>
          </a:p>
          <a:p>
            <a:pPr algn="ctr" fontAlgn="base">
              <a:spcBef>
                <a:spcPct val="0"/>
              </a:spcBef>
              <a:spcAft>
                <a:spcPct val="0"/>
              </a:spcAft>
            </a:pPr>
            <a:endParaRPr lang="en-US" sz="1200" noProof="0">
              <a:cs typeface="Arial" pitchFamily="34" charset="0"/>
            </a:endParaRPr>
          </a:p>
          <a:p>
            <a:pPr algn="ctr" fontAlgn="base">
              <a:spcBef>
                <a:spcPct val="0"/>
              </a:spcBef>
              <a:spcAft>
                <a:spcPct val="0"/>
              </a:spcAft>
            </a:pPr>
            <a:endParaRPr lang="en-US" sz="1200" noProof="0">
              <a:cs typeface="Arial" pitchFamily="34" charset="0"/>
            </a:endParaRPr>
          </a:p>
          <a:p>
            <a:pPr algn="ctr" fontAlgn="base">
              <a:spcBef>
                <a:spcPct val="0"/>
              </a:spcBef>
              <a:spcAft>
                <a:spcPct val="0"/>
              </a:spcAft>
            </a:pPr>
            <a:endParaRPr lang="en-US" sz="1200" noProof="0">
              <a:cs typeface="Arial" pitchFamily="34" charset="0"/>
            </a:endParaRPr>
          </a:p>
          <a:p>
            <a:pPr algn="ctr" fontAlgn="base">
              <a:spcBef>
                <a:spcPct val="0"/>
              </a:spcBef>
              <a:spcAft>
                <a:spcPct val="0"/>
              </a:spcAft>
            </a:pPr>
            <a:endParaRPr lang="en-US" sz="1200" noProof="0">
              <a:cs typeface="Arial" pitchFamily="34" charset="0"/>
            </a:endParaRPr>
          </a:p>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u="none" strike="noStrike" cap="none" normalizeH="0" baseline="0" noProof="0">
              <a:ln>
                <a:noFill/>
              </a:ln>
              <a:effectLst/>
              <a:cs typeface="Arial" pitchFamily="34" charset="0"/>
            </a:endParaRPr>
          </a:p>
        </p:txBody>
      </p:sp>
      <p:sp>
        <p:nvSpPr>
          <p:cNvPr id="19" name="Rectangle 80">
            <a:extLst>
              <a:ext uri="{FF2B5EF4-FFF2-40B4-BE49-F238E27FC236}">
                <a16:creationId xmlns:a16="http://schemas.microsoft.com/office/drawing/2014/main" id="{E3A51982-A0D9-A198-7AAC-72220A0493FC}"/>
              </a:ext>
            </a:extLst>
          </p:cNvPr>
          <p:cNvSpPr/>
          <p:nvPr/>
        </p:nvSpPr>
        <p:spPr bwMode="auto">
          <a:xfrm>
            <a:off x="6493585" y="3794870"/>
            <a:ext cx="5257942" cy="954247"/>
          </a:xfrm>
          <a:prstGeom prst="rect">
            <a:avLst/>
          </a:prstGeom>
          <a:noFill/>
          <a:ln w="9525" cap="flat" cmpd="sng" algn="ctr">
            <a:noFill/>
            <a:prstDash val="solid"/>
            <a:round/>
            <a:headEnd type="none" w="med" len="med"/>
            <a:tailEnd type="none" w="med" len="med"/>
          </a:ln>
          <a:effectLst/>
        </p:spPr>
        <p:txBody>
          <a:bodyPr vert="horz" wrap="square" lIns="108000" tIns="144000" rIns="360000" bIns="36000" numCol="1" rtlCol="0" anchor="t" anchorCtr="0" compatLnSpc="1">
            <a:prstTxWarp prst="textNoShape">
              <a:avLst/>
            </a:prstTxWarp>
          </a:bodyPr>
          <a:lstStyle/>
          <a:p>
            <a:pPr algn="ctr" fontAlgn="base">
              <a:spcBef>
                <a:spcPct val="0"/>
              </a:spcBef>
              <a:spcAft>
                <a:spcPct val="0"/>
              </a:spcAft>
            </a:pPr>
            <a:r>
              <a:rPr lang="en-US" sz="1200" b="1" noProof="0"/>
              <a:t>Real-World Frictions Destroy Alpha: </a:t>
            </a:r>
            <a:r>
              <a:rPr lang="en-US" sz="1200" noProof="0"/>
              <a:t>High turnover, shorting costs, and withholding taxes on dividends severely drag performance.  After all frictions, the Sharpe ratio plummets to 0.20, and post-2000 performance completely flatlines.</a:t>
            </a:r>
          </a:p>
          <a:p>
            <a:pPr algn="ctr" fontAlgn="base">
              <a:spcBef>
                <a:spcPct val="0"/>
              </a:spcBef>
              <a:spcAft>
                <a:spcPct val="0"/>
              </a:spcAft>
            </a:pPr>
            <a:endParaRPr lang="en-US" sz="1200" noProof="0"/>
          </a:p>
          <a:p>
            <a:pPr algn="ctr" fontAlgn="base">
              <a:spcBef>
                <a:spcPct val="0"/>
              </a:spcBef>
              <a:spcAft>
                <a:spcPct val="0"/>
              </a:spcAft>
            </a:pPr>
            <a:endParaRPr lang="en-US" sz="1200" noProof="0">
              <a:cs typeface="Arial" pitchFamily="34" charset="0"/>
            </a:endParaRPr>
          </a:p>
          <a:p>
            <a:pPr algn="ctr" fontAlgn="base">
              <a:spcBef>
                <a:spcPct val="0"/>
              </a:spcBef>
              <a:spcAft>
                <a:spcPct val="0"/>
              </a:spcAft>
            </a:pPr>
            <a:endParaRPr lang="en-US" sz="1200" noProof="0">
              <a:cs typeface="Arial" pitchFamily="34" charset="0"/>
            </a:endParaRPr>
          </a:p>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u="none" strike="noStrike" cap="none" normalizeH="0" baseline="0" noProof="0">
              <a:ln>
                <a:noFill/>
              </a:ln>
              <a:effectLst/>
              <a:cs typeface="Arial" pitchFamily="34" charset="0"/>
            </a:endParaRPr>
          </a:p>
        </p:txBody>
      </p:sp>
      <p:sp>
        <p:nvSpPr>
          <p:cNvPr id="20" name="Rectangle 80">
            <a:extLst>
              <a:ext uri="{FF2B5EF4-FFF2-40B4-BE49-F238E27FC236}">
                <a16:creationId xmlns:a16="http://schemas.microsoft.com/office/drawing/2014/main" id="{8FF925FB-FD1C-E7CC-9A71-CF34FBEE9F09}"/>
              </a:ext>
            </a:extLst>
          </p:cNvPr>
          <p:cNvSpPr/>
          <p:nvPr/>
        </p:nvSpPr>
        <p:spPr bwMode="auto">
          <a:xfrm>
            <a:off x="6522506" y="4749117"/>
            <a:ext cx="5229021" cy="1034108"/>
          </a:xfrm>
          <a:prstGeom prst="rect">
            <a:avLst/>
          </a:prstGeom>
          <a:noFill/>
          <a:ln w="9525" cap="flat" cmpd="sng" algn="ctr">
            <a:noFill/>
            <a:prstDash val="solid"/>
            <a:round/>
            <a:headEnd type="none" w="med" len="med"/>
            <a:tailEnd type="none" w="med" len="med"/>
          </a:ln>
          <a:effectLst/>
        </p:spPr>
        <p:txBody>
          <a:bodyPr vert="horz" wrap="square" lIns="108000" tIns="144000" rIns="360000" bIns="36000" numCol="1" rtlCol="0" anchor="t" anchorCtr="0" compatLnSpc="1">
            <a:prstTxWarp prst="textNoShape">
              <a:avLst/>
            </a:prstTxWarp>
          </a:bodyPr>
          <a:lstStyle/>
          <a:p>
            <a:pPr algn="ctr" fontAlgn="base">
              <a:spcBef>
                <a:spcPct val="0"/>
              </a:spcBef>
              <a:spcAft>
                <a:spcPct val="0"/>
              </a:spcAft>
            </a:pPr>
            <a:r>
              <a:rPr lang="en-US" sz="1200" b="1" noProof="0"/>
              <a:t>Position Capping Fails:</a:t>
            </a:r>
            <a:r>
              <a:rPr lang="en-US" sz="1200" noProof="0"/>
              <a:t> Attempting to solve the big universe size by limiting trades to the top 5% highest-conviction positions cut absolute and risk-adjusted returns in half. The factor momentum premium relies entirely on broad, scattered diversification and fails when concentrated.</a:t>
            </a:r>
            <a:endParaRPr lang="en-US" sz="1200" noProof="0">
              <a:cs typeface="Arial" pitchFamily="34" charset="0"/>
            </a:endParaRPr>
          </a:p>
          <a:p>
            <a:pPr algn="ctr" fontAlgn="base">
              <a:spcBef>
                <a:spcPct val="0"/>
              </a:spcBef>
              <a:spcAft>
                <a:spcPct val="0"/>
              </a:spcAft>
            </a:pPr>
            <a:endParaRPr lang="en-US" sz="1200" noProof="0">
              <a:cs typeface="Arial" pitchFamily="34" charset="0"/>
            </a:endParaRPr>
          </a:p>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u="none" strike="noStrike" cap="none" normalizeH="0" baseline="0" noProof="0">
              <a:ln>
                <a:noFill/>
              </a:ln>
              <a:effectLst/>
              <a:cs typeface="Arial" pitchFamily="34" charset="0"/>
            </a:endParaRPr>
          </a:p>
        </p:txBody>
      </p:sp>
    </p:spTree>
    <p:extLst>
      <p:ext uri="{BB962C8B-B14F-4D97-AF65-F5344CB8AC3E}">
        <p14:creationId xmlns:p14="http://schemas.microsoft.com/office/powerpoint/2010/main" val="2319766726"/>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23B04307-EB60-13A5-664E-A740DA054262}"/>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6329562D-CF38-6254-228D-29B0C7BA2E63}"/>
              </a:ext>
            </a:extLst>
          </p:cNvPr>
          <p:cNvSpPr>
            <a:spLocks noGrp="1"/>
          </p:cNvSpPr>
          <p:nvPr>
            <p:ph type="body" sz="quarter" idx="13"/>
          </p:nvPr>
        </p:nvSpPr>
        <p:spPr/>
        <p:txBody>
          <a:bodyPr/>
          <a:lstStyle/>
          <a:p>
            <a:r>
              <a:rPr lang="en-US" noProof="0"/>
              <a:t>R Shiny App usage demonstration</a:t>
            </a:r>
          </a:p>
        </p:txBody>
      </p:sp>
      <p:sp>
        <p:nvSpPr>
          <p:cNvPr id="8" name="Rectangle 7">
            <a:extLst>
              <a:ext uri="{FF2B5EF4-FFF2-40B4-BE49-F238E27FC236}">
                <a16:creationId xmlns:a16="http://schemas.microsoft.com/office/drawing/2014/main" id="{6D2DC770-8891-98BC-C462-FA288F1A4195}"/>
              </a:ext>
            </a:extLst>
          </p:cNvPr>
          <p:cNvSpPr/>
          <p:nvPr/>
        </p:nvSpPr>
        <p:spPr>
          <a:xfrm>
            <a:off x="391886" y="881744"/>
            <a:ext cx="1137513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rPr>
              <a:t>R Shiny App</a:t>
            </a:r>
            <a:endParaRPr lang="en-US" sz="1800" b="1" noProof="0">
              <a:solidFill>
                <a:schemeClr val="bg1"/>
              </a:solidFill>
            </a:endParaRPr>
          </a:p>
        </p:txBody>
      </p:sp>
      <p:sp>
        <p:nvSpPr>
          <p:cNvPr id="2" name="CasellaDiTesto 1">
            <a:extLst>
              <a:ext uri="{FF2B5EF4-FFF2-40B4-BE49-F238E27FC236}">
                <a16:creationId xmlns:a16="http://schemas.microsoft.com/office/drawing/2014/main" id="{810E0825-B69E-17F3-FD76-E0F4DF794A1A}"/>
              </a:ext>
            </a:extLst>
          </p:cNvPr>
          <p:cNvSpPr txBox="1"/>
          <p:nvPr/>
        </p:nvSpPr>
        <p:spPr>
          <a:xfrm>
            <a:off x="391887" y="1748308"/>
            <a:ext cx="3195375" cy="2683940"/>
          </a:xfrm>
          <a:prstGeom prst="rect">
            <a:avLst/>
          </a:prstGeom>
          <a:noFill/>
        </p:spPr>
        <p:txBody>
          <a:bodyPr wrap="square" rtlCol="0">
            <a:spAutoFit/>
          </a:bodyPr>
          <a:lstStyle/>
          <a:p>
            <a:pPr>
              <a:lnSpc>
                <a:spcPct val="150000"/>
              </a:lnSpc>
            </a:pPr>
            <a:r>
              <a:rPr lang="en-US" sz="1400" noProof="0"/>
              <a:t>More interactively what we did:</a:t>
            </a:r>
          </a:p>
          <a:p>
            <a:pPr marL="171450" indent="-171450">
              <a:lnSpc>
                <a:spcPct val="150000"/>
              </a:lnSpc>
              <a:buFont typeface="Arial" panose="020B0604020202020204" pitchFamily="34" charset="0"/>
              <a:buChar char="•"/>
            </a:pPr>
            <a:r>
              <a:rPr lang="en-US" sz="1400" noProof="0">
                <a:hlinkClick r:id="rId3"/>
              </a:rPr>
              <a:t>https://huggingface.co/spaces/farkastallos/Ilab_Factor_Momentum</a:t>
            </a:r>
            <a:endParaRPr lang="en-US" sz="1400" noProof="0"/>
          </a:p>
          <a:p>
            <a:endParaRPr lang="en-US" sz="1400" noProof="0"/>
          </a:p>
          <a:p>
            <a:endParaRPr lang="en-US" sz="1400" noProof="0"/>
          </a:p>
          <a:p>
            <a:r>
              <a:rPr lang="en-US" sz="1400" b="1" noProof="0"/>
              <a:t>Credentials</a:t>
            </a:r>
            <a:r>
              <a:rPr lang="en-US" sz="1400" noProof="0"/>
              <a:t>:</a:t>
            </a:r>
          </a:p>
          <a:p>
            <a:pPr marL="285750" indent="-285750">
              <a:buFont typeface="Arial" panose="020B0604020202020204" pitchFamily="34" charset="0"/>
              <a:buChar char="•"/>
            </a:pPr>
            <a:r>
              <a:rPr lang="en-US" sz="1400" noProof="0"/>
              <a:t>User: </a:t>
            </a:r>
            <a:r>
              <a:rPr lang="en-US" sz="1400" noProof="0" err="1"/>
              <a:t>Ilab_member</a:t>
            </a:r>
            <a:endParaRPr lang="en-US" sz="1400" noProof="0"/>
          </a:p>
          <a:p>
            <a:pPr marL="285750" indent="-285750">
              <a:buFont typeface="Arial" panose="020B0604020202020204" pitchFamily="34" charset="0"/>
              <a:buChar char="•"/>
            </a:pPr>
            <a:r>
              <a:rPr lang="en-US" sz="1400" noProof="0"/>
              <a:t>Password: Ilab_member_12_1</a:t>
            </a:r>
          </a:p>
          <a:p>
            <a:pPr marL="171450" indent="-171450">
              <a:lnSpc>
                <a:spcPct val="150000"/>
              </a:lnSpc>
              <a:buFont typeface="Arial" panose="020B0604020202020204" pitchFamily="34" charset="0"/>
              <a:buChar char="•"/>
            </a:pPr>
            <a:endParaRPr lang="en-US" sz="1100" noProof="0"/>
          </a:p>
        </p:txBody>
      </p:sp>
      <p:pic>
        <p:nvPicPr>
          <p:cNvPr id="5" name="Immagine 4" descr="Immagine che contiene testo, linea, Diagramma, schermata&#10;&#10;Il contenuto generato dall'IA potrebbe non essere corretto.">
            <a:extLst>
              <a:ext uri="{FF2B5EF4-FFF2-40B4-BE49-F238E27FC236}">
                <a16:creationId xmlns:a16="http://schemas.microsoft.com/office/drawing/2014/main" id="{31A7629E-1754-2307-644E-1C91A65FA8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94268" y="1748308"/>
            <a:ext cx="7872754" cy="4308145"/>
          </a:xfrm>
          <a:prstGeom prst="rect">
            <a:avLst/>
          </a:prstGeom>
        </p:spPr>
      </p:pic>
      <p:cxnSp>
        <p:nvCxnSpPr>
          <p:cNvPr id="6" name="Gerader Verbinder 11">
            <a:extLst>
              <a:ext uri="{FF2B5EF4-FFF2-40B4-BE49-F238E27FC236}">
                <a16:creationId xmlns:a16="http://schemas.microsoft.com/office/drawing/2014/main" id="{981F5650-F1DE-BAD4-1065-9E3381B1D975}"/>
              </a:ext>
            </a:extLst>
          </p:cNvPr>
          <p:cNvCxnSpPr>
            <a:cxnSpLocks/>
          </p:cNvCxnSpPr>
          <p:nvPr/>
        </p:nvCxnSpPr>
        <p:spPr bwMode="auto">
          <a:xfrm flipH="1">
            <a:off x="473336" y="3292003"/>
            <a:ext cx="3113926" cy="0"/>
          </a:xfrm>
          <a:prstGeom prst="line">
            <a:avLst/>
          </a:prstGeom>
          <a:noFill/>
          <a:ln w="15875" cap="flat" cmpd="sng" algn="ctr">
            <a:solidFill>
              <a:schemeClr val="tx2"/>
            </a:solidFill>
            <a:prstDash val="solid"/>
            <a:round/>
            <a:headEnd type="none" w="med" len="med"/>
            <a:tailEnd type="none" w="med" len="med"/>
          </a:ln>
          <a:effectLst/>
        </p:spPr>
      </p:cxnSp>
      <p:grpSp>
        <p:nvGrpSpPr>
          <p:cNvPr id="9" name="Group 14">
            <a:extLst>
              <a:ext uri="{FF2B5EF4-FFF2-40B4-BE49-F238E27FC236}">
                <a16:creationId xmlns:a16="http://schemas.microsoft.com/office/drawing/2014/main" id="{30E2594E-AD9A-AAB7-8BAA-4ED1618F58EC}"/>
              </a:ext>
            </a:extLst>
          </p:cNvPr>
          <p:cNvGrpSpPr/>
          <p:nvPr/>
        </p:nvGrpSpPr>
        <p:grpSpPr>
          <a:xfrm rot="5400000">
            <a:off x="1847420" y="3009502"/>
            <a:ext cx="365758" cy="565002"/>
            <a:chOff x="10190945" y="6120701"/>
            <a:chExt cx="365758" cy="788721"/>
          </a:xfrm>
        </p:grpSpPr>
        <p:sp>
          <p:nvSpPr>
            <p:cNvPr id="10" name="Oval 6">
              <a:extLst>
                <a:ext uri="{FF2B5EF4-FFF2-40B4-BE49-F238E27FC236}">
                  <a16:creationId xmlns:a16="http://schemas.microsoft.com/office/drawing/2014/main" id="{3FC6DCA9-6498-2A61-3B5F-0D705A107F46}"/>
                </a:ext>
              </a:extLst>
            </p:cNvPr>
            <p:cNvSpPr/>
            <p:nvPr/>
          </p:nvSpPr>
          <p:spPr bwMode="auto">
            <a:xfrm flipV="1">
              <a:off x="10190945" y="6120701"/>
              <a:ext cx="365758" cy="788721"/>
            </a:xfrm>
            <a:prstGeom prst="ellipse">
              <a:avLst/>
            </a:prstGeom>
            <a:solidFill>
              <a:schemeClr val="bg1"/>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pic>
          <p:nvPicPr>
            <p:cNvPr id="11" name="Grafik 12" descr="Caretzeichen nach rechts mit einfarbiger Füllung">
              <a:extLst>
                <a:ext uri="{FF2B5EF4-FFF2-40B4-BE49-F238E27FC236}">
                  <a16:creationId xmlns:a16="http://schemas.microsoft.com/office/drawing/2014/main" id="{B48FA5C9-27D1-A663-01B1-9B385E7202C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31915" y="6124325"/>
              <a:ext cx="311637" cy="785097"/>
            </a:xfrm>
            <a:prstGeom prst="rect">
              <a:avLst/>
            </a:prstGeom>
          </p:spPr>
        </p:pic>
      </p:grpSp>
    </p:spTree>
    <p:extLst>
      <p:ext uri="{BB962C8B-B14F-4D97-AF65-F5344CB8AC3E}">
        <p14:creationId xmlns:p14="http://schemas.microsoft.com/office/powerpoint/2010/main" val="29113857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3ECC1711-69E5-DBF1-DB17-47879CD0E107}"/>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B05C79CE-7373-E362-9F0F-07BFA97A0B98}"/>
              </a:ext>
            </a:extLst>
          </p:cNvPr>
          <p:cNvSpPr>
            <a:spLocks noGrp="1"/>
          </p:cNvSpPr>
          <p:nvPr>
            <p:ph type="body" sz="quarter" idx="13"/>
          </p:nvPr>
        </p:nvSpPr>
        <p:spPr/>
        <p:txBody>
          <a:bodyPr/>
          <a:lstStyle/>
          <a:p>
            <a:r>
              <a:rPr lang="en-US" noProof="0"/>
              <a:t>R Shiny App usage demonstration</a:t>
            </a:r>
          </a:p>
        </p:txBody>
      </p:sp>
      <p:sp>
        <p:nvSpPr>
          <p:cNvPr id="8" name="Rectangle 7">
            <a:extLst>
              <a:ext uri="{FF2B5EF4-FFF2-40B4-BE49-F238E27FC236}">
                <a16:creationId xmlns:a16="http://schemas.microsoft.com/office/drawing/2014/main" id="{ED2C9BB6-DA95-7A9D-6648-A2CE78CF4E55}"/>
              </a:ext>
            </a:extLst>
          </p:cNvPr>
          <p:cNvSpPr/>
          <p:nvPr/>
        </p:nvSpPr>
        <p:spPr>
          <a:xfrm>
            <a:off x="391886" y="881744"/>
            <a:ext cx="1137513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rPr>
              <a:t>R Shiny App</a:t>
            </a:r>
            <a:endParaRPr lang="en-US" sz="1800" b="1" noProof="0">
              <a:solidFill>
                <a:schemeClr val="bg1"/>
              </a:solidFill>
            </a:endParaRPr>
          </a:p>
        </p:txBody>
      </p:sp>
      <p:pic>
        <p:nvPicPr>
          <p:cNvPr id="3" name="Picture 2">
            <a:extLst>
              <a:ext uri="{FF2B5EF4-FFF2-40B4-BE49-F238E27FC236}">
                <a16:creationId xmlns:a16="http://schemas.microsoft.com/office/drawing/2014/main" id="{6E240EFC-C99C-09A2-8637-89D304AD6A42}"/>
              </a:ext>
            </a:extLst>
          </p:cNvPr>
          <p:cNvPicPr>
            <a:picLocks noChangeAspect="1"/>
          </p:cNvPicPr>
          <p:nvPr/>
        </p:nvPicPr>
        <p:blipFill>
          <a:blip r:embed="rId3"/>
          <a:stretch>
            <a:fillRect/>
          </a:stretch>
        </p:blipFill>
        <p:spPr>
          <a:xfrm>
            <a:off x="391886" y="1450078"/>
            <a:ext cx="9646920" cy="4712692"/>
          </a:xfrm>
          <a:prstGeom prst="rect">
            <a:avLst/>
          </a:prstGeom>
        </p:spPr>
      </p:pic>
    </p:spTree>
    <p:extLst>
      <p:ext uri="{BB962C8B-B14F-4D97-AF65-F5344CB8AC3E}">
        <p14:creationId xmlns:p14="http://schemas.microsoft.com/office/powerpoint/2010/main" val="25969117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9C008335-8BFC-0A18-AEB6-7850CF2CE1B3}"/>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E6074093-8836-4927-1FC2-F4A190C67911}"/>
              </a:ext>
            </a:extLst>
          </p:cNvPr>
          <p:cNvSpPr>
            <a:spLocks noGrp="1"/>
          </p:cNvSpPr>
          <p:nvPr>
            <p:ph type="body" sz="quarter" idx="13"/>
          </p:nvPr>
        </p:nvSpPr>
        <p:spPr/>
        <p:txBody>
          <a:bodyPr/>
          <a:lstStyle/>
          <a:p>
            <a:r>
              <a:rPr lang="en-US" noProof="0"/>
              <a:t>R Shiny App usage demonstration</a:t>
            </a:r>
          </a:p>
        </p:txBody>
      </p:sp>
      <p:sp>
        <p:nvSpPr>
          <p:cNvPr id="8" name="Rectangle 7">
            <a:extLst>
              <a:ext uri="{FF2B5EF4-FFF2-40B4-BE49-F238E27FC236}">
                <a16:creationId xmlns:a16="http://schemas.microsoft.com/office/drawing/2014/main" id="{EC7B766C-CEE0-923A-36FB-246F5A665471}"/>
              </a:ext>
            </a:extLst>
          </p:cNvPr>
          <p:cNvSpPr/>
          <p:nvPr/>
        </p:nvSpPr>
        <p:spPr>
          <a:xfrm>
            <a:off x="391886" y="881744"/>
            <a:ext cx="1137513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rPr>
              <a:t>R Shiny App</a:t>
            </a:r>
            <a:endParaRPr lang="en-US" sz="1800" b="1" noProof="0">
              <a:solidFill>
                <a:schemeClr val="bg1"/>
              </a:solidFill>
            </a:endParaRPr>
          </a:p>
        </p:txBody>
      </p:sp>
      <p:pic>
        <p:nvPicPr>
          <p:cNvPr id="13" name="Picture 12">
            <a:extLst>
              <a:ext uri="{FF2B5EF4-FFF2-40B4-BE49-F238E27FC236}">
                <a16:creationId xmlns:a16="http://schemas.microsoft.com/office/drawing/2014/main" id="{D992FFD9-6045-65F8-1854-57166495AEC7}"/>
              </a:ext>
            </a:extLst>
          </p:cNvPr>
          <p:cNvPicPr>
            <a:picLocks noChangeAspect="1"/>
          </p:cNvPicPr>
          <p:nvPr/>
        </p:nvPicPr>
        <p:blipFill>
          <a:blip r:embed="rId3"/>
          <a:stretch>
            <a:fillRect/>
          </a:stretch>
        </p:blipFill>
        <p:spPr>
          <a:xfrm>
            <a:off x="391885" y="1457420"/>
            <a:ext cx="9647595" cy="5130714"/>
          </a:xfrm>
          <a:prstGeom prst="rect">
            <a:avLst/>
          </a:prstGeom>
        </p:spPr>
      </p:pic>
    </p:spTree>
    <p:extLst>
      <p:ext uri="{BB962C8B-B14F-4D97-AF65-F5344CB8AC3E}">
        <p14:creationId xmlns:p14="http://schemas.microsoft.com/office/powerpoint/2010/main" val="32005912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7507AB77-179B-F52D-0908-1B7A86AFEA0B}"/>
            </a:ext>
          </a:extLst>
        </p:cNvPr>
        <p:cNvGrpSpPr/>
        <p:nvPr/>
      </p:nvGrpSpPr>
      <p:grpSpPr>
        <a:xfrm>
          <a:off x="0" y="0"/>
          <a:ext cx="0" cy="0"/>
          <a:chOff x="0" y="0"/>
          <a:chExt cx="0" cy="0"/>
        </a:xfrm>
      </p:grpSpPr>
      <p:sp>
        <p:nvSpPr>
          <p:cNvPr id="10" name="Rettangolo 9">
            <a:extLst>
              <a:ext uri="{FF2B5EF4-FFF2-40B4-BE49-F238E27FC236}">
                <a16:creationId xmlns:a16="http://schemas.microsoft.com/office/drawing/2014/main" id="{EE680696-9CB0-8DDA-059C-166C15A1D2D3}"/>
              </a:ext>
            </a:extLst>
          </p:cNvPr>
          <p:cNvSpPr/>
          <p:nvPr/>
        </p:nvSpPr>
        <p:spPr>
          <a:xfrm>
            <a:off x="6133495" y="4291524"/>
            <a:ext cx="5629123" cy="2285543"/>
          </a:xfrm>
          <a:prstGeom prst="rect">
            <a:avLst/>
          </a:prstGeom>
          <a:pattFill prst="dkDnDiag">
            <a:fgClr>
              <a:schemeClr val="bg2"/>
            </a:fgClr>
            <a:bgClr>
              <a:schemeClr val="bg1"/>
            </a:bgClr>
          </a:patt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 name="Rettangolo 8">
            <a:extLst>
              <a:ext uri="{FF2B5EF4-FFF2-40B4-BE49-F238E27FC236}">
                <a16:creationId xmlns:a16="http://schemas.microsoft.com/office/drawing/2014/main" id="{D074F160-2061-9FB1-F47D-0BA833275061}"/>
              </a:ext>
            </a:extLst>
          </p:cNvPr>
          <p:cNvSpPr/>
          <p:nvPr/>
        </p:nvSpPr>
        <p:spPr>
          <a:xfrm>
            <a:off x="391885" y="3926587"/>
            <a:ext cx="5629123" cy="2650481"/>
          </a:xfrm>
          <a:prstGeom prst="rect">
            <a:avLst/>
          </a:prstGeom>
          <a:pattFill prst="dkDnDiag">
            <a:fgClr>
              <a:schemeClr val="bg2"/>
            </a:fgClr>
            <a:bgClr>
              <a:schemeClr val="bg1"/>
            </a:bgClr>
          </a:patt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noProof="0"/>
          </a:p>
        </p:txBody>
      </p:sp>
      <p:sp>
        <p:nvSpPr>
          <p:cNvPr id="5" name="Rettangolo 4">
            <a:extLst>
              <a:ext uri="{FF2B5EF4-FFF2-40B4-BE49-F238E27FC236}">
                <a16:creationId xmlns:a16="http://schemas.microsoft.com/office/drawing/2014/main" id="{D76090C4-C1DB-A1B1-3556-9C103F00E304}"/>
              </a:ext>
            </a:extLst>
          </p:cNvPr>
          <p:cNvSpPr/>
          <p:nvPr/>
        </p:nvSpPr>
        <p:spPr>
          <a:xfrm>
            <a:off x="391886" y="2019086"/>
            <a:ext cx="5629123" cy="1748682"/>
          </a:xfrm>
          <a:prstGeom prst="rect">
            <a:avLst/>
          </a:prstGeom>
          <a:pattFill prst="dkDnDiag">
            <a:fgClr>
              <a:schemeClr val="bg2"/>
            </a:fgClr>
            <a:bgClr>
              <a:schemeClr val="bg1"/>
            </a:bgClr>
          </a:patt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Rettangolo 5">
            <a:extLst>
              <a:ext uri="{FF2B5EF4-FFF2-40B4-BE49-F238E27FC236}">
                <a16:creationId xmlns:a16="http://schemas.microsoft.com/office/drawing/2014/main" id="{4F906C1C-3943-2D44-38F6-65A380FB1844}"/>
              </a:ext>
            </a:extLst>
          </p:cNvPr>
          <p:cNvSpPr/>
          <p:nvPr/>
        </p:nvSpPr>
        <p:spPr>
          <a:xfrm>
            <a:off x="6133495" y="2002898"/>
            <a:ext cx="5629123" cy="1764869"/>
          </a:xfrm>
          <a:prstGeom prst="rect">
            <a:avLst/>
          </a:prstGeom>
          <a:pattFill prst="dkDnDiag">
            <a:fgClr>
              <a:schemeClr val="bg2"/>
            </a:fgClr>
            <a:bgClr>
              <a:schemeClr val="bg1"/>
            </a:bgClr>
          </a:patt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7" name="Text Placeholder 6">
            <a:extLst>
              <a:ext uri="{FF2B5EF4-FFF2-40B4-BE49-F238E27FC236}">
                <a16:creationId xmlns:a16="http://schemas.microsoft.com/office/drawing/2014/main" id="{25698CAB-DAA3-28D4-14C2-D9372EBEC37A}"/>
              </a:ext>
            </a:extLst>
          </p:cNvPr>
          <p:cNvSpPr>
            <a:spLocks noGrp="1"/>
          </p:cNvSpPr>
          <p:nvPr>
            <p:ph type="body" sz="quarter" idx="13"/>
          </p:nvPr>
        </p:nvSpPr>
        <p:spPr/>
        <p:txBody>
          <a:bodyPr/>
          <a:lstStyle/>
          <a:p>
            <a:r>
              <a:rPr lang="en-US" noProof="0"/>
              <a:t>Strategy Conclusion, Portfolio Implications &amp; Implementation Constraints</a:t>
            </a:r>
          </a:p>
        </p:txBody>
      </p:sp>
      <p:sp>
        <p:nvSpPr>
          <p:cNvPr id="8" name="Rectangle 7">
            <a:extLst>
              <a:ext uri="{FF2B5EF4-FFF2-40B4-BE49-F238E27FC236}">
                <a16:creationId xmlns:a16="http://schemas.microsoft.com/office/drawing/2014/main" id="{1F2C7B0D-96E5-B6DF-80E2-E25D72835A32}"/>
              </a:ext>
            </a:extLst>
          </p:cNvPr>
          <p:cNvSpPr/>
          <p:nvPr/>
        </p:nvSpPr>
        <p:spPr>
          <a:xfrm>
            <a:off x="391886" y="881744"/>
            <a:ext cx="11370732"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ILAB Lessons Learned</a:t>
            </a:r>
            <a:endParaRPr lang="en-US" sz="1800" b="1" i="1" noProof="0">
              <a:solidFill>
                <a:schemeClr val="bg1"/>
              </a:solidFill>
            </a:endParaRPr>
          </a:p>
        </p:txBody>
      </p:sp>
      <p:sp>
        <p:nvSpPr>
          <p:cNvPr id="11" name="Rectangle 10">
            <a:extLst>
              <a:ext uri="{FF2B5EF4-FFF2-40B4-BE49-F238E27FC236}">
                <a16:creationId xmlns:a16="http://schemas.microsoft.com/office/drawing/2014/main" id="{B6ECD752-8E6F-4556-BEAD-F4548E420032}"/>
              </a:ext>
            </a:extLst>
          </p:cNvPr>
          <p:cNvSpPr/>
          <p:nvPr/>
        </p:nvSpPr>
        <p:spPr>
          <a:xfrm>
            <a:off x="391885" y="2019087"/>
            <a:ext cx="5629123" cy="17486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lvl="0" indent="-285750" fontAlgn="base">
              <a:lnSpc>
                <a:spcPct val="150000"/>
              </a:lnSpc>
              <a:spcBef>
                <a:spcPct val="0"/>
              </a:spcBef>
              <a:spcAft>
                <a:spcPct val="0"/>
              </a:spcAft>
              <a:buFont typeface="Arial" panose="020B0604020202020204" pitchFamily="34" charset="0"/>
              <a:buChar char="•"/>
            </a:pPr>
            <a:r>
              <a:rPr lang="en-US" altLang="en-US" sz="1200">
                <a:solidFill>
                  <a:schemeClr val="tx1"/>
                </a:solidFill>
              </a:rPr>
              <a:t>We realized that academic, factor-level </a:t>
            </a:r>
            <a:r>
              <a:rPr lang="en-US" altLang="en-US" sz="1200" err="1">
                <a:solidFill>
                  <a:schemeClr val="tx1"/>
                </a:solidFill>
              </a:rPr>
              <a:t>backtests</a:t>
            </a:r>
            <a:r>
              <a:rPr lang="en-US" altLang="en-US" sz="1200">
                <a:solidFill>
                  <a:schemeClr val="tx1"/>
                </a:solidFill>
              </a:rPr>
              <a:t> often look deceptively perfect on paper and overstate how easily a strategy can be implemented.</a:t>
            </a:r>
          </a:p>
          <a:p>
            <a:pPr marL="285750" lvl="0" indent="-285750" fontAlgn="base">
              <a:lnSpc>
                <a:spcPct val="150000"/>
              </a:lnSpc>
              <a:spcBef>
                <a:spcPct val="0"/>
              </a:spcBef>
              <a:spcAft>
                <a:spcPct val="0"/>
              </a:spcAft>
              <a:buFont typeface="Arial" panose="020B0604020202020204" pitchFamily="34" charset="0"/>
              <a:buChar char="•"/>
            </a:pPr>
            <a:r>
              <a:rPr lang="en-US" altLang="en-US" sz="1200">
                <a:solidFill>
                  <a:schemeClr val="tx1"/>
                </a:solidFill>
              </a:rPr>
              <a:t>By actually building the strategy stock-by-stock, we learned how to identify and manage the messy, real-world concentration and idiosyncratic risks that high-level summaries usually hide.</a:t>
            </a:r>
          </a:p>
        </p:txBody>
      </p:sp>
      <p:sp>
        <p:nvSpPr>
          <p:cNvPr id="2" name="Rectangle 10">
            <a:extLst>
              <a:ext uri="{FF2B5EF4-FFF2-40B4-BE49-F238E27FC236}">
                <a16:creationId xmlns:a16="http://schemas.microsoft.com/office/drawing/2014/main" id="{5DC95359-41FD-CE63-AFD0-29BA0C8C635D}"/>
              </a:ext>
            </a:extLst>
          </p:cNvPr>
          <p:cNvSpPr/>
          <p:nvPr/>
        </p:nvSpPr>
        <p:spPr>
          <a:xfrm>
            <a:off x="391885" y="4282742"/>
            <a:ext cx="5629118" cy="22855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r>
              <a:rPr lang="en-US" sz="1200" noProof="0">
                <a:solidFill>
                  <a:schemeClr val="tx1"/>
                </a:solidFill>
              </a:rPr>
              <a:t>Transaction Costs:  Transaction costs and short financing are material at scale. Once implemented, a significant share of gross alpha was absorbed by trading costs and shorting expenses.</a:t>
            </a:r>
          </a:p>
          <a:p>
            <a:pPr marL="285750" indent="-285750">
              <a:lnSpc>
                <a:spcPct val="150000"/>
              </a:lnSpc>
              <a:buFont typeface="Arial" panose="020B0604020202020204" pitchFamily="34" charset="0"/>
              <a:buChar char="•"/>
            </a:pPr>
            <a:r>
              <a:rPr lang="en-US" sz="1200" noProof="0">
                <a:solidFill>
                  <a:schemeClr val="tx1"/>
                </a:solidFill>
              </a:rPr>
              <a:t>Lagging the signal by one trading day reduced implementation bias and more accurately reflected real execution/availability of inputs, though it weakened raw back-test performance.</a:t>
            </a:r>
          </a:p>
        </p:txBody>
      </p:sp>
      <p:sp>
        <p:nvSpPr>
          <p:cNvPr id="3" name="Rectangle 10">
            <a:extLst>
              <a:ext uri="{FF2B5EF4-FFF2-40B4-BE49-F238E27FC236}">
                <a16:creationId xmlns:a16="http://schemas.microsoft.com/office/drawing/2014/main" id="{E345DFE6-6596-8E25-6578-42FFC3194F56}"/>
              </a:ext>
            </a:extLst>
          </p:cNvPr>
          <p:cNvSpPr/>
          <p:nvPr/>
        </p:nvSpPr>
        <p:spPr>
          <a:xfrm>
            <a:off x="6170992" y="4291524"/>
            <a:ext cx="5704114" cy="23799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endParaRPr lang="en-US" sz="1400" noProof="0">
              <a:solidFill>
                <a:schemeClr val="tx1"/>
              </a:solidFill>
            </a:endParaRPr>
          </a:p>
        </p:txBody>
      </p:sp>
      <p:sp>
        <p:nvSpPr>
          <p:cNvPr id="4" name="Rectangle 10">
            <a:extLst>
              <a:ext uri="{FF2B5EF4-FFF2-40B4-BE49-F238E27FC236}">
                <a16:creationId xmlns:a16="http://schemas.microsoft.com/office/drawing/2014/main" id="{02A47812-CC98-7FAD-BC01-26F32756E4B0}"/>
              </a:ext>
            </a:extLst>
          </p:cNvPr>
          <p:cNvSpPr/>
          <p:nvPr/>
        </p:nvSpPr>
        <p:spPr>
          <a:xfrm>
            <a:off x="6170992" y="2019085"/>
            <a:ext cx="5591624" cy="174868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r>
              <a:rPr lang="en-US" sz="1200" noProof="0">
                <a:solidFill>
                  <a:schemeClr val="tx1"/>
                </a:solidFill>
              </a:rPr>
              <a:t>We quickly outgrew standard laptops and had to level up our practical data engineering skills to handle the computationally intensive security-level replication.</a:t>
            </a:r>
          </a:p>
          <a:p>
            <a:pPr marL="285750" indent="-285750">
              <a:lnSpc>
                <a:spcPct val="150000"/>
              </a:lnSpc>
              <a:buFont typeface="Arial" panose="020B0604020202020204" pitchFamily="34" charset="0"/>
              <a:buChar char="•"/>
            </a:pPr>
            <a:r>
              <a:rPr lang="en-US" sz="1200" noProof="0">
                <a:solidFill>
                  <a:schemeClr val="tx1"/>
                </a:solidFill>
              </a:rPr>
              <a:t>Managing massive data taught us how to build scalable workflows, efficiently store large Parquet files, and successfully run heavy models using the WU HPC cluster and the JKP repository.</a:t>
            </a:r>
          </a:p>
        </p:txBody>
      </p:sp>
      <p:sp>
        <p:nvSpPr>
          <p:cNvPr id="13" name="Freeform: Shape 122">
            <a:extLst>
              <a:ext uri="{FF2B5EF4-FFF2-40B4-BE49-F238E27FC236}">
                <a16:creationId xmlns:a16="http://schemas.microsoft.com/office/drawing/2014/main" id="{11D83844-585B-787A-D580-BFB06A59EFB0}"/>
              </a:ext>
            </a:extLst>
          </p:cNvPr>
          <p:cNvSpPr/>
          <p:nvPr/>
        </p:nvSpPr>
        <p:spPr bwMode="auto">
          <a:xfrm rot="5400000">
            <a:off x="3148740" y="-1103804"/>
            <a:ext cx="361093" cy="5874808"/>
          </a:xfrm>
          <a:custGeom>
            <a:avLst/>
            <a:gdLst>
              <a:gd name="connsiteX0" fmla="*/ 375 w 361093"/>
              <a:gd name="connsiteY0" fmla="*/ 3656409 h 3656409"/>
              <a:gd name="connsiteX1" fmla="*/ 375 w 361093"/>
              <a:gd name="connsiteY1" fmla="*/ 151212 h 3656409"/>
              <a:gd name="connsiteX2" fmla="*/ 360375 w 361093"/>
              <a:gd name="connsiteY2" fmla="*/ 151212 h 3656409"/>
              <a:gd name="connsiteX3" fmla="*/ 360375 w 361093"/>
              <a:gd name="connsiteY3" fmla="*/ 3656409 h 3656409"/>
              <a:gd name="connsiteX4" fmla="*/ 0 w 361093"/>
              <a:gd name="connsiteY4" fmla="*/ 151211 h 3656409"/>
              <a:gd name="connsiteX5" fmla="*/ 0 w 361093"/>
              <a:gd name="connsiteY5" fmla="*/ 146343 h 3656409"/>
              <a:gd name="connsiteX6" fmla="*/ 180375 w 361093"/>
              <a:gd name="connsiteY6" fmla="*/ 0 h 3656409"/>
              <a:gd name="connsiteX7" fmla="*/ 361093 w 361093"/>
              <a:gd name="connsiteY7" fmla="*/ 146622 h 3656409"/>
              <a:gd name="connsiteX8" fmla="*/ 361093 w 361093"/>
              <a:gd name="connsiteY8" fmla="*/ 151211 h 365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093" h="3656409">
                <a:moveTo>
                  <a:pt x="375" y="3656409"/>
                </a:moveTo>
                <a:lnTo>
                  <a:pt x="375" y="151212"/>
                </a:lnTo>
                <a:lnTo>
                  <a:pt x="360375" y="151212"/>
                </a:lnTo>
                <a:lnTo>
                  <a:pt x="360375" y="3656409"/>
                </a:lnTo>
                <a:close/>
                <a:moveTo>
                  <a:pt x="0" y="151211"/>
                </a:moveTo>
                <a:lnTo>
                  <a:pt x="0" y="146343"/>
                </a:lnTo>
                <a:lnTo>
                  <a:pt x="180375" y="0"/>
                </a:lnTo>
                <a:lnTo>
                  <a:pt x="361093" y="146622"/>
                </a:lnTo>
                <a:lnTo>
                  <a:pt x="361093" y="151211"/>
                </a:lnTo>
                <a:close/>
              </a:path>
            </a:pathLst>
          </a:custGeom>
          <a:gradFill flip="none" rotWithShape="1">
            <a:gsLst>
              <a:gs pos="0">
                <a:srgbClr val="113981"/>
              </a:gs>
              <a:gs pos="0">
                <a:srgbClr val="1848A0"/>
              </a:gs>
              <a:gs pos="0">
                <a:schemeClr val="accent1">
                  <a:lumMod val="60000"/>
                  <a:lumOff val="40000"/>
                </a:schemeClr>
              </a:gs>
              <a:gs pos="46000">
                <a:schemeClr val="accent1"/>
              </a:gs>
              <a:gs pos="82000">
                <a:schemeClr val="accent1"/>
              </a:gs>
              <a:gs pos="100000">
                <a:schemeClr val="accent1">
                  <a:lumMod val="75000"/>
                </a:schemeClr>
              </a:gs>
            </a:gsLst>
            <a:lin ang="5400000" scaled="1"/>
            <a:tileRect/>
          </a:gradFill>
          <a:ln w="9525" cap="flat" cmpd="sng" algn="ctr">
            <a:noFill/>
            <a:prstDash val="solid"/>
            <a:round/>
            <a:headEnd type="none" w="med" len="med"/>
            <a:tailEnd type="none" w="med" len="med"/>
          </a:ln>
          <a:effectLst/>
        </p:spPr>
        <p:txBody>
          <a:bodyPr vert="vert270" wrap="square" lIns="0" tIns="0" rIns="18288" bIns="18288" numCol="1" rtlCol="0" anchor="ctr" anchorCtr="0" compatLnSpc="1">
            <a:prstTxWarp prst="textNoShape">
              <a:avLst/>
            </a:prstTxWarp>
            <a:noAutofit/>
          </a:bodyPr>
          <a:lstStyle/>
          <a:p>
            <a:pPr algn="ctr" fontAlgn="base">
              <a:spcBef>
                <a:spcPct val="0"/>
              </a:spcBef>
              <a:spcAft>
                <a:spcPct val="0"/>
              </a:spcAft>
            </a:pPr>
            <a:r>
              <a:rPr kumimoji="0" lang="en-US" sz="1200" b="1" i="0" strike="noStrike" cap="none" normalizeH="0" baseline="0" noProof="0">
                <a:ln>
                  <a:noFill/>
                </a:ln>
                <a:solidFill>
                  <a:schemeClr val="bg1"/>
                </a:solidFill>
                <a:effectLst/>
                <a:latin typeface="Arial" pitchFamily="34" charset="0"/>
                <a:cs typeface="Arial" pitchFamily="34" charset="0"/>
              </a:rPr>
              <a:t>Single Stock Implementation</a:t>
            </a:r>
          </a:p>
        </p:txBody>
      </p:sp>
      <p:sp>
        <p:nvSpPr>
          <p:cNvPr id="15" name="Freeform: Shape 122">
            <a:extLst>
              <a:ext uri="{FF2B5EF4-FFF2-40B4-BE49-F238E27FC236}">
                <a16:creationId xmlns:a16="http://schemas.microsoft.com/office/drawing/2014/main" id="{2ECD656F-4605-D4AC-5936-1650077B8349}"/>
              </a:ext>
            </a:extLst>
          </p:cNvPr>
          <p:cNvSpPr/>
          <p:nvPr/>
        </p:nvSpPr>
        <p:spPr bwMode="auto">
          <a:xfrm rot="5400000">
            <a:off x="3148738" y="1164791"/>
            <a:ext cx="361093" cy="5874808"/>
          </a:xfrm>
          <a:custGeom>
            <a:avLst/>
            <a:gdLst>
              <a:gd name="connsiteX0" fmla="*/ 375 w 361093"/>
              <a:gd name="connsiteY0" fmla="*/ 3656409 h 3656409"/>
              <a:gd name="connsiteX1" fmla="*/ 375 w 361093"/>
              <a:gd name="connsiteY1" fmla="*/ 151212 h 3656409"/>
              <a:gd name="connsiteX2" fmla="*/ 360375 w 361093"/>
              <a:gd name="connsiteY2" fmla="*/ 151212 h 3656409"/>
              <a:gd name="connsiteX3" fmla="*/ 360375 w 361093"/>
              <a:gd name="connsiteY3" fmla="*/ 3656409 h 3656409"/>
              <a:gd name="connsiteX4" fmla="*/ 0 w 361093"/>
              <a:gd name="connsiteY4" fmla="*/ 151211 h 3656409"/>
              <a:gd name="connsiteX5" fmla="*/ 0 w 361093"/>
              <a:gd name="connsiteY5" fmla="*/ 146343 h 3656409"/>
              <a:gd name="connsiteX6" fmla="*/ 180375 w 361093"/>
              <a:gd name="connsiteY6" fmla="*/ 0 h 3656409"/>
              <a:gd name="connsiteX7" fmla="*/ 361093 w 361093"/>
              <a:gd name="connsiteY7" fmla="*/ 146622 h 3656409"/>
              <a:gd name="connsiteX8" fmla="*/ 361093 w 361093"/>
              <a:gd name="connsiteY8" fmla="*/ 151211 h 365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093" h="3656409">
                <a:moveTo>
                  <a:pt x="375" y="3656409"/>
                </a:moveTo>
                <a:lnTo>
                  <a:pt x="375" y="151212"/>
                </a:lnTo>
                <a:lnTo>
                  <a:pt x="360375" y="151212"/>
                </a:lnTo>
                <a:lnTo>
                  <a:pt x="360375" y="3656409"/>
                </a:lnTo>
                <a:close/>
                <a:moveTo>
                  <a:pt x="0" y="151211"/>
                </a:moveTo>
                <a:lnTo>
                  <a:pt x="0" y="146343"/>
                </a:lnTo>
                <a:lnTo>
                  <a:pt x="180375" y="0"/>
                </a:lnTo>
                <a:lnTo>
                  <a:pt x="361093" y="146622"/>
                </a:lnTo>
                <a:lnTo>
                  <a:pt x="361093" y="151211"/>
                </a:lnTo>
                <a:close/>
              </a:path>
            </a:pathLst>
          </a:custGeom>
          <a:gradFill flip="none" rotWithShape="1">
            <a:gsLst>
              <a:gs pos="0">
                <a:srgbClr val="113981"/>
              </a:gs>
              <a:gs pos="0">
                <a:srgbClr val="1848A0"/>
              </a:gs>
              <a:gs pos="0">
                <a:schemeClr val="accent1">
                  <a:lumMod val="60000"/>
                  <a:lumOff val="40000"/>
                </a:schemeClr>
              </a:gs>
              <a:gs pos="46000">
                <a:schemeClr val="accent1"/>
              </a:gs>
              <a:gs pos="82000">
                <a:schemeClr val="accent1"/>
              </a:gs>
              <a:gs pos="100000">
                <a:schemeClr val="accent1">
                  <a:lumMod val="75000"/>
                </a:schemeClr>
              </a:gs>
            </a:gsLst>
            <a:lin ang="5400000" scaled="1"/>
            <a:tileRect/>
          </a:gradFill>
          <a:ln w="9525" cap="flat" cmpd="sng" algn="ctr">
            <a:noFill/>
            <a:prstDash val="solid"/>
            <a:round/>
            <a:headEnd type="none" w="med" len="med"/>
            <a:tailEnd type="none" w="med" len="med"/>
          </a:ln>
          <a:effectLst/>
        </p:spPr>
        <p:txBody>
          <a:bodyPr vert="vert270" wrap="square" lIns="0" tIns="0" rIns="18288" bIns="18288" numCol="1" rtlCol="0" anchor="ctr" anchorCtr="0" compatLnSpc="1">
            <a:prstTxWarp prst="textNoShape">
              <a:avLst/>
            </a:prstTxWarp>
            <a:noAutofit/>
          </a:bodyPr>
          <a:lstStyle/>
          <a:p>
            <a:pPr algn="ctr"/>
            <a:r>
              <a:rPr lang="en-US" sz="1200" b="1" noProof="0">
                <a:solidFill>
                  <a:schemeClr val="bg1"/>
                </a:solidFill>
                <a:latin typeface="Arial" pitchFamily="34" charset="0"/>
                <a:cs typeface="Arial" pitchFamily="34" charset="0"/>
              </a:rPr>
              <a:t>Frictions Implementation</a:t>
            </a:r>
            <a:endParaRPr lang="en-US" sz="1200" b="1" noProof="0">
              <a:solidFill>
                <a:schemeClr val="bg1"/>
              </a:solidFill>
            </a:endParaRPr>
          </a:p>
        </p:txBody>
      </p:sp>
      <p:sp>
        <p:nvSpPr>
          <p:cNvPr id="16" name="Freeform: Shape 125">
            <a:extLst>
              <a:ext uri="{FF2B5EF4-FFF2-40B4-BE49-F238E27FC236}">
                <a16:creationId xmlns:a16="http://schemas.microsoft.com/office/drawing/2014/main" id="{40E16E82-2498-F0DC-72A2-7B27085DFE0A}"/>
              </a:ext>
            </a:extLst>
          </p:cNvPr>
          <p:cNvSpPr/>
          <p:nvPr/>
        </p:nvSpPr>
        <p:spPr bwMode="auto">
          <a:xfrm>
            <a:off x="6133493" y="1651959"/>
            <a:ext cx="5629123" cy="360000"/>
          </a:xfrm>
          <a:custGeom>
            <a:avLst/>
            <a:gdLst>
              <a:gd name="connsiteX0" fmla="*/ 4706 w 3572359"/>
              <a:gd name="connsiteY0" fmla="*/ 0 h 360000"/>
              <a:gd name="connsiteX1" fmla="*/ 3572359 w 3572359"/>
              <a:gd name="connsiteY1" fmla="*/ 0 h 360000"/>
              <a:gd name="connsiteX2" fmla="*/ 3572359 w 3572359"/>
              <a:gd name="connsiteY2" fmla="*/ 360000 h 360000"/>
              <a:gd name="connsiteX3" fmla="*/ 0 w 3572359"/>
              <a:gd name="connsiteY3" fmla="*/ 360000 h 360000"/>
              <a:gd name="connsiteX4" fmla="*/ 0 w 3572359"/>
              <a:gd name="connsiteY4" fmla="*/ 356701 h 360000"/>
              <a:gd name="connsiteX5" fmla="*/ 147054 w 3572359"/>
              <a:gd name="connsiteY5" fmla="*/ 175451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2359" h="360000">
                <a:moveTo>
                  <a:pt x="4706" y="0"/>
                </a:moveTo>
                <a:lnTo>
                  <a:pt x="3572359" y="0"/>
                </a:lnTo>
                <a:lnTo>
                  <a:pt x="3572359" y="360000"/>
                </a:lnTo>
                <a:lnTo>
                  <a:pt x="0" y="360000"/>
                </a:lnTo>
                <a:lnTo>
                  <a:pt x="0" y="356701"/>
                </a:lnTo>
                <a:lnTo>
                  <a:pt x="147054" y="175451"/>
                </a:lnTo>
                <a:close/>
              </a:path>
            </a:pathLst>
          </a:custGeom>
          <a:gradFill flip="none" rotWithShape="1">
            <a:gsLst>
              <a:gs pos="0">
                <a:srgbClr val="113981"/>
              </a:gs>
              <a:gs pos="19000">
                <a:srgbClr val="1848A0"/>
              </a:gs>
              <a:gs pos="0">
                <a:schemeClr val="accent1">
                  <a:lumMod val="40000"/>
                  <a:lumOff val="60000"/>
                </a:schemeClr>
              </a:gs>
              <a:gs pos="100000">
                <a:schemeClr val="accent1"/>
              </a:gs>
              <a:gs pos="100000">
                <a:schemeClr val="accent1"/>
              </a:gs>
              <a:gs pos="100000">
                <a:schemeClr val="accent1">
                  <a:lumMod val="75000"/>
                </a:schemeClr>
              </a:gs>
            </a:gsLst>
            <a:lin ang="1080000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b="1" noProof="0">
                <a:solidFill>
                  <a:schemeClr val="bg1"/>
                </a:solidFill>
              </a:rPr>
              <a:t>Processing Power Required</a:t>
            </a:r>
          </a:p>
        </p:txBody>
      </p:sp>
      <p:sp>
        <p:nvSpPr>
          <p:cNvPr id="17" name="Freeform: Shape 125">
            <a:extLst>
              <a:ext uri="{FF2B5EF4-FFF2-40B4-BE49-F238E27FC236}">
                <a16:creationId xmlns:a16="http://schemas.microsoft.com/office/drawing/2014/main" id="{FACC44C0-20BE-A615-4466-708CFBB6C966}"/>
              </a:ext>
            </a:extLst>
          </p:cNvPr>
          <p:cNvSpPr/>
          <p:nvPr/>
        </p:nvSpPr>
        <p:spPr bwMode="auto">
          <a:xfrm>
            <a:off x="6133493" y="3926586"/>
            <a:ext cx="5629123" cy="360000"/>
          </a:xfrm>
          <a:custGeom>
            <a:avLst/>
            <a:gdLst>
              <a:gd name="connsiteX0" fmla="*/ 4706 w 3572359"/>
              <a:gd name="connsiteY0" fmla="*/ 0 h 360000"/>
              <a:gd name="connsiteX1" fmla="*/ 3572359 w 3572359"/>
              <a:gd name="connsiteY1" fmla="*/ 0 h 360000"/>
              <a:gd name="connsiteX2" fmla="*/ 3572359 w 3572359"/>
              <a:gd name="connsiteY2" fmla="*/ 360000 h 360000"/>
              <a:gd name="connsiteX3" fmla="*/ 0 w 3572359"/>
              <a:gd name="connsiteY3" fmla="*/ 360000 h 360000"/>
              <a:gd name="connsiteX4" fmla="*/ 0 w 3572359"/>
              <a:gd name="connsiteY4" fmla="*/ 356701 h 360000"/>
              <a:gd name="connsiteX5" fmla="*/ 147054 w 3572359"/>
              <a:gd name="connsiteY5" fmla="*/ 175451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2359" h="360000">
                <a:moveTo>
                  <a:pt x="4706" y="0"/>
                </a:moveTo>
                <a:lnTo>
                  <a:pt x="3572359" y="0"/>
                </a:lnTo>
                <a:lnTo>
                  <a:pt x="3572359" y="360000"/>
                </a:lnTo>
                <a:lnTo>
                  <a:pt x="0" y="360000"/>
                </a:lnTo>
                <a:lnTo>
                  <a:pt x="0" y="356701"/>
                </a:lnTo>
                <a:lnTo>
                  <a:pt x="147054" y="175451"/>
                </a:lnTo>
                <a:close/>
              </a:path>
            </a:pathLst>
          </a:custGeom>
          <a:gradFill flip="none" rotWithShape="1">
            <a:gsLst>
              <a:gs pos="0">
                <a:srgbClr val="113981"/>
              </a:gs>
              <a:gs pos="19000">
                <a:srgbClr val="1848A0"/>
              </a:gs>
              <a:gs pos="0">
                <a:schemeClr val="accent1">
                  <a:lumMod val="40000"/>
                  <a:lumOff val="60000"/>
                </a:schemeClr>
              </a:gs>
              <a:gs pos="100000">
                <a:schemeClr val="accent1"/>
              </a:gs>
              <a:gs pos="100000">
                <a:schemeClr val="accent1"/>
              </a:gs>
              <a:gs pos="100000">
                <a:schemeClr val="accent1">
                  <a:lumMod val="75000"/>
                </a:schemeClr>
              </a:gs>
            </a:gsLst>
            <a:lin ang="10800000" scaled="1"/>
            <a:tileRect/>
          </a:gradFill>
          <a:ln w="9525" cap="flat" cmpd="sng" algn="ctr">
            <a:noFill/>
            <a:prstDash val="solid"/>
            <a:round/>
            <a:headEnd type="none" w="med" len="med"/>
            <a:tailEnd type="none" w="med" len="med"/>
          </a:ln>
          <a:effectLst/>
        </p:spPr>
        <p:txBody>
          <a:bodyPr vert="horz" wrap="square" lIns="0" tIns="0" rIns="18288" bIns="18288" numCol="1" rtlCol="0" anchor="ctr" anchorCtr="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b="1" noProof="0">
                <a:solidFill>
                  <a:schemeClr val="bg1"/>
                </a:solidFill>
                <a:latin typeface="Arial" pitchFamily="34" charset="0"/>
                <a:cs typeface="Arial" pitchFamily="34" charset="0"/>
              </a:rPr>
              <a:t>Empirical Implementation Reality Check </a:t>
            </a:r>
          </a:p>
        </p:txBody>
      </p:sp>
      <p:sp>
        <p:nvSpPr>
          <p:cNvPr id="14" name="Rectangle 10">
            <a:extLst>
              <a:ext uri="{FF2B5EF4-FFF2-40B4-BE49-F238E27FC236}">
                <a16:creationId xmlns:a16="http://schemas.microsoft.com/office/drawing/2014/main" id="{0CB22C75-8ACE-EB4F-FAA0-57B9F4514DD4}"/>
              </a:ext>
            </a:extLst>
          </p:cNvPr>
          <p:cNvSpPr/>
          <p:nvPr/>
        </p:nvSpPr>
        <p:spPr>
          <a:xfrm>
            <a:off x="6133493" y="4282742"/>
            <a:ext cx="5629123" cy="22795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lnSpc>
                <a:spcPct val="150000"/>
              </a:lnSpc>
              <a:buFont typeface="Arial" panose="020B0604020202020204" pitchFamily="34" charset="0"/>
              <a:buChar char="•"/>
            </a:pPr>
            <a:r>
              <a:rPr lang="en-US" sz="1200" noProof="0">
                <a:solidFill>
                  <a:schemeClr val="tx1"/>
                </a:solidFill>
              </a:rPr>
              <a:t>Bridging the gap between published factor momentum research and a scalable, real-world portfolio was our most valuable takeaway.</a:t>
            </a:r>
          </a:p>
          <a:p>
            <a:pPr marL="171450" indent="-171450">
              <a:lnSpc>
                <a:spcPct val="150000"/>
              </a:lnSpc>
              <a:buFont typeface="Arial" panose="020B0604020202020204" pitchFamily="34" charset="0"/>
              <a:buChar char="•"/>
            </a:pPr>
            <a:r>
              <a:rPr lang="en-US" sz="1200" noProof="0">
                <a:solidFill>
                  <a:schemeClr val="tx1"/>
                </a:solidFill>
              </a:rPr>
              <a:t>We learned that a clean academic anomaly is only useful to the industry if the portfolio construction can actually survive the brutal reality of turnover, borrowing costs, and execution lags.</a:t>
            </a:r>
          </a:p>
        </p:txBody>
      </p:sp>
    </p:spTree>
    <p:extLst>
      <p:ext uri="{BB962C8B-B14F-4D97-AF65-F5344CB8AC3E}">
        <p14:creationId xmlns:p14="http://schemas.microsoft.com/office/powerpoint/2010/main" val="16692490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1" name="Google Shape;351;p50"/>
          <p:cNvSpPr txBox="1"/>
          <p:nvPr/>
        </p:nvSpPr>
        <p:spPr>
          <a:xfrm>
            <a:off x="716541" y="5441960"/>
            <a:ext cx="8556800" cy="2535360"/>
          </a:xfrm>
          <a:prstGeom prst="rect">
            <a:avLst/>
          </a:prstGeom>
          <a:noFill/>
          <a:ln>
            <a:noFill/>
          </a:ln>
        </p:spPr>
        <p:txBody>
          <a:bodyPr spcFirstLastPara="1" wrap="square" lIns="91433" tIns="91433" rIns="91433" bIns="91433" anchor="t" anchorCtr="0">
            <a:spAutoFit/>
          </a:bodyPr>
          <a:lstStyle/>
          <a:p>
            <a:pPr>
              <a:lnSpc>
                <a:spcPct val="115000"/>
              </a:lnSpc>
              <a:spcBef>
                <a:spcPts val="1200"/>
              </a:spcBef>
              <a:buClr>
                <a:srgbClr val="000000"/>
              </a:buClr>
              <a:buSzPts val="1400"/>
            </a:pPr>
            <a:endParaRPr lang="en-US" sz="1867" b="1" noProof="0">
              <a:solidFill>
                <a:schemeClr val="dk1"/>
              </a:solidFill>
              <a:latin typeface="Calibri"/>
              <a:ea typeface="Calibri"/>
              <a:cs typeface="Calibri"/>
              <a:sym typeface="Calibri"/>
            </a:endParaRPr>
          </a:p>
          <a:p>
            <a:pPr marL="609585">
              <a:lnSpc>
                <a:spcPct val="115000"/>
              </a:lnSpc>
              <a:spcBef>
                <a:spcPts val="1200"/>
              </a:spcBef>
              <a:buClr>
                <a:srgbClr val="000000"/>
              </a:buClr>
              <a:buSzPts val="1400"/>
            </a:pPr>
            <a:endParaRPr lang="en-US" sz="1867" b="1" noProof="0">
              <a:solidFill>
                <a:schemeClr val="dk1"/>
              </a:solidFill>
              <a:latin typeface="Calibri"/>
              <a:ea typeface="Calibri"/>
              <a:cs typeface="Calibri"/>
              <a:sym typeface="Calibri"/>
            </a:endParaRPr>
          </a:p>
          <a:p>
            <a:pPr marL="457189">
              <a:lnSpc>
                <a:spcPct val="115000"/>
              </a:lnSpc>
              <a:spcBef>
                <a:spcPts val="1200"/>
              </a:spcBef>
              <a:buClr>
                <a:srgbClr val="000000"/>
              </a:buClr>
              <a:buSzPts val="1400"/>
            </a:pPr>
            <a:endParaRPr lang="en-US" sz="1867" b="1" noProof="0">
              <a:solidFill>
                <a:schemeClr val="dk1"/>
              </a:solidFill>
              <a:latin typeface="Calibri"/>
              <a:ea typeface="Calibri"/>
              <a:cs typeface="Calibri"/>
              <a:sym typeface="Calibri"/>
            </a:endParaRPr>
          </a:p>
          <a:p>
            <a:pPr marL="609585">
              <a:lnSpc>
                <a:spcPct val="115000"/>
              </a:lnSpc>
              <a:spcBef>
                <a:spcPts val="1200"/>
              </a:spcBef>
              <a:spcAft>
                <a:spcPts val="1200"/>
              </a:spcAft>
              <a:buClr>
                <a:srgbClr val="000000"/>
              </a:buClr>
              <a:buSzPts val="1400"/>
            </a:pPr>
            <a:br>
              <a:rPr lang="en-US" sz="1867" noProof="0">
                <a:solidFill>
                  <a:schemeClr val="dk1"/>
                </a:solidFill>
                <a:latin typeface="Arial"/>
                <a:ea typeface="Arial"/>
                <a:cs typeface="Arial"/>
                <a:sym typeface="Arial"/>
              </a:rPr>
            </a:br>
            <a:endParaRPr lang="en-US" sz="1467" noProof="0">
              <a:solidFill>
                <a:srgbClr val="000000"/>
              </a:solidFill>
              <a:latin typeface="Arial"/>
              <a:ea typeface="Arial"/>
              <a:cs typeface="Arial"/>
              <a:sym typeface="Arial"/>
            </a:endParaRPr>
          </a:p>
        </p:txBody>
      </p:sp>
      <p:pic>
        <p:nvPicPr>
          <p:cNvPr id="352" name="Google Shape;352;p50" descr="A picture containing background pattern&#10;&#10;Description automatically generated"/>
          <p:cNvPicPr preferRelativeResize="0"/>
          <p:nvPr/>
        </p:nvPicPr>
        <p:blipFill rotWithShape="1">
          <a:blip r:embed="rId3">
            <a:alphaModFix/>
          </a:blip>
          <a:srcRect/>
          <a:stretch/>
        </p:blipFill>
        <p:spPr>
          <a:xfrm>
            <a:off x="10466748" y="240292"/>
            <a:ext cx="624097" cy="554083"/>
          </a:xfrm>
          <a:prstGeom prst="rect">
            <a:avLst/>
          </a:prstGeom>
          <a:noFill/>
          <a:ln>
            <a:noFill/>
          </a:ln>
        </p:spPr>
      </p:pic>
      <p:sp>
        <p:nvSpPr>
          <p:cNvPr id="353" name="Google Shape;353;p50"/>
          <p:cNvSpPr/>
          <p:nvPr/>
        </p:nvSpPr>
        <p:spPr>
          <a:xfrm flipH="1">
            <a:off x="1093405" y="1640341"/>
            <a:ext cx="9997440" cy="4878067"/>
          </a:xfrm>
          <a:custGeom>
            <a:avLst/>
            <a:gdLst/>
            <a:ahLst/>
            <a:cxnLst/>
            <a:rect l="l" t="t" r="r" b="b"/>
            <a:pathLst>
              <a:path w="9144000" h="5460523" extrusionOk="0">
                <a:moveTo>
                  <a:pt x="4436018" y="2980724"/>
                </a:moveTo>
                <a:lnTo>
                  <a:pt x="4693763" y="3242405"/>
                </a:lnTo>
                <a:cubicBezTo>
                  <a:pt x="4687415" y="3248693"/>
                  <a:pt x="4664137" y="3264719"/>
                  <a:pt x="4624354" y="3299812"/>
                </a:cubicBezTo>
                <a:cubicBezTo>
                  <a:pt x="4561716" y="3350931"/>
                  <a:pt x="4449138" y="3315838"/>
                  <a:pt x="4392848" y="3296567"/>
                </a:cubicBezTo>
                <a:lnTo>
                  <a:pt x="4376342" y="3293321"/>
                </a:lnTo>
                <a:cubicBezTo>
                  <a:pt x="4445752" y="3168972"/>
                  <a:pt x="4438980" y="2990258"/>
                  <a:pt x="4436018" y="2980724"/>
                </a:cubicBezTo>
                <a:close/>
                <a:moveTo>
                  <a:pt x="4104971" y="2297718"/>
                </a:moveTo>
                <a:cubicBezTo>
                  <a:pt x="4124827" y="2320061"/>
                  <a:pt x="4147978" y="2342404"/>
                  <a:pt x="4167834" y="2364730"/>
                </a:cubicBezTo>
                <a:cubicBezTo>
                  <a:pt x="4194301" y="2390267"/>
                  <a:pt x="4217452" y="2409415"/>
                  <a:pt x="4240623" y="2431758"/>
                </a:cubicBezTo>
                <a:cubicBezTo>
                  <a:pt x="4283630" y="2470055"/>
                  <a:pt x="4329953" y="2508352"/>
                  <a:pt x="4376276" y="2546649"/>
                </a:cubicBezTo>
                <a:cubicBezTo>
                  <a:pt x="4379592" y="2562604"/>
                  <a:pt x="4382887" y="2575364"/>
                  <a:pt x="4382887" y="2591318"/>
                </a:cubicBezTo>
                <a:cubicBezTo>
                  <a:pt x="4386203" y="2607272"/>
                  <a:pt x="4389519" y="2626421"/>
                  <a:pt x="4392815" y="2642375"/>
                </a:cubicBezTo>
                <a:lnTo>
                  <a:pt x="4396131" y="2651958"/>
                </a:lnTo>
                <a:lnTo>
                  <a:pt x="4406059" y="2651958"/>
                </a:lnTo>
                <a:cubicBezTo>
                  <a:pt x="4415987" y="2655152"/>
                  <a:pt x="4429210" y="2655152"/>
                  <a:pt x="4439138" y="2655152"/>
                </a:cubicBezTo>
                <a:cubicBezTo>
                  <a:pt x="4449066" y="2655152"/>
                  <a:pt x="4462309" y="2658330"/>
                  <a:pt x="4472237" y="2658330"/>
                </a:cubicBezTo>
                <a:cubicBezTo>
                  <a:pt x="4495388" y="2661524"/>
                  <a:pt x="4518560" y="2661524"/>
                  <a:pt x="4541711" y="2664718"/>
                </a:cubicBezTo>
                <a:cubicBezTo>
                  <a:pt x="4518560" y="2658330"/>
                  <a:pt x="4498704" y="2648764"/>
                  <a:pt x="4475533" y="2642375"/>
                </a:cubicBezTo>
                <a:cubicBezTo>
                  <a:pt x="4465605" y="2639181"/>
                  <a:pt x="4452382" y="2636004"/>
                  <a:pt x="4442454" y="2632810"/>
                </a:cubicBezTo>
                <a:cubicBezTo>
                  <a:pt x="4435842" y="2629615"/>
                  <a:pt x="4425914" y="2629615"/>
                  <a:pt x="4419303" y="2626421"/>
                </a:cubicBezTo>
                <a:cubicBezTo>
                  <a:pt x="4419303" y="2610467"/>
                  <a:pt x="4415987" y="2597707"/>
                  <a:pt x="4415987" y="2581735"/>
                </a:cubicBezTo>
                <a:cubicBezTo>
                  <a:pt x="4412671" y="2565781"/>
                  <a:pt x="4412671" y="2546632"/>
                  <a:pt x="4409375" y="2530678"/>
                </a:cubicBezTo>
                <a:lnTo>
                  <a:pt x="4409375" y="2524307"/>
                </a:lnTo>
                <a:lnTo>
                  <a:pt x="4402763" y="2521112"/>
                </a:lnTo>
                <a:cubicBezTo>
                  <a:pt x="4356440" y="2479621"/>
                  <a:pt x="4306802" y="2441324"/>
                  <a:pt x="4260479" y="2403027"/>
                </a:cubicBezTo>
                <a:cubicBezTo>
                  <a:pt x="4237328" y="2383878"/>
                  <a:pt x="4210860" y="2364730"/>
                  <a:pt x="4184373" y="2348775"/>
                </a:cubicBezTo>
                <a:cubicBezTo>
                  <a:pt x="4157906" y="2329627"/>
                  <a:pt x="4134754" y="2313672"/>
                  <a:pt x="4104971" y="2297718"/>
                </a:cubicBezTo>
                <a:close/>
                <a:moveTo>
                  <a:pt x="4336577" y="2074331"/>
                </a:moveTo>
                <a:cubicBezTo>
                  <a:pt x="4359736" y="2103048"/>
                  <a:pt x="4379589" y="2122198"/>
                  <a:pt x="4399442" y="2141349"/>
                </a:cubicBezTo>
                <a:cubicBezTo>
                  <a:pt x="4422601" y="2163682"/>
                  <a:pt x="4445760" y="2182833"/>
                  <a:pt x="4465613" y="2205183"/>
                </a:cubicBezTo>
                <a:cubicBezTo>
                  <a:pt x="4508624" y="2243467"/>
                  <a:pt x="4554942" y="2281768"/>
                  <a:pt x="4601259" y="2320069"/>
                </a:cubicBezTo>
                <a:cubicBezTo>
                  <a:pt x="4604565" y="2336019"/>
                  <a:pt x="4607870" y="2348786"/>
                  <a:pt x="4607870" y="2364736"/>
                </a:cubicBezTo>
                <a:cubicBezTo>
                  <a:pt x="4611196" y="2380703"/>
                  <a:pt x="4614501" y="2399836"/>
                  <a:pt x="4617807" y="2415803"/>
                </a:cubicBezTo>
                <a:lnTo>
                  <a:pt x="4621112" y="2425370"/>
                </a:lnTo>
                <a:lnTo>
                  <a:pt x="4631049" y="2425370"/>
                </a:lnTo>
                <a:cubicBezTo>
                  <a:pt x="4640965" y="2428570"/>
                  <a:pt x="4654207" y="2428570"/>
                  <a:pt x="4664124" y="2428570"/>
                </a:cubicBezTo>
                <a:cubicBezTo>
                  <a:pt x="4674061" y="2428570"/>
                  <a:pt x="4687283" y="2431754"/>
                  <a:pt x="4697219" y="2431754"/>
                </a:cubicBezTo>
                <a:cubicBezTo>
                  <a:pt x="4720378" y="2434937"/>
                  <a:pt x="4743537" y="2434937"/>
                  <a:pt x="4766695" y="2438137"/>
                </a:cubicBezTo>
                <a:cubicBezTo>
                  <a:pt x="4743537" y="2431754"/>
                  <a:pt x="4723683" y="2422187"/>
                  <a:pt x="4700525" y="2415803"/>
                </a:cubicBezTo>
                <a:cubicBezTo>
                  <a:pt x="4690588" y="2412603"/>
                  <a:pt x="4677366" y="2409420"/>
                  <a:pt x="4667430" y="2406220"/>
                </a:cubicBezTo>
                <a:cubicBezTo>
                  <a:pt x="4660819" y="2403037"/>
                  <a:pt x="4650902" y="2403037"/>
                  <a:pt x="4644271" y="2399836"/>
                </a:cubicBezTo>
                <a:cubicBezTo>
                  <a:pt x="4644271" y="2383886"/>
                  <a:pt x="4640965" y="2371119"/>
                  <a:pt x="4640965" y="2355169"/>
                </a:cubicBezTo>
                <a:cubicBezTo>
                  <a:pt x="4637660" y="2339202"/>
                  <a:pt x="4637660" y="2320052"/>
                  <a:pt x="4634354" y="2304102"/>
                </a:cubicBezTo>
                <a:lnTo>
                  <a:pt x="4634354" y="2297718"/>
                </a:lnTo>
                <a:lnTo>
                  <a:pt x="4627743" y="2294535"/>
                </a:lnTo>
                <a:cubicBezTo>
                  <a:pt x="4581426" y="2253051"/>
                  <a:pt x="4531783" y="2214750"/>
                  <a:pt x="4485466" y="2176449"/>
                </a:cubicBezTo>
                <a:cubicBezTo>
                  <a:pt x="4462307" y="2157299"/>
                  <a:pt x="4435843" y="2138149"/>
                  <a:pt x="4409359" y="2122198"/>
                </a:cubicBezTo>
                <a:cubicBezTo>
                  <a:pt x="4386200" y="2106248"/>
                  <a:pt x="4363041" y="2090281"/>
                  <a:pt x="4336577" y="2074331"/>
                </a:cubicBezTo>
                <a:close/>
                <a:moveTo>
                  <a:pt x="2457429" y="1905197"/>
                </a:moveTo>
                <a:cubicBezTo>
                  <a:pt x="2533186" y="1905197"/>
                  <a:pt x="2596247" y="1965850"/>
                  <a:pt x="2596247" y="2039283"/>
                </a:cubicBezTo>
                <a:cubicBezTo>
                  <a:pt x="2596247" y="2112715"/>
                  <a:pt x="2533186" y="2173369"/>
                  <a:pt x="2457429" y="2173369"/>
                </a:cubicBezTo>
                <a:cubicBezTo>
                  <a:pt x="2381248" y="2173369"/>
                  <a:pt x="2318187" y="2112715"/>
                  <a:pt x="2318187" y="2039283"/>
                </a:cubicBezTo>
                <a:cubicBezTo>
                  <a:pt x="2318187" y="1965850"/>
                  <a:pt x="2381248" y="1905197"/>
                  <a:pt x="2457429" y="1905197"/>
                </a:cubicBezTo>
                <a:close/>
                <a:moveTo>
                  <a:pt x="6688857" y="1771111"/>
                </a:moveTo>
                <a:cubicBezTo>
                  <a:pt x="6613099" y="1771111"/>
                  <a:pt x="6550039" y="1831764"/>
                  <a:pt x="6550039" y="1905197"/>
                </a:cubicBezTo>
                <a:cubicBezTo>
                  <a:pt x="6550039" y="1978629"/>
                  <a:pt x="6613099" y="2039283"/>
                  <a:pt x="6688857" y="2039283"/>
                </a:cubicBezTo>
                <a:cubicBezTo>
                  <a:pt x="6765038" y="2039283"/>
                  <a:pt x="6828099" y="1978629"/>
                  <a:pt x="6828099" y="1905197"/>
                </a:cubicBezTo>
                <a:cubicBezTo>
                  <a:pt x="6828099" y="1831764"/>
                  <a:pt x="6765038" y="1771111"/>
                  <a:pt x="6688857" y="1771111"/>
                </a:cubicBezTo>
                <a:close/>
                <a:moveTo>
                  <a:pt x="2286" y="0"/>
                </a:moveTo>
                <a:lnTo>
                  <a:pt x="2286" y="989315"/>
                </a:lnTo>
                <a:lnTo>
                  <a:pt x="2286" y="2032791"/>
                </a:lnTo>
                <a:lnTo>
                  <a:pt x="2286" y="3719687"/>
                </a:lnTo>
                <a:lnTo>
                  <a:pt x="0" y="3719687"/>
                </a:lnTo>
                <a:lnTo>
                  <a:pt x="0" y="4081545"/>
                </a:lnTo>
                <a:lnTo>
                  <a:pt x="0" y="5098665"/>
                </a:lnTo>
                <a:lnTo>
                  <a:pt x="0" y="5460523"/>
                </a:lnTo>
                <a:lnTo>
                  <a:pt x="9144000" y="5460523"/>
                </a:lnTo>
                <a:lnTo>
                  <a:pt x="9144000" y="5098665"/>
                </a:lnTo>
                <a:lnTo>
                  <a:pt x="9144000" y="4381628"/>
                </a:lnTo>
                <a:lnTo>
                  <a:pt x="9144000" y="4081545"/>
                </a:lnTo>
                <a:lnTo>
                  <a:pt x="9144000" y="3719687"/>
                </a:lnTo>
                <a:lnTo>
                  <a:pt x="9144000" y="1209410"/>
                </a:lnTo>
                <a:lnTo>
                  <a:pt x="6596170" y="2227530"/>
                </a:lnTo>
                <a:cubicBezTo>
                  <a:pt x="6523375" y="2256335"/>
                  <a:pt x="6467509" y="2233819"/>
                  <a:pt x="6447617" y="2182903"/>
                </a:cubicBezTo>
                <a:lnTo>
                  <a:pt x="6394714" y="2048817"/>
                </a:lnTo>
                <a:lnTo>
                  <a:pt x="6298641" y="2093444"/>
                </a:lnTo>
                <a:cubicBezTo>
                  <a:pt x="6249124" y="2115758"/>
                  <a:pt x="6189449" y="2096690"/>
                  <a:pt x="6166171" y="2048817"/>
                </a:cubicBezTo>
                <a:lnTo>
                  <a:pt x="5736172" y="1148960"/>
                </a:lnTo>
                <a:cubicBezTo>
                  <a:pt x="5607088" y="1209410"/>
                  <a:pt x="5425100" y="1279800"/>
                  <a:pt x="5352305" y="1305157"/>
                </a:cubicBezTo>
                <a:cubicBezTo>
                  <a:pt x="5359076" y="1308403"/>
                  <a:pt x="5365425" y="1308403"/>
                  <a:pt x="5368810" y="1311648"/>
                </a:cubicBezTo>
                <a:cubicBezTo>
                  <a:pt x="5398860" y="1324428"/>
                  <a:pt x="5428486" y="1340251"/>
                  <a:pt x="5451763" y="1359522"/>
                </a:cubicBezTo>
                <a:cubicBezTo>
                  <a:pt x="5458111" y="1365810"/>
                  <a:pt x="5464883" y="1369056"/>
                  <a:pt x="5471232" y="1375547"/>
                </a:cubicBezTo>
                <a:lnTo>
                  <a:pt x="5488161" y="1391370"/>
                </a:lnTo>
                <a:cubicBezTo>
                  <a:pt x="5494509" y="1397861"/>
                  <a:pt x="5497895" y="1404149"/>
                  <a:pt x="5504666" y="1410641"/>
                </a:cubicBezTo>
                <a:lnTo>
                  <a:pt x="5511015" y="1420175"/>
                </a:lnTo>
                <a:lnTo>
                  <a:pt x="5517787" y="1429709"/>
                </a:lnTo>
                <a:cubicBezTo>
                  <a:pt x="5537679" y="1455268"/>
                  <a:pt x="5550798" y="1483871"/>
                  <a:pt x="5560956" y="1515921"/>
                </a:cubicBezTo>
                <a:cubicBezTo>
                  <a:pt x="5547413" y="1487116"/>
                  <a:pt x="5530907" y="1458514"/>
                  <a:pt x="5511015" y="1435997"/>
                </a:cubicBezTo>
                <a:lnTo>
                  <a:pt x="5504666" y="1426463"/>
                </a:lnTo>
                <a:lnTo>
                  <a:pt x="5494509" y="1416929"/>
                </a:lnTo>
                <a:cubicBezTo>
                  <a:pt x="5488161" y="1410641"/>
                  <a:pt x="5484775" y="1407395"/>
                  <a:pt x="5478004" y="1400904"/>
                </a:cubicBezTo>
                <a:lnTo>
                  <a:pt x="5461498" y="1388124"/>
                </a:lnTo>
                <a:cubicBezTo>
                  <a:pt x="5454726" y="1381835"/>
                  <a:pt x="5448378" y="1378590"/>
                  <a:pt x="5441606" y="1375344"/>
                </a:cubicBezTo>
                <a:cubicBezTo>
                  <a:pt x="5415365" y="1359522"/>
                  <a:pt x="5388702" y="1346742"/>
                  <a:pt x="5359076" y="1337208"/>
                </a:cubicBezTo>
                <a:cubicBezTo>
                  <a:pt x="5345533" y="1333962"/>
                  <a:pt x="5329027" y="1327674"/>
                  <a:pt x="5315907" y="1324428"/>
                </a:cubicBezTo>
                <a:cubicBezTo>
                  <a:pt x="5309135" y="1324428"/>
                  <a:pt x="5306173" y="1321182"/>
                  <a:pt x="5299401" y="1321182"/>
                </a:cubicBezTo>
                <a:lnTo>
                  <a:pt x="5296016" y="1321182"/>
                </a:lnTo>
                <a:lnTo>
                  <a:pt x="5292630" y="1321182"/>
                </a:lnTo>
                <a:cubicBezTo>
                  <a:pt x="5120800" y="1295623"/>
                  <a:pt x="4690800" y="1241461"/>
                  <a:pt x="4647631" y="1241461"/>
                </a:cubicBezTo>
                <a:cubicBezTo>
                  <a:pt x="4634511" y="1244504"/>
                  <a:pt x="4574836" y="1276555"/>
                  <a:pt x="4498655" y="1321182"/>
                </a:cubicBezTo>
                <a:lnTo>
                  <a:pt x="4478764" y="1333962"/>
                </a:lnTo>
                <a:cubicBezTo>
                  <a:pt x="4359837" y="1404149"/>
                  <a:pt x="4201126" y="1506387"/>
                  <a:pt x="4081776" y="1579617"/>
                </a:cubicBezTo>
                <a:cubicBezTo>
                  <a:pt x="4072042" y="1614711"/>
                  <a:pt x="4022101" y="1777602"/>
                  <a:pt x="3972583" y="1937045"/>
                </a:cubicBezTo>
                <a:cubicBezTo>
                  <a:pt x="3972583" y="1937045"/>
                  <a:pt x="3899788" y="2144563"/>
                  <a:pt x="3879896" y="2189191"/>
                </a:cubicBezTo>
                <a:cubicBezTo>
                  <a:pt x="3876510" y="2195682"/>
                  <a:pt x="3873548" y="2201971"/>
                  <a:pt x="3873548" y="2208462"/>
                </a:cubicBezTo>
                <a:cubicBezTo>
                  <a:pt x="3873548" y="2211505"/>
                  <a:pt x="3873548" y="2211505"/>
                  <a:pt x="3873548" y="2211505"/>
                </a:cubicBezTo>
                <a:cubicBezTo>
                  <a:pt x="3876510" y="2221039"/>
                  <a:pt x="3883282" y="2227530"/>
                  <a:pt x="3890054" y="2233819"/>
                </a:cubicBezTo>
                <a:cubicBezTo>
                  <a:pt x="3890054" y="2233819"/>
                  <a:pt x="3893016" y="2233819"/>
                  <a:pt x="3896402" y="2237064"/>
                </a:cubicBezTo>
                <a:cubicBezTo>
                  <a:pt x="3903174" y="2240310"/>
                  <a:pt x="3906560" y="2243556"/>
                  <a:pt x="3912908" y="2246598"/>
                </a:cubicBezTo>
                <a:cubicBezTo>
                  <a:pt x="3926451" y="2253090"/>
                  <a:pt x="3946343" y="2256335"/>
                  <a:pt x="3972583" y="2259378"/>
                </a:cubicBezTo>
                <a:cubicBezTo>
                  <a:pt x="4048764" y="2243556"/>
                  <a:pt x="4147799" y="2201971"/>
                  <a:pt x="4190969" y="2160589"/>
                </a:cubicBezTo>
                <a:cubicBezTo>
                  <a:pt x="4256992" y="2099936"/>
                  <a:pt x="4323439" y="2029748"/>
                  <a:pt x="4379728" y="1965850"/>
                </a:cubicBezTo>
                <a:cubicBezTo>
                  <a:pt x="4462258" y="1870103"/>
                  <a:pt x="4528281" y="1796670"/>
                  <a:pt x="4584570" y="1777602"/>
                </a:cubicBezTo>
                <a:cubicBezTo>
                  <a:pt x="4584570" y="1768068"/>
                  <a:pt x="4584570" y="1755288"/>
                  <a:pt x="4584570" y="1745551"/>
                </a:cubicBezTo>
                <a:cubicBezTo>
                  <a:pt x="4581608" y="1723237"/>
                  <a:pt x="4578222" y="1700923"/>
                  <a:pt x="4574836" y="1678610"/>
                </a:cubicBezTo>
                <a:cubicBezTo>
                  <a:pt x="4568065" y="1656296"/>
                  <a:pt x="4561716" y="1633982"/>
                  <a:pt x="4551559" y="1614711"/>
                </a:cubicBezTo>
                <a:cubicBezTo>
                  <a:pt x="4541824" y="1595643"/>
                  <a:pt x="4528281" y="1573329"/>
                  <a:pt x="4515161" y="1557303"/>
                </a:cubicBezTo>
                <a:cubicBezTo>
                  <a:pt x="4531667" y="1573329"/>
                  <a:pt x="4548173" y="1589354"/>
                  <a:pt x="4561716" y="1611668"/>
                </a:cubicBezTo>
                <a:cubicBezTo>
                  <a:pt x="4574836" y="1630736"/>
                  <a:pt x="4584570" y="1653050"/>
                  <a:pt x="4591342" y="1675364"/>
                </a:cubicBezTo>
                <a:cubicBezTo>
                  <a:pt x="4601076" y="1697678"/>
                  <a:pt x="4607848" y="1720195"/>
                  <a:pt x="4611234" y="1742508"/>
                </a:cubicBezTo>
                <a:cubicBezTo>
                  <a:pt x="4614620" y="1752042"/>
                  <a:pt x="4614620" y="1764822"/>
                  <a:pt x="4618005" y="1774356"/>
                </a:cubicBezTo>
                <a:cubicBezTo>
                  <a:pt x="4624354" y="1774356"/>
                  <a:pt x="4627740" y="1774356"/>
                  <a:pt x="4634511" y="1777602"/>
                </a:cubicBezTo>
                <a:cubicBezTo>
                  <a:pt x="4684029" y="1793424"/>
                  <a:pt x="4773330" y="1873349"/>
                  <a:pt x="4852897" y="1940290"/>
                </a:cubicBezTo>
                <a:cubicBezTo>
                  <a:pt x="4889294" y="1972138"/>
                  <a:pt x="4928654" y="2007232"/>
                  <a:pt x="4955318" y="2026503"/>
                </a:cubicBezTo>
                <a:cubicBezTo>
                  <a:pt x="4968437" y="2032791"/>
                  <a:pt x="4988329" y="2039283"/>
                  <a:pt x="4988329" y="2042325"/>
                </a:cubicBezTo>
                <a:cubicBezTo>
                  <a:pt x="4988329" y="2042325"/>
                  <a:pt x="4991715" y="2042325"/>
                  <a:pt x="4991715" y="2042325"/>
                </a:cubicBezTo>
                <a:cubicBezTo>
                  <a:pt x="4998486" y="2042325"/>
                  <a:pt x="5001449" y="2042325"/>
                  <a:pt x="5008221" y="2042325"/>
                </a:cubicBezTo>
                <a:cubicBezTo>
                  <a:pt x="5021341" y="2042325"/>
                  <a:pt x="5031499" y="2042325"/>
                  <a:pt x="5044618" y="2039283"/>
                </a:cubicBezTo>
                <a:cubicBezTo>
                  <a:pt x="5067896" y="2036037"/>
                  <a:pt x="5094136" y="2036037"/>
                  <a:pt x="5117413" y="2032791"/>
                </a:cubicBezTo>
                <a:cubicBezTo>
                  <a:pt x="5163545" y="2026503"/>
                  <a:pt x="5213486" y="2016969"/>
                  <a:pt x="5259618" y="2007232"/>
                </a:cubicBezTo>
                <a:cubicBezTo>
                  <a:pt x="5306173" y="1994655"/>
                  <a:pt x="5352305" y="1981875"/>
                  <a:pt x="5398436" y="1962604"/>
                </a:cubicBezTo>
                <a:cubicBezTo>
                  <a:pt x="5421714" y="1953070"/>
                  <a:pt x="5441606" y="1940290"/>
                  <a:pt x="5461498" y="1924265"/>
                </a:cubicBezTo>
                <a:cubicBezTo>
                  <a:pt x="5481389" y="1908442"/>
                  <a:pt x="5497895" y="1889171"/>
                  <a:pt x="5504666" y="1866857"/>
                </a:cubicBezTo>
                <a:cubicBezTo>
                  <a:pt x="5501281" y="1892417"/>
                  <a:pt x="5484775" y="1911485"/>
                  <a:pt x="5464883" y="1927510"/>
                </a:cubicBezTo>
                <a:cubicBezTo>
                  <a:pt x="5444991" y="1943536"/>
                  <a:pt x="5425100" y="1956316"/>
                  <a:pt x="5401823" y="1969095"/>
                </a:cubicBezTo>
                <a:cubicBezTo>
                  <a:pt x="5359076" y="1991409"/>
                  <a:pt x="5312521" y="2010477"/>
                  <a:pt x="5266390" y="2023257"/>
                </a:cubicBezTo>
                <a:cubicBezTo>
                  <a:pt x="5219835" y="2036037"/>
                  <a:pt x="5170317" y="2048817"/>
                  <a:pt x="5124185" y="2058351"/>
                </a:cubicBezTo>
                <a:cubicBezTo>
                  <a:pt x="5100908" y="2061596"/>
                  <a:pt x="5074244" y="2067885"/>
                  <a:pt x="5051390" y="2071130"/>
                </a:cubicBezTo>
                <a:cubicBezTo>
                  <a:pt x="5048004" y="2071130"/>
                  <a:pt x="5041233" y="2071130"/>
                  <a:pt x="5037847" y="2071130"/>
                </a:cubicBezTo>
                <a:cubicBezTo>
                  <a:pt x="5041233" y="2071130"/>
                  <a:pt x="5041233" y="2074376"/>
                  <a:pt x="5044618" y="2074376"/>
                </a:cubicBezTo>
                <a:cubicBezTo>
                  <a:pt x="5064510" y="2087156"/>
                  <a:pt x="5084402" y="2096690"/>
                  <a:pt x="5107680" y="2102978"/>
                </a:cubicBezTo>
                <a:cubicBezTo>
                  <a:pt x="5130534" y="2112715"/>
                  <a:pt x="5150426" y="2115758"/>
                  <a:pt x="5173703" y="2122250"/>
                </a:cubicBezTo>
                <a:cubicBezTo>
                  <a:pt x="5196981" y="2125495"/>
                  <a:pt x="5219835" y="2128538"/>
                  <a:pt x="5243112" y="2125495"/>
                </a:cubicBezTo>
                <a:cubicBezTo>
                  <a:pt x="5219835" y="2131784"/>
                  <a:pt x="5196981" y="2138072"/>
                  <a:pt x="5170317" y="2138072"/>
                </a:cubicBezTo>
                <a:cubicBezTo>
                  <a:pt x="5147039" y="2141318"/>
                  <a:pt x="5120800" y="2138072"/>
                  <a:pt x="5097522" y="2138072"/>
                </a:cubicBezTo>
                <a:cubicBezTo>
                  <a:pt x="5084402" y="2138072"/>
                  <a:pt x="5071282" y="2135029"/>
                  <a:pt x="5057738" y="2131784"/>
                </a:cubicBezTo>
                <a:lnTo>
                  <a:pt x="5153811" y="2278649"/>
                </a:lnTo>
                <a:cubicBezTo>
                  <a:pt x="5180474" y="2304006"/>
                  <a:pt x="5206715" y="2326523"/>
                  <a:pt x="5229992" y="2348837"/>
                </a:cubicBezTo>
                <a:lnTo>
                  <a:pt x="5444991" y="2600983"/>
                </a:lnTo>
                <a:cubicBezTo>
                  <a:pt x="5448378" y="2600983"/>
                  <a:pt x="5448378" y="2600983"/>
                  <a:pt x="5451763" y="2600983"/>
                </a:cubicBezTo>
                <a:cubicBezTo>
                  <a:pt x="5458111" y="2600983"/>
                  <a:pt x="5464883" y="2600983"/>
                  <a:pt x="5471232" y="2600983"/>
                </a:cubicBezTo>
                <a:cubicBezTo>
                  <a:pt x="5481389" y="2604026"/>
                  <a:pt x="5488161" y="2607272"/>
                  <a:pt x="5497895" y="2610517"/>
                </a:cubicBezTo>
                <a:cubicBezTo>
                  <a:pt x="5507630" y="2613763"/>
                  <a:pt x="5514401" y="2620051"/>
                  <a:pt x="5521172" y="2626340"/>
                </a:cubicBezTo>
                <a:cubicBezTo>
                  <a:pt x="5527521" y="2632831"/>
                  <a:pt x="5534292" y="2639120"/>
                  <a:pt x="5541064" y="2648857"/>
                </a:cubicBezTo>
                <a:cubicBezTo>
                  <a:pt x="5537679" y="2639120"/>
                  <a:pt x="5534292" y="2629585"/>
                  <a:pt x="5527521" y="2620051"/>
                </a:cubicBezTo>
                <a:cubicBezTo>
                  <a:pt x="5521172" y="2610517"/>
                  <a:pt x="5514401" y="2604026"/>
                  <a:pt x="5507630" y="2597738"/>
                </a:cubicBezTo>
                <a:cubicBezTo>
                  <a:pt x="5501281" y="2591246"/>
                  <a:pt x="5491124" y="2584958"/>
                  <a:pt x="5484775" y="2581712"/>
                </a:cubicBezTo>
                <a:cubicBezTo>
                  <a:pt x="5491124" y="2578466"/>
                  <a:pt x="5497895" y="2575424"/>
                  <a:pt x="5507630" y="2572178"/>
                </a:cubicBezTo>
                <a:cubicBezTo>
                  <a:pt x="5560956" y="2549864"/>
                  <a:pt x="5610473" y="2530593"/>
                  <a:pt x="5653219" y="2505237"/>
                </a:cubicBezTo>
                <a:cubicBezTo>
                  <a:pt x="5653219" y="2514771"/>
                  <a:pt x="5656606" y="2524305"/>
                  <a:pt x="5656606" y="2537084"/>
                </a:cubicBezTo>
                <a:cubicBezTo>
                  <a:pt x="5663377" y="2604026"/>
                  <a:pt x="5676497" y="2715798"/>
                  <a:pt x="5640099" y="2802011"/>
                </a:cubicBezTo>
                <a:cubicBezTo>
                  <a:pt x="5590582" y="2884978"/>
                  <a:pt x="5448378" y="2904046"/>
                  <a:pt x="5339185" y="2891266"/>
                </a:cubicBezTo>
                <a:lnTo>
                  <a:pt x="5332413" y="2891266"/>
                </a:lnTo>
                <a:lnTo>
                  <a:pt x="4912148" y="2460406"/>
                </a:lnTo>
                <a:cubicBezTo>
                  <a:pt x="4915534" y="2460406"/>
                  <a:pt x="4918920" y="2457363"/>
                  <a:pt x="4922306" y="2457363"/>
                </a:cubicBezTo>
                <a:cubicBezTo>
                  <a:pt x="4935426" y="2450872"/>
                  <a:pt x="4948546" y="2444583"/>
                  <a:pt x="4962089" y="2435049"/>
                </a:cubicBezTo>
                <a:cubicBezTo>
                  <a:pt x="4945160" y="2431804"/>
                  <a:pt x="4932040" y="2431804"/>
                  <a:pt x="4915534" y="2431804"/>
                </a:cubicBezTo>
                <a:cubicBezTo>
                  <a:pt x="4899028" y="2431804"/>
                  <a:pt x="4885908" y="2435049"/>
                  <a:pt x="4872365" y="2438092"/>
                </a:cubicBezTo>
                <a:cubicBezTo>
                  <a:pt x="4859245" y="2441338"/>
                  <a:pt x="4842739" y="2444583"/>
                  <a:pt x="4829619" y="2450872"/>
                </a:cubicBezTo>
                <a:cubicBezTo>
                  <a:pt x="4816499" y="2457363"/>
                  <a:pt x="4802956" y="2463652"/>
                  <a:pt x="4789836" y="2470143"/>
                </a:cubicBezTo>
                <a:cubicBezTo>
                  <a:pt x="4806342" y="2473186"/>
                  <a:pt x="4822847" y="2473186"/>
                  <a:pt x="4836391" y="2473186"/>
                </a:cubicBezTo>
                <a:cubicBezTo>
                  <a:pt x="4849511" y="2473186"/>
                  <a:pt x="4862631" y="2470143"/>
                  <a:pt x="4875751" y="2466897"/>
                </a:cubicBezTo>
                <a:lnTo>
                  <a:pt x="5315907" y="2916826"/>
                </a:lnTo>
                <a:cubicBezTo>
                  <a:pt x="5289667" y="2990258"/>
                  <a:pt x="5229992" y="3038132"/>
                  <a:pt x="5180474" y="3060446"/>
                </a:cubicBezTo>
                <a:cubicBezTo>
                  <a:pt x="5140691" y="3079514"/>
                  <a:pt x="5100908" y="3082759"/>
                  <a:pt x="5074244" y="3073225"/>
                </a:cubicBezTo>
                <a:lnTo>
                  <a:pt x="4667523" y="2712552"/>
                </a:lnTo>
                <a:cubicBezTo>
                  <a:pt x="4677257" y="2709307"/>
                  <a:pt x="4687415" y="2706264"/>
                  <a:pt x="4697149" y="2703018"/>
                </a:cubicBezTo>
                <a:cubicBezTo>
                  <a:pt x="4710269" y="2696730"/>
                  <a:pt x="4723812" y="2690239"/>
                  <a:pt x="4736932" y="2680704"/>
                </a:cubicBezTo>
                <a:cubicBezTo>
                  <a:pt x="4720426" y="2677459"/>
                  <a:pt x="4707306" y="2677459"/>
                  <a:pt x="4690800" y="2677459"/>
                </a:cubicBezTo>
                <a:cubicBezTo>
                  <a:pt x="4673871" y="2677459"/>
                  <a:pt x="4660751" y="2680704"/>
                  <a:pt x="4647631" y="2683950"/>
                </a:cubicBezTo>
                <a:cubicBezTo>
                  <a:pt x="4634511" y="2686993"/>
                  <a:pt x="4618005" y="2690239"/>
                  <a:pt x="4604462" y="2696730"/>
                </a:cubicBezTo>
                <a:cubicBezTo>
                  <a:pt x="4591342" y="2703018"/>
                  <a:pt x="4578222" y="2709307"/>
                  <a:pt x="4564679" y="2715798"/>
                </a:cubicBezTo>
                <a:cubicBezTo>
                  <a:pt x="4581608" y="2719044"/>
                  <a:pt x="4594728" y="2719044"/>
                  <a:pt x="4611234" y="2719044"/>
                </a:cubicBezTo>
                <a:cubicBezTo>
                  <a:pt x="4618005" y="2719044"/>
                  <a:pt x="4620968" y="2719044"/>
                  <a:pt x="4627740" y="2715798"/>
                </a:cubicBezTo>
                <a:lnTo>
                  <a:pt x="5048004" y="3086005"/>
                </a:lnTo>
                <a:cubicBezTo>
                  <a:pt x="5028112" y="3159438"/>
                  <a:pt x="4945160" y="3229625"/>
                  <a:pt x="4875751" y="3248693"/>
                </a:cubicBezTo>
                <a:cubicBezTo>
                  <a:pt x="4816499" y="3264719"/>
                  <a:pt x="4766558" y="3235914"/>
                  <a:pt x="4750052" y="3226379"/>
                </a:cubicBezTo>
                <a:lnTo>
                  <a:pt x="4743704" y="3223134"/>
                </a:lnTo>
                <a:lnTo>
                  <a:pt x="4405968" y="2881732"/>
                </a:lnTo>
                <a:cubicBezTo>
                  <a:pt x="4389463" y="2859418"/>
                  <a:pt x="4369571" y="2843393"/>
                  <a:pt x="4343331" y="2833859"/>
                </a:cubicBezTo>
                <a:cubicBezTo>
                  <a:pt x="4323439" y="2827570"/>
                  <a:pt x="4303547" y="2830613"/>
                  <a:pt x="4283656" y="2837104"/>
                </a:cubicBezTo>
                <a:cubicBezTo>
                  <a:pt x="4290427" y="2827570"/>
                  <a:pt x="4296776" y="2817833"/>
                  <a:pt x="4300162" y="2808299"/>
                </a:cubicBezTo>
                <a:cubicBezTo>
                  <a:pt x="4329787" y="2760426"/>
                  <a:pt x="4290427" y="2661433"/>
                  <a:pt x="4217632" y="2604026"/>
                </a:cubicBezTo>
                <a:cubicBezTo>
                  <a:pt x="4161343" y="2559398"/>
                  <a:pt x="4101667" y="2549864"/>
                  <a:pt x="4045378" y="2575424"/>
                </a:cubicBezTo>
                <a:cubicBezTo>
                  <a:pt x="4048764" y="2568932"/>
                  <a:pt x="4048764" y="2562644"/>
                  <a:pt x="4052150" y="2556153"/>
                </a:cubicBezTo>
                <a:cubicBezTo>
                  <a:pt x="4058498" y="2514771"/>
                  <a:pt x="4028872" y="2447626"/>
                  <a:pt x="3979355" y="2402999"/>
                </a:cubicBezTo>
                <a:cubicBezTo>
                  <a:pt x="3929414" y="2358371"/>
                  <a:pt x="3873548" y="2339303"/>
                  <a:pt x="3817259" y="2351880"/>
                </a:cubicBezTo>
                <a:cubicBezTo>
                  <a:pt x="3777475" y="2361616"/>
                  <a:pt x="3717800" y="2409490"/>
                  <a:pt x="3645005" y="2495500"/>
                </a:cubicBezTo>
                <a:cubicBezTo>
                  <a:pt x="3651777" y="2463652"/>
                  <a:pt x="3655162" y="2431804"/>
                  <a:pt x="3648391" y="2406244"/>
                </a:cubicBezTo>
                <a:cubicBezTo>
                  <a:pt x="3608607" y="2265870"/>
                  <a:pt x="3509572" y="2281692"/>
                  <a:pt x="3446511" y="2291429"/>
                </a:cubicBezTo>
                <a:cubicBezTo>
                  <a:pt x="3436777" y="2291429"/>
                  <a:pt x="3426620" y="2294472"/>
                  <a:pt x="3420271" y="2294472"/>
                </a:cubicBezTo>
                <a:cubicBezTo>
                  <a:pt x="3383874" y="2297717"/>
                  <a:pt x="3314041" y="2380685"/>
                  <a:pt x="3248018" y="2463652"/>
                </a:cubicBezTo>
                <a:lnTo>
                  <a:pt x="3000006" y="2291429"/>
                </a:lnTo>
                <a:lnTo>
                  <a:pt x="3410114" y="1429709"/>
                </a:lnTo>
                <a:cubicBezTo>
                  <a:pt x="3433391" y="1381835"/>
                  <a:pt x="3410114" y="1327674"/>
                  <a:pt x="3363982" y="1305157"/>
                </a:cubicBezTo>
                <a:lnTo>
                  <a:pt x="3188342" y="1225436"/>
                </a:lnTo>
                <a:lnTo>
                  <a:pt x="3231512" y="1120155"/>
                </a:lnTo>
                <a:cubicBezTo>
                  <a:pt x="3251403" y="1069036"/>
                  <a:pt x="3224740" y="1014874"/>
                  <a:pt x="3171837" y="995603"/>
                </a:cubicBezTo>
                <a:close/>
              </a:path>
            </a:pathLst>
          </a:custGeom>
          <a:solidFill>
            <a:schemeClr val="dk2"/>
          </a:solidFill>
          <a:ln>
            <a:noFill/>
          </a:ln>
        </p:spPr>
        <p:txBody>
          <a:bodyPr spcFirstLastPara="1" wrap="square" lIns="28567" tIns="28567" rIns="28567" bIns="28567" anchor="ctr" anchorCtr="0">
            <a:noAutofit/>
          </a:bodyPr>
          <a:lstStyle/>
          <a:p>
            <a:pPr>
              <a:buClr>
                <a:srgbClr val="000000"/>
              </a:buClr>
              <a:buSzPts val="1700"/>
            </a:pPr>
            <a:endParaRPr lang="en-US" sz="2267" noProof="0">
              <a:solidFill>
                <a:srgbClr val="D8D8D8"/>
              </a:solidFill>
              <a:latin typeface="Calibri"/>
              <a:ea typeface="Calibri"/>
              <a:cs typeface="Calibri"/>
              <a:sym typeface="Calibri"/>
            </a:endParaRPr>
          </a:p>
        </p:txBody>
      </p:sp>
      <p:sp>
        <p:nvSpPr>
          <p:cNvPr id="354" name="Google Shape;354;p50"/>
          <p:cNvSpPr txBox="1"/>
          <p:nvPr/>
        </p:nvSpPr>
        <p:spPr>
          <a:xfrm>
            <a:off x="4677905" y="1963117"/>
            <a:ext cx="2836400" cy="461624"/>
          </a:xfrm>
          <a:prstGeom prst="rect">
            <a:avLst/>
          </a:prstGeom>
          <a:noFill/>
          <a:ln>
            <a:noFill/>
          </a:ln>
        </p:spPr>
        <p:txBody>
          <a:bodyPr spcFirstLastPara="1" wrap="square" lIns="91433" tIns="45700" rIns="91433" bIns="45700" anchor="t" anchorCtr="0">
            <a:spAutoFit/>
          </a:bodyPr>
          <a:lstStyle/>
          <a:p>
            <a:pPr algn="ctr">
              <a:buClr>
                <a:srgbClr val="000000"/>
              </a:buClr>
              <a:buSzPts val="1800"/>
            </a:pPr>
            <a:r>
              <a:rPr lang="en-US" sz="2400" b="1" noProof="0">
                <a:solidFill>
                  <a:srgbClr val="000000"/>
                </a:solidFill>
                <a:latin typeface="Arial"/>
                <a:ea typeface="Arial"/>
                <a:cs typeface="Arial"/>
                <a:sym typeface="Arial"/>
              </a:rPr>
              <a:t>Thank you!</a:t>
            </a:r>
            <a:endParaRPr lang="en-US" sz="1467" noProof="0">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7B26CC96-EF21-3957-E275-62B2039C9132}"/>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8FEFB307-9811-547D-A4E2-F8935A0C3B4C}"/>
              </a:ext>
            </a:extLst>
          </p:cNvPr>
          <p:cNvSpPr>
            <a:spLocks noGrp="1"/>
          </p:cNvSpPr>
          <p:nvPr>
            <p:ph type="body" sz="quarter" idx="13"/>
          </p:nvPr>
        </p:nvSpPr>
        <p:spPr>
          <a:solidFill>
            <a:schemeClr val="bg2">
              <a:lumMod val="90000"/>
            </a:schemeClr>
          </a:solidFill>
        </p:spPr>
        <p:txBody>
          <a:bodyPr vert="horz" lIns="91440" tIns="45720" rIns="91440" bIns="45720" rtlCol="0" anchor="ctr">
            <a:normAutofit/>
          </a:bodyPr>
          <a:lstStyle/>
          <a:p>
            <a:r>
              <a:rPr lang="en-US" noProof="0"/>
              <a:t>Sources</a:t>
            </a:r>
            <a:endParaRPr lang="en-US" noProof="0">
              <a:latin typeface="Century Gothic" panose="020B0502020202020204" pitchFamily="34" charset="0"/>
            </a:endParaRPr>
          </a:p>
        </p:txBody>
      </p:sp>
      <p:sp>
        <p:nvSpPr>
          <p:cNvPr id="4" name="Rectangle 3">
            <a:extLst>
              <a:ext uri="{FF2B5EF4-FFF2-40B4-BE49-F238E27FC236}">
                <a16:creationId xmlns:a16="http://schemas.microsoft.com/office/drawing/2014/main" id="{69311E03-BDAA-AA86-A4FC-C641F409B28A}"/>
              </a:ext>
            </a:extLst>
          </p:cNvPr>
          <p:cNvSpPr/>
          <p:nvPr/>
        </p:nvSpPr>
        <p:spPr>
          <a:xfrm>
            <a:off x="391886" y="1401940"/>
            <a:ext cx="11258246" cy="49572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lnSpc>
                <a:spcPct val="200000"/>
              </a:lnSpc>
            </a:pPr>
            <a:r>
              <a:rPr lang="en-US" sz="1200" b="1" noProof="0">
                <a:solidFill>
                  <a:schemeClr val="tx1"/>
                </a:solidFill>
                <a:latin typeface="Century Gothic" panose="020B0502020202020204" pitchFamily="34" charset="0"/>
              </a:rPr>
              <a:t>Bibliography</a:t>
            </a:r>
          </a:p>
          <a:p>
            <a:pPr marL="285750" indent="-285750">
              <a:lnSpc>
                <a:spcPct val="200000"/>
              </a:lnSpc>
              <a:buFont typeface="Arial" panose="020B0604020202020204" pitchFamily="34" charset="0"/>
              <a:buChar char="•"/>
            </a:pPr>
            <a:r>
              <a:rPr lang="en-US" sz="1200" noProof="0">
                <a:solidFill>
                  <a:schemeClr val="tx1"/>
                </a:solidFill>
                <a:latin typeface="Century Gothic" panose="020B0502020202020204" pitchFamily="34" charset="0"/>
              </a:rPr>
              <a:t>Arnott, R. D., </a:t>
            </a:r>
            <a:r>
              <a:rPr lang="en-US" sz="1200" noProof="0" err="1">
                <a:solidFill>
                  <a:schemeClr val="tx1"/>
                </a:solidFill>
                <a:latin typeface="Century Gothic" panose="020B0502020202020204" pitchFamily="34" charset="0"/>
              </a:rPr>
              <a:t>Kalesnik</a:t>
            </a:r>
            <a:r>
              <a:rPr lang="en-US" sz="1200" noProof="0">
                <a:solidFill>
                  <a:schemeClr val="tx1"/>
                </a:solidFill>
                <a:latin typeface="Century Gothic" panose="020B0502020202020204" pitchFamily="34" charset="0"/>
              </a:rPr>
              <a:t>, V., &amp; </a:t>
            </a:r>
            <a:r>
              <a:rPr lang="en-US" sz="1200" noProof="0" err="1">
                <a:solidFill>
                  <a:schemeClr val="tx1"/>
                </a:solidFill>
                <a:latin typeface="Century Gothic" panose="020B0502020202020204" pitchFamily="34" charset="0"/>
              </a:rPr>
              <a:t>Linnainmaa</a:t>
            </a:r>
            <a:r>
              <a:rPr lang="en-US" sz="1200" noProof="0">
                <a:solidFill>
                  <a:schemeClr val="tx1"/>
                </a:solidFill>
                <a:latin typeface="Century Gothic" panose="020B0502020202020204" pitchFamily="34" charset="0"/>
              </a:rPr>
              <a:t>, J. T. (2023). Factor momentum. The Review of Financial Studies, 36(8), 3034–3070.</a:t>
            </a:r>
          </a:p>
          <a:p>
            <a:pPr marL="285750" indent="-285750">
              <a:lnSpc>
                <a:spcPct val="200000"/>
              </a:lnSpc>
              <a:buFont typeface="Arial" panose="020B0604020202020204" pitchFamily="34" charset="0"/>
              <a:buChar char="•"/>
            </a:pPr>
            <a:r>
              <a:rPr lang="en-US" sz="1200" noProof="0" err="1">
                <a:solidFill>
                  <a:schemeClr val="tx1"/>
                </a:solidFill>
                <a:latin typeface="Century Gothic" panose="020B0502020202020204" pitchFamily="34" charset="0"/>
              </a:rPr>
              <a:t>D'Avolio</a:t>
            </a:r>
            <a:r>
              <a:rPr lang="en-US" sz="1200" noProof="0">
                <a:solidFill>
                  <a:schemeClr val="tx1"/>
                </a:solidFill>
                <a:latin typeface="Century Gothic" panose="020B0502020202020204" pitchFamily="34" charset="0"/>
              </a:rPr>
              <a:t>, G. (2002). The market for borrowing stock. Journal of Financial Economics, 66(2-3), 271–306.</a:t>
            </a:r>
          </a:p>
          <a:p>
            <a:pPr marL="285750" indent="-285750">
              <a:lnSpc>
                <a:spcPct val="200000"/>
              </a:lnSpc>
              <a:buFont typeface="Arial" panose="020B0604020202020204" pitchFamily="34" charset="0"/>
              <a:buChar char="•"/>
            </a:pPr>
            <a:r>
              <a:rPr lang="en-US" sz="1200" noProof="0">
                <a:solidFill>
                  <a:schemeClr val="tx1"/>
                </a:solidFill>
                <a:latin typeface="Century Gothic" panose="020B0502020202020204" pitchFamily="34" charset="0"/>
              </a:rPr>
              <a:t>Ehsani, S., &amp; </a:t>
            </a:r>
            <a:r>
              <a:rPr lang="en-US" sz="1200" noProof="0" err="1">
                <a:solidFill>
                  <a:schemeClr val="tx1"/>
                </a:solidFill>
                <a:latin typeface="Century Gothic" panose="020B0502020202020204" pitchFamily="34" charset="0"/>
              </a:rPr>
              <a:t>Linnainmaa</a:t>
            </a:r>
            <a:r>
              <a:rPr lang="en-US" sz="1200" noProof="0">
                <a:solidFill>
                  <a:schemeClr val="tx1"/>
                </a:solidFill>
                <a:latin typeface="Century Gothic" panose="020B0502020202020204" pitchFamily="34" charset="0"/>
              </a:rPr>
              <a:t>, J. T. (2022). Factor momentum and the momentum factor. The Journal of Finance, 77(3), 1877–1919.</a:t>
            </a:r>
          </a:p>
          <a:p>
            <a:pPr marL="285750" indent="-285750">
              <a:lnSpc>
                <a:spcPct val="200000"/>
              </a:lnSpc>
              <a:buFont typeface="Arial" panose="020B0604020202020204" pitchFamily="34" charset="0"/>
              <a:buChar char="•"/>
            </a:pPr>
            <a:r>
              <a:rPr lang="en-US" sz="1200" noProof="0">
                <a:solidFill>
                  <a:schemeClr val="tx1"/>
                </a:solidFill>
                <a:latin typeface="Century Gothic" panose="020B0502020202020204" pitchFamily="34" charset="0"/>
              </a:rPr>
              <a:t>Jensen, T. I., Kelly, B., &amp; Pedersen, L. H. (2023). Is there a replication crisis in finance? The Journal of Finance, 78(5), 2465–2518. https://doi.org/10.1111/jofi.13249</a:t>
            </a:r>
          </a:p>
          <a:p>
            <a:pPr marL="285750" indent="-285750">
              <a:lnSpc>
                <a:spcPct val="200000"/>
              </a:lnSpc>
              <a:buFont typeface="Arial" panose="020B0604020202020204" pitchFamily="34" charset="0"/>
              <a:buChar char="•"/>
            </a:pPr>
            <a:r>
              <a:rPr lang="en-US" sz="1200" noProof="0">
                <a:solidFill>
                  <a:schemeClr val="tx1"/>
                </a:solidFill>
                <a:latin typeface="Century Gothic" panose="020B0502020202020204" pitchFamily="34" charset="0"/>
              </a:rPr>
              <a:t>Schwarz, P., Walter, D., &amp; Weiss, P. (2026). Rewriting CRSP history: Impact of altered monthly returns on asset pricing. SSRN. https://ssrn.com/abstract=4723461</a:t>
            </a:r>
          </a:p>
          <a:p>
            <a:pPr lvl="0">
              <a:lnSpc>
                <a:spcPct val="200000"/>
              </a:lnSpc>
            </a:pPr>
            <a:r>
              <a:rPr lang="en-US" sz="1200" b="1" noProof="0">
                <a:solidFill>
                  <a:schemeClr val="tx1"/>
                </a:solidFill>
                <a:latin typeface="Century Gothic" panose="020B0502020202020204" pitchFamily="34" charset="0"/>
              </a:rPr>
              <a:t>Data and Code</a:t>
            </a:r>
          </a:p>
          <a:p>
            <a:pPr marL="171450" lvl="0" indent="-171450">
              <a:lnSpc>
                <a:spcPct val="200000"/>
              </a:lnSpc>
              <a:buFont typeface="Arial" panose="020B0604020202020204" pitchFamily="34" charset="0"/>
              <a:buChar char="•"/>
            </a:pPr>
            <a:r>
              <a:rPr lang="en-US" sz="1200" noProof="0">
                <a:solidFill>
                  <a:schemeClr val="tx1"/>
                </a:solidFill>
                <a:latin typeface="Century Gothic" panose="020B0502020202020204" pitchFamily="34" charset="0"/>
              </a:rPr>
              <a:t>WRDS Database</a:t>
            </a:r>
          </a:p>
          <a:p>
            <a:pPr marL="171450" lvl="0" indent="-171450">
              <a:lnSpc>
                <a:spcPct val="200000"/>
              </a:lnSpc>
              <a:buFont typeface="Arial" panose="020B0604020202020204" pitchFamily="34" charset="0"/>
              <a:buChar char="•"/>
            </a:pPr>
            <a:r>
              <a:rPr lang="en-US" sz="1200" noProof="0">
                <a:solidFill>
                  <a:schemeClr val="tx1"/>
                </a:solidFill>
                <a:latin typeface="Century Gothic" panose="020B0502020202020204" pitchFamily="34" charset="0"/>
              </a:rPr>
              <a:t>Kenneth French Data Library</a:t>
            </a:r>
          </a:p>
          <a:p>
            <a:pPr marL="171450" lvl="0" indent="-171450">
              <a:lnSpc>
                <a:spcPct val="200000"/>
              </a:lnSpc>
              <a:buFont typeface="Arial" panose="020B0604020202020204" pitchFamily="34" charset="0"/>
              <a:buChar char="•"/>
            </a:pPr>
            <a:r>
              <a:rPr lang="en-US" sz="1200" noProof="0">
                <a:solidFill>
                  <a:schemeClr val="tx1"/>
                </a:solidFill>
                <a:latin typeface="Century Gothic" panose="020B0502020202020204" pitchFamily="34" charset="0"/>
              </a:rPr>
              <a:t>JKP </a:t>
            </a:r>
            <a:r>
              <a:rPr lang="en-US" sz="1200" noProof="0" err="1">
                <a:solidFill>
                  <a:schemeClr val="tx1"/>
                </a:solidFill>
                <a:latin typeface="Century Gothic" panose="020B0502020202020204" pitchFamily="34" charset="0"/>
              </a:rPr>
              <a:t>Github</a:t>
            </a:r>
            <a:r>
              <a:rPr lang="en-US" sz="1200" noProof="0">
                <a:solidFill>
                  <a:schemeClr val="tx1"/>
                </a:solidFill>
                <a:latin typeface="Century Gothic" panose="020B0502020202020204" pitchFamily="34" charset="0"/>
              </a:rPr>
              <a:t>: </a:t>
            </a:r>
            <a:r>
              <a:rPr lang="en-US" sz="1200" noProof="0">
                <a:solidFill>
                  <a:schemeClr val="tx1"/>
                </a:solidFill>
                <a:latin typeface="Century Gothic" panose="020B0502020202020204" pitchFamily="34" charset="0"/>
                <a:hlinkClick r:id="rId3"/>
              </a:rPr>
              <a:t>https://github.com/bkelly-lab/jkp-data</a:t>
            </a:r>
            <a:r>
              <a:rPr lang="en-US" sz="1200" noProof="0">
                <a:solidFill>
                  <a:schemeClr val="tx1"/>
                </a:solidFill>
                <a:latin typeface="Century Gothic" panose="020B0502020202020204" pitchFamily="34" charset="0"/>
              </a:rPr>
              <a:t> </a:t>
            </a:r>
          </a:p>
        </p:txBody>
      </p:sp>
      <p:sp>
        <p:nvSpPr>
          <p:cNvPr id="2" name="Rectangle 1">
            <a:extLst>
              <a:ext uri="{FF2B5EF4-FFF2-40B4-BE49-F238E27FC236}">
                <a16:creationId xmlns:a16="http://schemas.microsoft.com/office/drawing/2014/main" id="{73BB2E6A-C8D6-C50C-E389-FF4F48DE38EE}"/>
              </a:ext>
            </a:extLst>
          </p:cNvPr>
          <p:cNvSpPr/>
          <p:nvPr/>
        </p:nvSpPr>
        <p:spPr>
          <a:xfrm>
            <a:off x="391886" y="881744"/>
            <a:ext cx="1125824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Sources</a:t>
            </a:r>
          </a:p>
        </p:txBody>
      </p:sp>
    </p:spTree>
    <p:extLst>
      <p:ext uri="{BB962C8B-B14F-4D97-AF65-F5344CB8AC3E}">
        <p14:creationId xmlns:p14="http://schemas.microsoft.com/office/powerpoint/2010/main" val="16197780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4FE5C-43BE-A39D-3AD4-9FF8407F1E0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D2B2106-E051-BB40-7848-66FE8487AEE6}"/>
              </a:ext>
            </a:extLst>
          </p:cNvPr>
          <p:cNvSpPr>
            <a:spLocks noGrp="1"/>
          </p:cNvSpPr>
          <p:nvPr>
            <p:ph type="body" sz="quarter" idx="13"/>
          </p:nvPr>
        </p:nvSpPr>
        <p:spPr/>
        <p:txBody>
          <a:bodyPr/>
          <a:lstStyle/>
          <a:p>
            <a:r>
              <a:rPr lang="en-US" noProof="0"/>
              <a:t>Appendix</a:t>
            </a:r>
          </a:p>
        </p:txBody>
      </p:sp>
      <p:sp>
        <p:nvSpPr>
          <p:cNvPr id="4" name="Rectangle 3">
            <a:extLst>
              <a:ext uri="{FF2B5EF4-FFF2-40B4-BE49-F238E27FC236}">
                <a16:creationId xmlns:a16="http://schemas.microsoft.com/office/drawing/2014/main" id="{E5BFABFA-02C8-54B3-3665-745EE5B2998C}"/>
              </a:ext>
            </a:extLst>
          </p:cNvPr>
          <p:cNvSpPr/>
          <p:nvPr/>
        </p:nvSpPr>
        <p:spPr>
          <a:xfrm>
            <a:off x="391886" y="881744"/>
            <a:ext cx="1125824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Limited number of positions – (Top 2.5% long-short)</a:t>
            </a:r>
          </a:p>
        </p:txBody>
      </p:sp>
      <p:pic>
        <p:nvPicPr>
          <p:cNvPr id="17" name="Picture 16">
            <a:extLst>
              <a:ext uri="{FF2B5EF4-FFF2-40B4-BE49-F238E27FC236}">
                <a16:creationId xmlns:a16="http://schemas.microsoft.com/office/drawing/2014/main" id="{F2846B93-B136-209A-8BFC-5C91CE9E231F}"/>
              </a:ext>
            </a:extLst>
          </p:cNvPr>
          <p:cNvPicPr>
            <a:picLocks noChangeAspect="1"/>
          </p:cNvPicPr>
          <p:nvPr/>
        </p:nvPicPr>
        <p:blipFill>
          <a:blip r:embed="rId2"/>
          <a:stretch>
            <a:fillRect/>
          </a:stretch>
        </p:blipFill>
        <p:spPr>
          <a:xfrm>
            <a:off x="391886" y="1822925"/>
            <a:ext cx="7395563" cy="4572000"/>
          </a:xfrm>
          <a:prstGeom prst="rect">
            <a:avLst/>
          </a:prstGeom>
        </p:spPr>
      </p:pic>
      <p:graphicFrame>
        <p:nvGraphicFramePr>
          <p:cNvPr id="19" name="Table 6">
            <a:extLst>
              <a:ext uri="{FF2B5EF4-FFF2-40B4-BE49-F238E27FC236}">
                <a16:creationId xmlns:a16="http://schemas.microsoft.com/office/drawing/2014/main" id="{56698B1B-83DF-C8F0-3A62-0CA05D2785C0}"/>
              </a:ext>
            </a:extLst>
          </p:cNvPr>
          <p:cNvGraphicFramePr>
            <a:graphicFrameLocks noGrp="1"/>
          </p:cNvGraphicFramePr>
          <p:nvPr>
            <p:extLst>
              <p:ext uri="{D42A27DB-BD31-4B8C-83A1-F6EECF244321}">
                <p14:modId xmlns:p14="http://schemas.microsoft.com/office/powerpoint/2010/main" val="1714681168"/>
              </p:ext>
            </p:extLst>
          </p:nvPr>
        </p:nvGraphicFramePr>
        <p:xfrm>
          <a:off x="6616960" y="1502085"/>
          <a:ext cx="5033170" cy="1097280"/>
        </p:xfrm>
        <a:graphic>
          <a:graphicData uri="http://schemas.openxmlformats.org/drawingml/2006/table">
            <a:tbl>
              <a:tblPr firstRow="1" bandRow="1"/>
              <a:tblGrid>
                <a:gridCol w="1417138">
                  <a:extLst>
                    <a:ext uri="{9D8B030D-6E8A-4147-A177-3AD203B41FA5}">
                      <a16:colId xmlns:a16="http://schemas.microsoft.com/office/drawing/2014/main" val="3427500251"/>
                    </a:ext>
                  </a:extLst>
                </a:gridCol>
                <a:gridCol w="1046907">
                  <a:extLst>
                    <a:ext uri="{9D8B030D-6E8A-4147-A177-3AD203B41FA5}">
                      <a16:colId xmlns:a16="http://schemas.microsoft.com/office/drawing/2014/main" val="2257559391"/>
                    </a:ext>
                  </a:extLst>
                </a:gridCol>
                <a:gridCol w="1367454">
                  <a:extLst>
                    <a:ext uri="{9D8B030D-6E8A-4147-A177-3AD203B41FA5}">
                      <a16:colId xmlns:a16="http://schemas.microsoft.com/office/drawing/2014/main" val="2432520645"/>
                    </a:ext>
                  </a:extLst>
                </a:gridCol>
                <a:gridCol w="1201671">
                  <a:extLst>
                    <a:ext uri="{9D8B030D-6E8A-4147-A177-3AD203B41FA5}">
                      <a16:colId xmlns:a16="http://schemas.microsoft.com/office/drawing/2014/main" val="1122700182"/>
                    </a:ext>
                  </a:extLst>
                </a:gridCol>
              </a:tblGrid>
              <a:tr h="272898">
                <a:tc>
                  <a:txBody>
                    <a:bodyPr/>
                    <a:lstStyle>
                      <a:lvl1pPr marL="0" algn="l" defTabSz="914400" rtl="0" eaLnBrk="1" latinLnBrk="0" hangingPunct="1">
                        <a:defRPr sz="1800" b="1" kern="1200">
                          <a:solidFill>
                            <a:schemeClr val="lt1"/>
                          </a:solidFill>
                          <a:latin typeface="Arial"/>
                          <a:cs typeface="Arial"/>
                        </a:defRPr>
                      </a:lvl1pPr>
                      <a:lvl2pPr marL="457200" algn="l" defTabSz="914400" rtl="0" eaLnBrk="1" latinLnBrk="0" hangingPunct="1">
                        <a:defRPr sz="1800" b="1" kern="1200">
                          <a:solidFill>
                            <a:schemeClr val="lt1"/>
                          </a:solidFill>
                          <a:latin typeface="Arial"/>
                          <a:cs typeface="Arial"/>
                        </a:defRPr>
                      </a:lvl2pPr>
                      <a:lvl3pPr marL="914400" algn="l" defTabSz="914400" rtl="0" eaLnBrk="1" latinLnBrk="0" hangingPunct="1">
                        <a:defRPr sz="1800" b="1" kern="1200">
                          <a:solidFill>
                            <a:schemeClr val="lt1"/>
                          </a:solidFill>
                          <a:latin typeface="Arial"/>
                          <a:cs typeface="Arial"/>
                        </a:defRPr>
                      </a:lvl3pPr>
                      <a:lvl4pPr marL="1371600" algn="l" defTabSz="914400" rtl="0" eaLnBrk="1" latinLnBrk="0" hangingPunct="1">
                        <a:defRPr sz="1800" b="1" kern="1200">
                          <a:solidFill>
                            <a:schemeClr val="lt1"/>
                          </a:solidFill>
                          <a:latin typeface="Arial"/>
                          <a:cs typeface="Arial"/>
                        </a:defRPr>
                      </a:lvl4pPr>
                      <a:lvl5pPr marL="1828800" algn="l" defTabSz="914400" rtl="0" eaLnBrk="1" latinLnBrk="0" hangingPunct="1">
                        <a:defRPr sz="1800" b="1" kern="1200">
                          <a:solidFill>
                            <a:schemeClr val="lt1"/>
                          </a:solidFill>
                          <a:latin typeface="Arial"/>
                          <a:cs typeface="Arial"/>
                        </a:defRPr>
                      </a:lvl5pPr>
                      <a:lvl6pPr marL="2286000" algn="l" defTabSz="914400" rtl="0" eaLnBrk="1" latinLnBrk="0" hangingPunct="1">
                        <a:defRPr sz="1800" b="1" kern="1200">
                          <a:solidFill>
                            <a:schemeClr val="lt1"/>
                          </a:solidFill>
                          <a:latin typeface="Arial"/>
                          <a:cs typeface="Arial"/>
                        </a:defRPr>
                      </a:lvl6pPr>
                      <a:lvl7pPr marL="2743200" algn="l" defTabSz="914400" rtl="0" eaLnBrk="1" latinLnBrk="0" hangingPunct="1">
                        <a:defRPr sz="1800" b="1" kern="1200">
                          <a:solidFill>
                            <a:schemeClr val="lt1"/>
                          </a:solidFill>
                          <a:latin typeface="Arial"/>
                          <a:cs typeface="Arial"/>
                        </a:defRPr>
                      </a:lvl7pPr>
                      <a:lvl8pPr marL="3200400" algn="l" defTabSz="914400" rtl="0" eaLnBrk="1" latinLnBrk="0" hangingPunct="1">
                        <a:defRPr sz="1800" b="1" kern="1200">
                          <a:solidFill>
                            <a:schemeClr val="lt1"/>
                          </a:solidFill>
                          <a:latin typeface="Arial"/>
                          <a:cs typeface="Arial"/>
                        </a:defRPr>
                      </a:lvl8pPr>
                      <a:lvl9pPr marL="3657600" algn="l" defTabSz="914400" rtl="0" eaLnBrk="1" latinLnBrk="0" hangingPunct="1">
                        <a:defRPr sz="1800" b="1" kern="1200">
                          <a:solidFill>
                            <a:schemeClr val="lt1"/>
                          </a:solidFill>
                          <a:latin typeface="Arial"/>
                          <a:cs typeface="Arial"/>
                        </a:defRPr>
                      </a:lvl9pPr>
                    </a:lstStyle>
                    <a:p>
                      <a:pPr algn="ctr" rtl="0"/>
                      <a:r>
                        <a:rPr lang="en-US" sz="1200" noProof="0">
                          <a:latin typeface="Century Gothic (Headings)"/>
                          <a:cs typeface="Arial"/>
                        </a:rPr>
                        <a:t>Strategy Metrics</a:t>
                      </a:r>
                      <a:endParaRPr lang="en-US" sz="1200" noProof="0">
                        <a:latin typeface="Century Gothic (Headings)"/>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lnTlToBr w="12700" cmpd="sng">
                      <a:noFill/>
                      <a:prstDash val="solid"/>
                    </a:lnTlToBr>
                    <a:lnBlToTr w="12700" cmpd="sng">
                      <a:noFill/>
                      <a:prstDash val="solid"/>
                    </a:lnBlToTr>
                    <a:solidFill>
                      <a:srgbClr val="0B2B65"/>
                    </a:solidFill>
                  </a:tcPr>
                </a:tc>
                <a:tc>
                  <a:txBody>
                    <a:bodyPr/>
                    <a:lstStyle>
                      <a:lvl1pPr marL="0" algn="l" defTabSz="914400" rtl="0" eaLnBrk="1" latinLnBrk="0" hangingPunct="1">
                        <a:defRPr sz="1800" b="1" kern="1200">
                          <a:solidFill>
                            <a:schemeClr val="lt1"/>
                          </a:solidFill>
                          <a:latin typeface="Arial"/>
                          <a:cs typeface="Arial"/>
                        </a:defRPr>
                      </a:lvl1pPr>
                      <a:lvl2pPr marL="457200" algn="l" defTabSz="914400" rtl="0" eaLnBrk="1" latinLnBrk="0" hangingPunct="1">
                        <a:defRPr sz="1800" b="1" kern="1200">
                          <a:solidFill>
                            <a:schemeClr val="lt1"/>
                          </a:solidFill>
                          <a:latin typeface="Arial"/>
                          <a:cs typeface="Arial"/>
                        </a:defRPr>
                      </a:lvl2pPr>
                      <a:lvl3pPr marL="914400" algn="l" defTabSz="914400" rtl="0" eaLnBrk="1" latinLnBrk="0" hangingPunct="1">
                        <a:defRPr sz="1800" b="1" kern="1200">
                          <a:solidFill>
                            <a:schemeClr val="lt1"/>
                          </a:solidFill>
                          <a:latin typeface="Arial"/>
                          <a:cs typeface="Arial"/>
                        </a:defRPr>
                      </a:lvl3pPr>
                      <a:lvl4pPr marL="1371600" algn="l" defTabSz="914400" rtl="0" eaLnBrk="1" latinLnBrk="0" hangingPunct="1">
                        <a:defRPr sz="1800" b="1" kern="1200">
                          <a:solidFill>
                            <a:schemeClr val="lt1"/>
                          </a:solidFill>
                          <a:latin typeface="Arial"/>
                          <a:cs typeface="Arial"/>
                        </a:defRPr>
                      </a:lvl4pPr>
                      <a:lvl5pPr marL="1828800" algn="l" defTabSz="914400" rtl="0" eaLnBrk="1" latinLnBrk="0" hangingPunct="1">
                        <a:defRPr sz="1800" b="1" kern="1200">
                          <a:solidFill>
                            <a:schemeClr val="lt1"/>
                          </a:solidFill>
                          <a:latin typeface="Arial"/>
                          <a:cs typeface="Arial"/>
                        </a:defRPr>
                      </a:lvl5pPr>
                      <a:lvl6pPr marL="2286000" algn="l" defTabSz="914400" rtl="0" eaLnBrk="1" latinLnBrk="0" hangingPunct="1">
                        <a:defRPr sz="1800" b="1" kern="1200">
                          <a:solidFill>
                            <a:schemeClr val="lt1"/>
                          </a:solidFill>
                          <a:latin typeface="Arial"/>
                          <a:cs typeface="Arial"/>
                        </a:defRPr>
                      </a:lvl6pPr>
                      <a:lvl7pPr marL="2743200" algn="l" defTabSz="914400" rtl="0" eaLnBrk="1" latinLnBrk="0" hangingPunct="1">
                        <a:defRPr sz="1800" b="1" kern="1200">
                          <a:solidFill>
                            <a:schemeClr val="lt1"/>
                          </a:solidFill>
                          <a:latin typeface="Arial"/>
                          <a:cs typeface="Arial"/>
                        </a:defRPr>
                      </a:lvl7pPr>
                      <a:lvl8pPr marL="3200400" algn="l" defTabSz="914400" rtl="0" eaLnBrk="1" latinLnBrk="0" hangingPunct="1">
                        <a:defRPr sz="1800" b="1" kern="1200">
                          <a:solidFill>
                            <a:schemeClr val="lt1"/>
                          </a:solidFill>
                          <a:latin typeface="Arial"/>
                          <a:cs typeface="Arial"/>
                        </a:defRPr>
                      </a:lvl8pPr>
                      <a:lvl9pPr marL="3657600" algn="l" defTabSz="914400" rtl="0" eaLnBrk="1" latinLnBrk="0" hangingPunct="1">
                        <a:defRPr sz="1800" b="1" kern="1200">
                          <a:solidFill>
                            <a:schemeClr val="lt1"/>
                          </a:solidFill>
                          <a:latin typeface="Arial"/>
                          <a:cs typeface="Arial"/>
                        </a:defRPr>
                      </a:lvl9pPr>
                    </a:lstStyle>
                    <a:p>
                      <a:pPr algn="ctr" rtl="0"/>
                      <a:r>
                        <a:rPr lang="en-US" sz="1200" noProof="0">
                          <a:latin typeface="Century Gothic (Headings)"/>
                          <a:cs typeface="Arial"/>
                        </a:rPr>
                        <a:t>Theoretical</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lnTlToBr w="12700" cmpd="sng">
                      <a:noFill/>
                      <a:prstDash val="solid"/>
                    </a:lnTlToBr>
                    <a:lnBlToTr w="12700" cmpd="sng">
                      <a:noFill/>
                      <a:prstDash val="solid"/>
                    </a:lnBlToTr>
                    <a:solidFill>
                      <a:srgbClr val="0B2B65"/>
                    </a:solidFill>
                  </a:tcPr>
                </a:tc>
                <a:tc>
                  <a:txBody>
                    <a:bodyPr/>
                    <a:lstStyle>
                      <a:lvl1pPr marL="0" algn="l" defTabSz="914400" rtl="0" eaLnBrk="1" latinLnBrk="0" hangingPunct="1">
                        <a:defRPr sz="1800" b="1" kern="1200">
                          <a:solidFill>
                            <a:schemeClr val="lt1"/>
                          </a:solidFill>
                          <a:latin typeface="Arial"/>
                          <a:cs typeface="Arial"/>
                        </a:defRPr>
                      </a:lvl1pPr>
                      <a:lvl2pPr marL="457200" algn="l" defTabSz="914400" rtl="0" eaLnBrk="1" latinLnBrk="0" hangingPunct="1">
                        <a:defRPr sz="1800" b="1" kern="1200">
                          <a:solidFill>
                            <a:schemeClr val="lt1"/>
                          </a:solidFill>
                          <a:latin typeface="Arial"/>
                          <a:cs typeface="Arial"/>
                        </a:defRPr>
                      </a:lvl2pPr>
                      <a:lvl3pPr marL="914400" algn="l" defTabSz="914400" rtl="0" eaLnBrk="1" latinLnBrk="0" hangingPunct="1">
                        <a:defRPr sz="1800" b="1" kern="1200">
                          <a:solidFill>
                            <a:schemeClr val="lt1"/>
                          </a:solidFill>
                          <a:latin typeface="Arial"/>
                          <a:cs typeface="Arial"/>
                        </a:defRPr>
                      </a:lvl3pPr>
                      <a:lvl4pPr marL="1371600" algn="l" defTabSz="914400" rtl="0" eaLnBrk="1" latinLnBrk="0" hangingPunct="1">
                        <a:defRPr sz="1800" b="1" kern="1200">
                          <a:solidFill>
                            <a:schemeClr val="lt1"/>
                          </a:solidFill>
                          <a:latin typeface="Arial"/>
                          <a:cs typeface="Arial"/>
                        </a:defRPr>
                      </a:lvl4pPr>
                      <a:lvl5pPr marL="1828800" algn="l" defTabSz="914400" rtl="0" eaLnBrk="1" latinLnBrk="0" hangingPunct="1">
                        <a:defRPr sz="1800" b="1" kern="1200">
                          <a:solidFill>
                            <a:schemeClr val="lt1"/>
                          </a:solidFill>
                          <a:latin typeface="Arial"/>
                          <a:cs typeface="Arial"/>
                        </a:defRPr>
                      </a:lvl5pPr>
                      <a:lvl6pPr marL="2286000" algn="l" defTabSz="914400" rtl="0" eaLnBrk="1" latinLnBrk="0" hangingPunct="1">
                        <a:defRPr sz="1800" b="1" kern="1200">
                          <a:solidFill>
                            <a:schemeClr val="lt1"/>
                          </a:solidFill>
                          <a:latin typeface="Arial"/>
                          <a:cs typeface="Arial"/>
                        </a:defRPr>
                      </a:lvl6pPr>
                      <a:lvl7pPr marL="2743200" algn="l" defTabSz="914400" rtl="0" eaLnBrk="1" latinLnBrk="0" hangingPunct="1">
                        <a:defRPr sz="1800" b="1" kern="1200">
                          <a:solidFill>
                            <a:schemeClr val="lt1"/>
                          </a:solidFill>
                          <a:latin typeface="Arial"/>
                          <a:cs typeface="Arial"/>
                        </a:defRPr>
                      </a:lvl7pPr>
                      <a:lvl8pPr marL="3200400" algn="l" defTabSz="914400" rtl="0" eaLnBrk="1" latinLnBrk="0" hangingPunct="1">
                        <a:defRPr sz="1800" b="1" kern="1200">
                          <a:solidFill>
                            <a:schemeClr val="lt1"/>
                          </a:solidFill>
                          <a:latin typeface="Arial"/>
                          <a:cs typeface="Arial"/>
                        </a:defRPr>
                      </a:lvl8pPr>
                      <a:lvl9pPr marL="3657600" algn="l" defTabSz="914400" rtl="0" eaLnBrk="1" latinLnBrk="0" hangingPunct="1">
                        <a:defRPr sz="1800" b="1" kern="1200">
                          <a:solidFill>
                            <a:schemeClr val="lt1"/>
                          </a:solidFill>
                          <a:latin typeface="Arial"/>
                          <a:cs typeface="Arial"/>
                        </a:defRPr>
                      </a:lvl9pPr>
                    </a:lstStyle>
                    <a:p>
                      <a:pPr algn="ctr" rtl="0"/>
                      <a:r>
                        <a:rPr lang="en-US" sz="1200" noProof="0">
                          <a:latin typeface="Century Gothic (Headings)"/>
                          <a:cs typeface="Arial"/>
                        </a:rPr>
                        <a:t>Gross (Lagged)</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lnTlToBr w="12700" cmpd="sng">
                      <a:noFill/>
                      <a:prstDash val="solid"/>
                    </a:lnTlToBr>
                    <a:lnBlToTr w="12700" cmpd="sng">
                      <a:noFill/>
                      <a:prstDash val="solid"/>
                    </a:lnBlToTr>
                    <a:solidFill>
                      <a:srgbClr val="0B2B65"/>
                    </a:solidFill>
                  </a:tcPr>
                </a:tc>
                <a:tc>
                  <a:txBody>
                    <a:bodyPr/>
                    <a:lstStyle>
                      <a:lvl1pPr marL="0" algn="l" defTabSz="914400" rtl="0" eaLnBrk="1" latinLnBrk="0" hangingPunct="1">
                        <a:defRPr sz="1800" b="1" kern="1200">
                          <a:solidFill>
                            <a:schemeClr val="lt1"/>
                          </a:solidFill>
                          <a:latin typeface="Arial"/>
                          <a:cs typeface="Arial"/>
                        </a:defRPr>
                      </a:lvl1pPr>
                      <a:lvl2pPr marL="457200" algn="l" defTabSz="914400" rtl="0" eaLnBrk="1" latinLnBrk="0" hangingPunct="1">
                        <a:defRPr sz="1800" b="1" kern="1200">
                          <a:solidFill>
                            <a:schemeClr val="lt1"/>
                          </a:solidFill>
                          <a:latin typeface="Arial"/>
                          <a:cs typeface="Arial"/>
                        </a:defRPr>
                      </a:lvl2pPr>
                      <a:lvl3pPr marL="914400" algn="l" defTabSz="914400" rtl="0" eaLnBrk="1" latinLnBrk="0" hangingPunct="1">
                        <a:defRPr sz="1800" b="1" kern="1200">
                          <a:solidFill>
                            <a:schemeClr val="lt1"/>
                          </a:solidFill>
                          <a:latin typeface="Arial"/>
                          <a:cs typeface="Arial"/>
                        </a:defRPr>
                      </a:lvl3pPr>
                      <a:lvl4pPr marL="1371600" algn="l" defTabSz="914400" rtl="0" eaLnBrk="1" latinLnBrk="0" hangingPunct="1">
                        <a:defRPr sz="1800" b="1" kern="1200">
                          <a:solidFill>
                            <a:schemeClr val="lt1"/>
                          </a:solidFill>
                          <a:latin typeface="Arial"/>
                          <a:cs typeface="Arial"/>
                        </a:defRPr>
                      </a:lvl4pPr>
                      <a:lvl5pPr marL="1828800" algn="l" defTabSz="914400" rtl="0" eaLnBrk="1" latinLnBrk="0" hangingPunct="1">
                        <a:defRPr sz="1800" b="1" kern="1200">
                          <a:solidFill>
                            <a:schemeClr val="lt1"/>
                          </a:solidFill>
                          <a:latin typeface="Arial"/>
                          <a:cs typeface="Arial"/>
                        </a:defRPr>
                      </a:lvl5pPr>
                      <a:lvl6pPr marL="2286000" algn="l" defTabSz="914400" rtl="0" eaLnBrk="1" latinLnBrk="0" hangingPunct="1">
                        <a:defRPr sz="1800" b="1" kern="1200">
                          <a:solidFill>
                            <a:schemeClr val="lt1"/>
                          </a:solidFill>
                          <a:latin typeface="Arial"/>
                          <a:cs typeface="Arial"/>
                        </a:defRPr>
                      </a:lvl6pPr>
                      <a:lvl7pPr marL="2743200" algn="l" defTabSz="914400" rtl="0" eaLnBrk="1" latinLnBrk="0" hangingPunct="1">
                        <a:defRPr sz="1800" b="1" kern="1200">
                          <a:solidFill>
                            <a:schemeClr val="lt1"/>
                          </a:solidFill>
                          <a:latin typeface="Arial"/>
                          <a:cs typeface="Arial"/>
                        </a:defRPr>
                      </a:lvl7pPr>
                      <a:lvl8pPr marL="3200400" algn="l" defTabSz="914400" rtl="0" eaLnBrk="1" latinLnBrk="0" hangingPunct="1">
                        <a:defRPr sz="1800" b="1" kern="1200">
                          <a:solidFill>
                            <a:schemeClr val="lt1"/>
                          </a:solidFill>
                          <a:latin typeface="Arial"/>
                          <a:cs typeface="Arial"/>
                        </a:defRPr>
                      </a:lvl8pPr>
                      <a:lvl9pPr marL="3657600" algn="l" defTabSz="914400" rtl="0" eaLnBrk="1" latinLnBrk="0" hangingPunct="1">
                        <a:defRPr sz="1800" b="1" kern="1200">
                          <a:solidFill>
                            <a:schemeClr val="lt1"/>
                          </a:solidFill>
                          <a:latin typeface="Arial"/>
                          <a:cs typeface="Arial"/>
                        </a:defRPr>
                      </a:lvl9pPr>
                    </a:lstStyle>
                    <a:p>
                      <a:pPr algn="ctr" rtl="0"/>
                      <a:r>
                        <a:rPr lang="en-US" sz="1200" noProof="0">
                          <a:latin typeface="Century Gothic (Headings)"/>
                          <a:cs typeface="Arial"/>
                        </a:rPr>
                        <a:t>Net (Final)</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lnTlToBr w="12700" cmpd="sng">
                      <a:noFill/>
                      <a:prstDash val="solid"/>
                    </a:lnTlToBr>
                    <a:lnBlToTr w="12700" cmpd="sng">
                      <a:noFill/>
                      <a:prstDash val="solid"/>
                    </a:lnBlToTr>
                    <a:solidFill>
                      <a:srgbClr val="0B2B65"/>
                    </a:solidFill>
                  </a:tcPr>
                </a:tc>
                <a:extLst>
                  <a:ext uri="{0D108BD9-81ED-4DB2-BD59-A6C34878D82A}">
                    <a16:rowId xmlns:a16="http://schemas.microsoft.com/office/drawing/2014/main" val="2735946129"/>
                  </a:ext>
                </a:extLst>
              </a:tr>
              <a:tr h="272898">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rtl="0" eaLnBrk="1" fontAlgn="auto" latinLnBrk="0" hangingPunct="1">
                        <a:lnSpc>
                          <a:spcPct val="100000"/>
                        </a:lnSpc>
                        <a:spcBef>
                          <a:spcPts val="0"/>
                        </a:spcBef>
                        <a:spcAft>
                          <a:spcPts val="0"/>
                        </a:spcAft>
                        <a:buClrTx/>
                        <a:buSzTx/>
                        <a:buFont typeface="+mj-lt"/>
                        <a:buNone/>
                      </a:pPr>
                      <a:r>
                        <a:rPr lang="en-US" sz="1200" noProof="0">
                          <a:latin typeface="Century Gothic (Headings)"/>
                        </a:rPr>
                        <a:t>Ann. Return </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a:lnSpc>
                          <a:spcPct val="100000"/>
                        </a:lnSpc>
                        <a:spcBef>
                          <a:spcPts val="0"/>
                        </a:spcBef>
                        <a:spcAft>
                          <a:spcPts val="0"/>
                        </a:spcAft>
                        <a:buNone/>
                      </a:pPr>
                      <a:r>
                        <a:rPr lang="en-US" sz="1200" b="0" i="0" u="none" strike="noStrike" noProof="0">
                          <a:latin typeface="Century Gothic (Headings)"/>
                        </a:rPr>
                        <a:t>0.0233</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defTabSz="806867" rtl="0" eaLnBrk="1" fontAlgn="auto" latinLnBrk="0" hangingPunct="1">
                        <a:lnSpc>
                          <a:spcPct val="100000"/>
                        </a:lnSpc>
                        <a:spcBef>
                          <a:spcPts val="0"/>
                        </a:spcBef>
                        <a:spcAft>
                          <a:spcPts val="0"/>
                        </a:spcAft>
                        <a:buClrTx/>
                        <a:buSzTx/>
                        <a:buFont typeface="+mj-lt"/>
                        <a:buNone/>
                        <a:tabLst/>
                        <a:defRPr/>
                      </a:pPr>
                      <a:r>
                        <a:rPr lang="en-US" sz="1200" noProof="0">
                          <a:latin typeface="Century Gothic (Headings)"/>
                        </a:rPr>
                        <a:t>0.0205</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rtl="0" eaLnBrk="1" fontAlgn="auto" latinLnBrk="0" hangingPunct="1">
                        <a:lnSpc>
                          <a:spcPct val="100000"/>
                        </a:lnSpc>
                        <a:spcBef>
                          <a:spcPts val="0"/>
                        </a:spcBef>
                        <a:spcAft>
                          <a:spcPts val="0"/>
                        </a:spcAft>
                        <a:buClrTx/>
                        <a:buSzTx/>
                        <a:buFont typeface="+mj-lt"/>
                        <a:buNone/>
                      </a:pPr>
                      <a:r>
                        <a:rPr lang="en-US" sz="1200" noProof="0">
                          <a:latin typeface="Century Gothic (Headings)"/>
                        </a:rPr>
                        <a:t>0.0078</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4668997"/>
                  </a:ext>
                </a:extLst>
              </a:tr>
              <a:tr h="272898">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defTabSz="806867" rtl="0" eaLnBrk="1" fontAlgn="auto" latinLnBrk="0" hangingPunct="1">
                        <a:lnSpc>
                          <a:spcPct val="100000"/>
                        </a:lnSpc>
                        <a:spcBef>
                          <a:spcPts val="0"/>
                        </a:spcBef>
                        <a:spcAft>
                          <a:spcPts val="0"/>
                        </a:spcAft>
                        <a:buClrTx/>
                        <a:buSzTx/>
                        <a:buFont typeface="+mj-lt"/>
                        <a:buNone/>
                        <a:tabLst/>
                        <a:defRPr/>
                      </a:pPr>
                      <a:r>
                        <a:rPr lang="en-US" sz="1200" noProof="0">
                          <a:latin typeface="Century Gothic (Headings)"/>
                        </a:rPr>
                        <a:t>Ann. Volatility</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a:lnSpc>
                          <a:spcPct val="100000"/>
                        </a:lnSpc>
                        <a:spcBef>
                          <a:spcPts val="0"/>
                        </a:spcBef>
                        <a:spcAft>
                          <a:spcPts val="0"/>
                        </a:spcAft>
                        <a:buNone/>
                      </a:pPr>
                      <a:r>
                        <a:rPr lang="en-US" sz="1200" noProof="0">
                          <a:latin typeface="Century Gothic (Headings)"/>
                        </a:rPr>
                        <a:t>0.0927</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defTabSz="806867" rtl="0" eaLnBrk="1" fontAlgn="auto" latinLnBrk="0" hangingPunct="1">
                        <a:lnSpc>
                          <a:spcPct val="100000"/>
                        </a:lnSpc>
                        <a:spcBef>
                          <a:spcPts val="0"/>
                        </a:spcBef>
                        <a:spcAft>
                          <a:spcPts val="0"/>
                        </a:spcAft>
                        <a:buClrTx/>
                        <a:buSzTx/>
                        <a:buFont typeface="+mj-lt"/>
                        <a:buNone/>
                        <a:tabLst/>
                        <a:defRPr/>
                      </a:pPr>
                      <a:r>
                        <a:rPr lang="en-US" sz="1200" noProof="0">
                          <a:latin typeface="Century Gothic (Headings)"/>
                        </a:rPr>
                        <a:t>0.0907</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lvl="0" indent="0" algn="ctr">
                        <a:lnSpc>
                          <a:spcPct val="100000"/>
                        </a:lnSpc>
                        <a:buNone/>
                      </a:pPr>
                      <a:r>
                        <a:rPr lang="en-US" sz="1200" noProof="0">
                          <a:latin typeface="Century Gothic (Headings)"/>
                        </a:rPr>
                        <a:t>0.0907</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8123943"/>
                  </a:ext>
                </a:extLst>
              </a:tr>
              <a:tr h="272898">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rtl="0">
                        <a:lnSpc>
                          <a:spcPct val="100000"/>
                        </a:lnSpc>
                        <a:spcBef>
                          <a:spcPts val="0"/>
                        </a:spcBef>
                        <a:spcAft>
                          <a:spcPts val="0"/>
                        </a:spcAft>
                        <a:buClrTx/>
                        <a:buSzTx/>
                        <a:buFont typeface="+mj-lt"/>
                        <a:buNone/>
                      </a:pPr>
                      <a:r>
                        <a:rPr lang="en-US" sz="1200" noProof="0">
                          <a:latin typeface="Century Gothic (Headings)"/>
                        </a:rPr>
                        <a:t>Sharpe (Rf=0%) </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a:lnSpc>
                          <a:spcPct val="100000"/>
                        </a:lnSpc>
                        <a:spcBef>
                          <a:spcPts val="0"/>
                        </a:spcBef>
                        <a:spcAft>
                          <a:spcPts val="0"/>
                        </a:spcAft>
                        <a:buNone/>
                      </a:pPr>
                      <a:r>
                        <a:rPr lang="en-US" sz="1200" noProof="0">
                          <a:latin typeface="Century Gothic (Headings)"/>
                        </a:rPr>
                        <a:t>0.2515</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marR="0" lvl="0" indent="0" algn="ctr" defTabSz="806867" rtl="0">
                        <a:lnSpc>
                          <a:spcPct val="100000"/>
                        </a:lnSpc>
                        <a:spcBef>
                          <a:spcPts val="0"/>
                        </a:spcBef>
                        <a:spcAft>
                          <a:spcPts val="0"/>
                        </a:spcAft>
                        <a:buClrTx/>
                        <a:buSzTx/>
                        <a:buFont typeface="+mj-lt"/>
                        <a:buNone/>
                        <a:tabLst/>
                        <a:defRPr/>
                      </a:pPr>
                      <a:r>
                        <a:rPr lang="en-US" sz="1200" noProof="0">
                          <a:latin typeface="Century Gothic (Headings)"/>
                        </a:rPr>
                        <a:t>0.2257</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cs typeface="Arial"/>
                        </a:defRPr>
                      </a:lvl1pPr>
                      <a:lvl2pPr marL="457200" algn="l" defTabSz="914400" rtl="0" eaLnBrk="1" latinLnBrk="0" hangingPunct="1">
                        <a:defRPr sz="1800" kern="1200">
                          <a:solidFill>
                            <a:schemeClr val="dk1"/>
                          </a:solidFill>
                          <a:latin typeface="Arial"/>
                          <a:cs typeface="Arial"/>
                        </a:defRPr>
                      </a:lvl2pPr>
                      <a:lvl3pPr marL="914400" algn="l" defTabSz="914400" rtl="0" eaLnBrk="1" latinLnBrk="0" hangingPunct="1">
                        <a:defRPr sz="1800" kern="1200">
                          <a:solidFill>
                            <a:schemeClr val="dk1"/>
                          </a:solidFill>
                          <a:latin typeface="Arial"/>
                          <a:cs typeface="Arial"/>
                        </a:defRPr>
                      </a:lvl3pPr>
                      <a:lvl4pPr marL="1371600" algn="l" defTabSz="914400" rtl="0" eaLnBrk="1" latinLnBrk="0" hangingPunct="1">
                        <a:defRPr sz="1800" kern="1200">
                          <a:solidFill>
                            <a:schemeClr val="dk1"/>
                          </a:solidFill>
                          <a:latin typeface="Arial"/>
                          <a:cs typeface="Arial"/>
                        </a:defRPr>
                      </a:lvl4pPr>
                      <a:lvl5pPr marL="1828800" algn="l" defTabSz="914400" rtl="0" eaLnBrk="1" latinLnBrk="0" hangingPunct="1">
                        <a:defRPr sz="1800" kern="1200">
                          <a:solidFill>
                            <a:schemeClr val="dk1"/>
                          </a:solidFill>
                          <a:latin typeface="Arial"/>
                          <a:cs typeface="Arial"/>
                        </a:defRPr>
                      </a:lvl5pPr>
                      <a:lvl6pPr marL="2286000" algn="l" defTabSz="914400" rtl="0" eaLnBrk="1" latinLnBrk="0" hangingPunct="1">
                        <a:defRPr sz="1800" kern="1200">
                          <a:solidFill>
                            <a:schemeClr val="dk1"/>
                          </a:solidFill>
                          <a:latin typeface="Arial"/>
                          <a:cs typeface="Arial"/>
                        </a:defRPr>
                      </a:lvl6pPr>
                      <a:lvl7pPr marL="2743200" algn="l" defTabSz="914400" rtl="0" eaLnBrk="1" latinLnBrk="0" hangingPunct="1">
                        <a:defRPr sz="1800" kern="1200">
                          <a:solidFill>
                            <a:schemeClr val="dk1"/>
                          </a:solidFill>
                          <a:latin typeface="Arial"/>
                          <a:cs typeface="Arial"/>
                        </a:defRPr>
                      </a:lvl7pPr>
                      <a:lvl8pPr marL="3200400" algn="l" defTabSz="914400" rtl="0" eaLnBrk="1" latinLnBrk="0" hangingPunct="1">
                        <a:defRPr sz="1800" kern="1200">
                          <a:solidFill>
                            <a:schemeClr val="dk1"/>
                          </a:solidFill>
                          <a:latin typeface="Arial"/>
                          <a:cs typeface="Arial"/>
                        </a:defRPr>
                      </a:lvl8pPr>
                      <a:lvl9pPr marL="3657600" algn="l" defTabSz="914400" rtl="0" eaLnBrk="1" latinLnBrk="0" hangingPunct="1">
                        <a:defRPr sz="1800" kern="1200">
                          <a:solidFill>
                            <a:schemeClr val="dk1"/>
                          </a:solidFill>
                          <a:latin typeface="Arial"/>
                          <a:cs typeface="Arial"/>
                        </a:defRPr>
                      </a:lvl9pPr>
                    </a:lstStyle>
                    <a:p>
                      <a:pPr marL="0" lvl="0" indent="0" algn="ctr">
                        <a:lnSpc>
                          <a:spcPct val="100000"/>
                        </a:lnSpc>
                        <a:buNone/>
                      </a:pPr>
                      <a:r>
                        <a:rPr lang="en-US" sz="1200" noProof="0">
                          <a:latin typeface="Century Gothic (Headings)"/>
                        </a:rPr>
                        <a:t>0.0861</a:t>
                      </a: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8003065"/>
                  </a:ext>
                </a:extLst>
              </a:tr>
            </a:tbl>
          </a:graphicData>
        </a:graphic>
      </p:graphicFrame>
    </p:spTree>
    <p:extLst>
      <p:ext uri="{BB962C8B-B14F-4D97-AF65-F5344CB8AC3E}">
        <p14:creationId xmlns:p14="http://schemas.microsoft.com/office/powerpoint/2010/main" val="15290972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21A42-FEE5-DEA3-AB51-315536D4BDD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B13C7ED-2024-BA8B-7C54-C9138A0412F6}"/>
              </a:ext>
            </a:extLst>
          </p:cNvPr>
          <p:cNvSpPr>
            <a:spLocks noGrp="1"/>
          </p:cNvSpPr>
          <p:nvPr>
            <p:ph type="body" sz="quarter" idx="13"/>
          </p:nvPr>
        </p:nvSpPr>
        <p:spPr/>
        <p:txBody>
          <a:bodyPr/>
          <a:lstStyle/>
          <a:p>
            <a:r>
              <a:rPr lang="cs-CZ" noProof="0" err="1"/>
              <a:t>Appendix</a:t>
            </a:r>
            <a:endParaRPr lang="cs-CZ" noProof="0"/>
          </a:p>
        </p:txBody>
      </p:sp>
      <p:sp>
        <p:nvSpPr>
          <p:cNvPr id="4" name="Rectangle 3">
            <a:extLst>
              <a:ext uri="{FF2B5EF4-FFF2-40B4-BE49-F238E27FC236}">
                <a16:creationId xmlns:a16="http://schemas.microsoft.com/office/drawing/2014/main" id="{6009AC13-AAC6-780E-7A87-6500510DE0F4}"/>
              </a:ext>
            </a:extLst>
          </p:cNvPr>
          <p:cNvSpPr/>
          <p:nvPr/>
        </p:nvSpPr>
        <p:spPr>
          <a:xfrm>
            <a:off x="391886" y="881744"/>
            <a:ext cx="11375136" cy="5225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noProof="0">
                <a:solidFill>
                  <a:schemeClr val="bg1"/>
                </a:solidFill>
              </a:rPr>
              <a:t>Attempting to Limit Turnover– (</a:t>
            </a:r>
            <a:r>
              <a:rPr lang="en-US" b="1" noProof="0">
                <a:solidFill>
                  <a:schemeClr val="bg1"/>
                </a:solidFill>
              </a:rPr>
              <a:t>5</a:t>
            </a:r>
            <a:r>
              <a:rPr lang="en-US" b="1">
                <a:solidFill>
                  <a:schemeClr val="bg1"/>
                </a:solidFill>
              </a:rPr>
              <a:t> bps</a:t>
            </a:r>
            <a:r>
              <a:rPr lang="en-US" sz="1800" b="1" noProof="0">
                <a:solidFill>
                  <a:schemeClr val="bg1"/>
                </a:solidFill>
              </a:rPr>
              <a:t> </a:t>
            </a:r>
            <a:r>
              <a:rPr lang="en-US" b="1"/>
              <a:t>Drift-Band Rebalancing</a:t>
            </a:r>
            <a:r>
              <a:rPr lang="en-US" b="1">
                <a:solidFill>
                  <a:schemeClr val="bg1"/>
                </a:solidFill>
              </a:rPr>
              <a:t>)</a:t>
            </a:r>
            <a:endParaRPr lang="en-US" sz="1800" b="1" noProof="0">
              <a:solidFill>
                <a:schemeClr val="bg1"/>
              </a:solidFill>
            </a:endParaRPr>
          </a:p>
        </p:txBody>
      </p:sp>
      <p:pic>
        <p:nvPicPr>
          <p:cNvPr id="10" name="Picture 9">
            <a:extLst>
              <a:ext uri="{FF2B5EF4-FFF2-40B4-BE49-F238E27FC236}">
                <a16:creationId xmlns:a16="http://schemas.microsoft.com/office/drawing/2014/main" id="{70845012-3767-2281-F41D-AA48077691A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8048" y="1802489"/>
            <a:ext cx="8208573" cy="4572000"/>
          </a:xfrm>
          <a:prstGeom prst="rect">
            <a:avLst/>
          </a:prstGeom>
        </p:spPr>
      </p:pic>
      <p:cxnSp>
        <p:nvCxnSpPr>
          <p:cNvPr id="21" name="Gerader Verbinder 11">
            <a:extLst>
              <a:ext uri="{FF2B5EF4-FFF2-40B4-BE49-F238E27FC236}">
                <a16:creationId xmlns:a16="http://schemas.microsoft.com/office/drawing/2014/main" id="{E3293D21-1364-FFFD-9EC9-8D188D407B95}"/>
              </a:ext>
            </a:extLst>
          </p:cNvPr>
          <p:cNvCxnSpPr>
            <a:cxnSpLocks/>
          </p:cNvCxnSpPr>
          <p:nvPr/>
        </p:nvCxnSpPr>
        <p:spPr bwMode="auto">
          <a:xfrm>
            <a:off x="8705741" y="1696937"/>
            <a:ext cx="0" cy="3287629"/>
          </a:xfrm>
          <a:prstGeom prst="line">
            <a:avLst/>
          </a:prstGeom>
          <a:noFill/>
          <a:ln w="19050" cap="flat" cmpd="sng" algn="ctr">
            <a:solidFill>
              <a:schemeClr val="accent1"/>
            </a:solidFill>
            <a:prstDash val="solid"/>
            <a:round/>
            <a:headEnd type="none" w="med" len="med"/>
            <a:tailEnd type="none" w="med" len="med"/>
          </a:ln>
          <a:effectLst/>
        </p:spPr>
      </p:cxnSp>
      <p:grpSp>
        <p:nvGrpSpPr>
          <p:cNvPr id="22" name="Group 14">
            <a:extLst>
              <a:ext uri="{FF2B5EF4-FFF2-40B4-BE49-F238E27FC236}">
                <a16:creationId xmlns:a16="http://schemas.microsoft.com/office/drawing/2014/main" id="{A087904A-04BC-24CC-DD80-C2B49008C8E5}"/>
              </a:ext>
            </a:extLst>
          </p:cNvPr>
          <p:cNvGrpSpPr/>
          <p:nvPr/>
        </p:nvGrpSpPr>
        <p:grpSpPr>
          <a:xfrm>
            <a:off x="8514375" y="2498365"/>
            <a:ext cx="365758" cy="565002"/>
            <a:chOff x="10190945" y="6120701"/>
            <a:chExt cx="365758" cy="788721"/>
          </a:xfrm>
        </p:grpSpPr>
        <p:sp>
          <p:nvSpPr>
            <p:cNvPr id="23" name="Oval 6">
              <a:extLst>
                <a:ext uri="{FF2B5EF4-FFF2-40B4-BE49-F238E27FC236}">
                  <a16:creationId xmlns:a16="http://schemas.microsoft.com/office/drawing/2014/main" id="{B5009C6B-1F46-C71E-F3A2-81FC6FA55C48}"/>
                </a:ext>
              </a:extLst>
            </p:cNvPr>
            <p:cNvSpPr/>
            <p:nvPr/>
          </p:nvSpPr>
          <p:spPr bwMode="auto">
            <a:xfrm flipV="1">
              <a:off x="10190945" y="6120701"/>
              <a:ext cx="365758" cy="788721"/>
            </a:xfrm>
            <a:prstGeom prst="ellipse">
              <a:avLst/>
            </a:prstGeom>
            <a:solidFill>
              <a:schemeClr val="bg1"/>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pic>
          <p:nvPicPr>
            <p:cNvPr id="24" name="Grafik 12" descr="Caretzeichen nach rechts mit einfarbiger Füllung">
              <a:extLst>
                <a:ext uri="{FF2B5EF4-FFF2-40B4-BE49-F238E27FC236}">
                  <a16:creationId xmlns:a16="http://schemas.microsoft.com/office/drawing/2014/main" id="{E5A99F85-9505-7A33-4013-A58002D271B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31915" y="6124325"/>
              <a:ext cx="311637" cy="785097"/>
            </a:xfrm>
            <a:prstGeom prst="rect">
              <a:avLst/>
            </a:prstGeom>
          </p:spPr>
        </p:pic>
      </p:grpSp>
      <p:cxnSp>
        <p:nvCxnSpPr>
          <p:cNvPr id="26" name="Gerader Verbinder 11">
            <a:extLst>
              <a:ext uri="{FF2B5EF4-FFF2-40B4-BE49-F238E27FC236}">
                <a16:creationId xmlns:a16="http://schemas.microsoft.com/office/drawing/2014/main" id="{48267549-5CC7-3F88-92B1-58980F4014AA}"/>
              </a:ext>
            </a:extLst>
          </p:cNvPr>
          <p:cNvCxnSpPr>
            <a:cxnSpLocks/>
          </p:cNvCxnSpPr>
          <p:nvPr/>
        </p:nvCxnSpPr>
        <p:spPr bwMode="auto">
          <a:xfrm flipH="1">
            <a:off x="8705741" y="1696937"/>
            <a:ext cx="3061281" cy="0"/>
          </a:xfrm>
          <a:prstGeom prst="line">
            <a:avLst/>
          </a:prstGeom>
          <a:noFill/>
          <a:ln w="19050" cap="flat" cmpd="sng" algn="ctr">
            <a:solidFill>
              <a:schemeClr val="accent1"/>
            </a:solidFill>
            <a:prstDash val="solid"/>
            <a:round/>
            <a:headEnd type="none" w="med" len="med"/>
            <a:tailEnd type="none" w="med" len="med"/>
          </a:ln>
          <a:effectLst/>
        </p:spPr>
      </p:cxnSp>
      <p:grpSp>
        <p:nvGrpSpPr>
          <p:cNvPr id="29" name="Group 14">
            <a:extLst>
              <a:ext uri="{FF2B5EF4-FFF2-40B4-BE49-F238E27FC236}">
                <a16:creationId xmlns:a16="http://schemas.microsoft.com/office/drawing/2014/main" id="{18C08656-DD57-FFEA-F924-329634E90D29}"/>
              </a:ext>
            </a:extLst>
          </p:cNvPr>
          <p:cNvGrpSpPr/>
          <p:nvPr/>
        </p:nvGrpSpPr>
        <p:grpSpPr>
          <a:xfrm rot="5400000">
            <a:off x="9995056" y="1443940"/>
            <a:ext cx="365758" cy="565002"/>
            <a:chOff x="10190945" y="6120701"/>
            <a:chExt cx="365758" cy="788721"/>
          </a:xfrm>
        </p:grpSpPr>
        <p:sp>
          <p:nvSpPr>
            <p:cNvPr id="30" name="Oval 6">
              <a:extLst>
                <a:ext uri="{FF2B5EF4-FFF2-40B4-BE49-F238E27FC236}">
                  <a16:creationId xmlns:a16="http://schemas.microsoft.com/office/drawing/2014/main" id="{4E13797A-362B-E096-2B41-9C045CEB9C3E}"/>
                </a:ext>
              </a:extLst>
            </p:cNvPr>
            <p:cNvSpPr/>
            <p:nvPr/>
          </p:nvSpPr>
          <p:spPr bwMode="auto">
            <a:xfrm flipV="1">
              <a:off x="10190945" y="6120701"/>
              <a:ext cx="365758" cy="788721"/>
            </a:xfrm>
            <a:prstGeom prst="ellipse">
              <a:avLst/>
            </a:prstGeom>
            <a:solidFill>
              <a:schemeClr val="bg1"/>
            </a:solidFill>
            <a:ln w="9525" cap="flat" cmpd="sng" algn="ctr">
              <a:noFill/>
              <a:prstDash val="solid"/>
              <a:round/>
              <a:headEnd type="none" w="med" len="med"/>
              <a:tailEnd type="none" w="med" len="med"/>
            </a:ln>
            <a:effectLst/>
          </p:spPr>
          <p:txBody>
            <a:bodyPr vert="horz" wrap="none" lIns="0" tIns="0" rIns="18288" bIns="18288"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noProof="0">
                <a:ln>
                  <a:noFill/>
                </a:ln>
                <a:solidFill>
                  <a:srgbClr val="000000"/>
                </a:solidFill>
                <a:effectLst/>
                <a:latin typeface="Arial" pitchFamily="34" charset="0"/>
                <a:cs typeface="Arial" pitchFamily="34" charset="0"/>
              </a:endParaRPr>
            </a:p>
          </p:txBody>
        </p:sp>
        <p:pic>
          <p:nvPicPr>
            <p:cNvPr id="31" name="Grafik 12" descr="Caretzeichen nach rechts mit einfarbiger Füllung">
              <a:extLst>
                <a:ext uri="{FF2B5EF4-FFF2-40B4-BE49-F238E27FC236}">
                  <a16:creationId xmlns:a16="http://schemas.microsoft.com/office/drawing/2014/main" id="{7F23CF6F-36BE-A723-83D9-9559580B088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31915" y="6124325"/>
              <a:ext cx="311637" cy="785097"/>
            </a:xfrm>
            <a:prstGeom prst="rect">
              <a:avLst/>
            </a:prstGeom>
          </p:spPr>
        </p:pic>
      </p:grpSp>
      <p:sp>
        <p:nvSpPr>
          <p:cNvPr id="5" name="Rectangle 4">
            <a:extLst>
              <a:ext uri="{FF2B5EF4-FFF2-40B4-BE49-F238E27FC236}">
                <a16:creationId xmlns:a16="http://schemas.microsoft.com/office/drawing/2014/main" id="{EB714934-0F8A-EAD8-69F7-760FEB830683}"/>
              </a:ext>
            </a:extLst>
          </p:cNvPr>
          <p:cNvSpPr/>
          <p:nvPr/>
        </p:nvSpPr>
        <p:spPr>
          <a:xfrm>
            <a:off x="9153951" y="2076110"/>
            <a:ext cx="2641669" cy="1097279"/>
          </a:xfrm>
          <a:prstGeom prst="rect">
            <a:avLst/>
          </a:prstGeom>
          <a:pattFill prst="dkDnDiag">
            <a:fgClr>
              <a:schemeClr val="bg2"/>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Oval 5">
            <a:extLst>
              <a:ext uri="{FF2B5EF4-FFF2-40B4-BE49-F238E27FC236}">
                <a16:creationId xmlns:a16="http://schemas.microsoft.com/office/drawing/2014/main" id="{32EFCE36-9D8B-74C9-6955-22E6CD3C4E4B}"/>
              </a:ext>
            </a:extLst>
          </p:cNvPr>
          <p:cNvSpPr/>
          <p:nvPr/>
        </p:nvSpPr>
        <p:spPr>
          <a:xfrm>
            <a:off x="8934603" y="2083182"/>
            <a:ext cx="564997" cy="56499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7" name="Graphic 57" descr="Simbolo della rabbia con riempimento a tinta unita">
            <a:extLst>
              <a:ext uri="{FF2B5EF4-FFF2-40B4-BE49-F238E27FC236}">
                <a16:creationId xmlns:a16="http://schemas.microsoft.com/office/drawing/2014/main" id="{760AB1D5-33C6-E481-59BE-A08EF0F9C7F6}"/>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9004702" y="2164412"/>
            <a:ext cx="424800" cy="424800"/>
          </a:xfrm>
          <a:prstGeom prst="rect">
            <a:avLst/>
          </a:prstGeom>
        </p:spPr>
      </p:pic>
      <p:sp>
        <p:nvSpPr>
          <p:cNvPr id="8" name="Freeform: Shape 70">
            <a:extLst>
              <a:ext uri="{FF2B5EF4-FFF2-40B4-BE49-F238E27FC236}">
                <a16:creationId xmlns:a16="http://schemas.microsoft.com/office/drawing/2014/main" id="{275CA210-474A-C998-1D4A-4B2268B0B2E2}"/>
              </a:ext>
            </a:extLst>
          </p:cNvPr>
          <p:cNvSpPr/>
          <p:nvPr/>
        </p:nvSpPr>
        <p:spPr bwMode="auto">
          <a:xfrm>
            <a:off x="8999018" y="2076109"/>
            <a:ext cx="2789561" cy="1237282"/>
          </a:xfrm>
          <a:custGeom>
            <a:avLst/>
            <a:gdLst>
              <a:gd name="connsiteX0" fmla="*/ 2362 w 2641670"/>
              <a:gd name="connsiteY0" fmla="*/ 806763 h 1039963"/>
              <a:gd name="connsiteX1" fmla="*/ 2641586 w 2641670"/>
              <a:gd name="connsiteY1" fmla="*/ 806763 h 1039963"/>
              <a:gd name="connsiteX2" fmla="*/ 2641586 w 2641670"/>
              <a:gd name="connsiteY2" fmla="*/ 1039963 h 1039963"/>
              <a:gd name="connsiteX3" fmla="*/ 2362 w 2641670"/>
              <a:gd name="connsiteY3" fmla="*/ 1039963 h 1039963"/>
              <a:gd name="connsiteX4" fmla="*/ 409853 w 2641670"/>
              <a:gd name="connsiteY4" fmla="*/ 0 h 1039963"/>
              <a:gd name="connsiteX5" fmla="*/ 2641670 w 2641670"/>
              <a:gd name="connsiteY5" fmla="*/ 0 h 1039963"/>
              <a:gd name="connsiteX6" fmla="*/ 2641670 w 2641670"/>
              <a:gd name="connsiteY6" fmla="*/ 806400 h 1039963"/>
              <a:gd name="connsiteX7" fmla="*/ 0 w 2641670"/>
              <a:gd name="connsiteY7" fmla="*/ 806400 h 1039963"/>
              <a:gd name="connsiteX8" fmla="*/ 0 w 2641670"/>
              <a:gd name="connsiteY8" fmla="*/ 385085 h 1039963"/>
              <a:gd name="connsiteX9" fmla="*/ 19722 w 2641670"/>
              <a:gd name="connsiteY9" fmla="*/ 414440 h 1039963"/>
              <a:gd name="connsiteX10" fmla="*/ 221043 w 2641670"/>
              <a:gd name="connsiteY10" fmla="*/ 498128 h 1039963"/>
              <a:gd name="connsiteX11" fmla="*/ 505754 w 2641670"/>
              <a:gd name="connsiteY11" fmla="*/ 212400 h 1039963"/>
              <a:gd name="connsiteX12" fmla="*/ 422364 w 2641670"/>
              <a:gd name="connsiteY12" fmla="*/ 10360 h 103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41670" h="1039963">
                <a:moveTo>
                  <a:pt x="2362" y="806763"/>
                </a:moveTo>
                <a:lnTo>
                  <a:pt x="2641586" y="806763"/>
                </a:lnTo>
                <a:lnTo>
                  <a:pt x="2641586" y="1039963"/>
                </a:lnTo>
                <a:lnTo>
                  <a:pt x="2362" y="1039963"/>
                </a:lnTo>
                <a:close/>
                <a:moveTo>
                  <a:pt x="409853" y="0"/>
                </a:moveTo>
                <a:lnTo>
                  <a:pt x="2641670" y="0"/>
                </a:lnTo>
                <a:lnTo>
                  <a:pt x="2641670" y="806400"/>
                </a:lnTo>
                <a:lnTo>
                  <a:pt x="0" y="806400"/>
                </a:lnTo>
                <a:lnTo>
                  <a:pt x="0" y="385085"/>
                </a:lnTo>
                <a:lnTo>
                  <a:pt x="19722" y="414440"/>
                </a:lnTo>
                <a:cubicBezTo>
                  <a:pt x="71245" y="466147"/>
                  <a:pt x="142422" y="498128"/>
                  <a:pt x="221043" y="498128"/>
                </a:cubicBezTo>
                <a:cubicBezTo>
                  <a:pt x="378284" y="498128"/>
                  <a:pt x="505754" y="370203"/>
                  <a:pt x="505754" y="212400"/>
                </a:cubicBezTo>
                <a:cubicBezTo>
                  <a:pt x="505754" y="133499"/>
                  <a:pt x="473887" y="62067"/>
                  <a:pt x="422364" y="10360"/>
                </a:cubicBezTo>
                <a:close/>
              </a:path>
            </a:pathLst>
          </a:custGeom>
          <a:pattFill prst="dkDnDiag">
            <a:fgClr>
              <a:schemeClr val="bg2"/>
            </a:fgClr>
            <a:bgClr>
              <a:schemeClr val="bg1"/>
            </a:bgClr>
          </a:pattFill>
          <a:ln w="9525" cap="flat" cmpd="sng" algn="ctr">
            <a:noFill/>
            <a:prstDash val="solid"/>
            <a:round/>
            <a:headEnd type="none" w="med" len="med"/>
            <a:tailEnd type="none" w="med" len="med"/>
          </a:ln>
          <a:effectLst/>
        </p:spPr>
        <p:txBody>
          <a:bodyPr vert="horz" wrap="square" lIns="612000" tIns="108000" rIns="36000" bIns="108000" numCol="1" rtlCol="0" anchor="ctr" anchorCtr="0" compatLnSpc="1">
            <a:prstTxWarp prst="textNoShape">
              <a:avLst/>
            </a:prstTxWarp>
            <a:noAutofit/>
          </a:bodyPr>
          <a:lstStyle/>
          <a:p>
            <a:pPr marL="171450" indent="-171450" fontAlgn="base">
              <a:spcBef>
                <a:spcPct val="0"/>
              </a:spcBef>
              <a:spcAft>
                <a:spcPct val="0"/>
              </a:spcAft>
              <a:buFont typeface="Arial" panose="020B0604020202020204" pitchFamily="34" charset="0"/>
              <a:buChar char="•"/>
            </a:pPr>
            <a:r>
              <a:rPr lang="en-US" sz="1200"/>
              <a:t>Adding a 5 bps threshold successfully dropped our average monthly </a:t>
            </a:r>
            <a:r>
              <a:rPr lang="en-US" sz="1200" b="1"/>
              <a:t>turnover</a:t>
            </a:r>
            <a:r>
              <a:rPr lang="en-US" sz="1200"/>
              <a:t> </a:t>
            </a:r>
            <a:r>
              <a:rPr lang="en-US" sz="1200" b="1"/>
              <a:t>from 53% down to 39%</a:t>
            </a:r>
            <a:r>
              <a:rPr lang="en-US" sz="1200"/>
              <a:t>, significantly cutting our transaction fees.</a:t>
            </a:r>
            <a:endParaRPr lang="en-US" sz="1200" noProof="0">
              <a:solidFill>
                <a:srgbClr val="000000"/>
              </a:solidFill>
              <a:latin typeface="+mj-lt"/>
              <a:cs typeface="Arial" pitchFamily="34" charset="0"/>
            </a:endParaRPr>
          </a:p>
        </p:txBody>
      </p:sp>
      <p:sp>
        <p:nvSpPr>
          <p:cNvPr id="9" name="Rectangle 8">
            <a:extLst>
              <a:ext uri="{FF2B5EF4-FFF2-40B4-BE49-F238E27FC236}">
                <a16:creationId xmlns:a16="http://schemas.microsoft.com/office/drawing/2014/main" id="{F55A2007-4171-7A36-2545-25D91B7160C0}"/>
              </a:ext>
            </a:extLst>
          </p:cNvPr>
          <p:cNvSpPr/>
          <p:nvPr/>
        </p:nvSpPr>
        <p:spPr>
          <a:xfrm>
            <a:off x="9151265" y="3688442"/>
            <a:ext cx="2641669" cy="1097279"/>
          </a:xfrm>
          <a:prstGeom prst="rect">
            <a:avLst/>
          </a:prstGeom>
          <a:pattFill prst="dkDnDiag">
            <a:fgClr>
              <a:schemeClr val="bg2"/>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1" name="Oval 10">
            <a:extLst>
              <a:ext uri="{FF2B5EF4-FFF2-40B4-BE49-F238E27FC236}">
                <a16:creationId xmlns:a16="http://schemas.microsoft.com/office/drawing/2014/main" id="{67942F24-9F8D-D0BB-B7F9-C3F6A8223C16}"/>
              </a:ext>
            </a:extLst>
          </p:cNvPr>
          <p:cNvSpPr/>
          <p:nvPr/>
        </p:nvSpPr>
        <p:spPr>
          <a:xfrm>
            <a:off x="8963228" y="3726028"/>
            <a:ext cx="564997" cy="56499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12" name="Graphic 57" descr="Pollice abbassato con riempimento a tinta unita">
            <a:extLst>
              <a:ext uri="{FF2B5EF4-FFF2-40B4-BE49-F238E27FC236}">
                <a16:creationId xmlns:a16="http://schemas.microsoft.com/office/drawing/2014/main" id="{C60F8761-678F-BE42-C762-770F657577AC}"/>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004702" y="3817925"/>
            <a:ext cx="424800" cy="424800"/>
          </a:xfrm>
          <a:prstGeom prst="rect">
            <a:avLst/>
          </a:prstGeom>
        </p:spPr>
      </p:pic>
      <p:sp>
        <p:nvSpPr>
          <p:cNvPr id="13" name="Freeform: Shape 70">
            <a:extLst>
              <a:ext uri="{FF2B5EF4-FFF2-40B4-BE49-F238E27FC236}">
                <a16:creationId xmlns:a16="http://schemas.microsoft.com/office/drawing/2014/main" id="{8C768E3A-8A1B-03D2-C65B-C976908E22F7}"/>
              </a:ext>
            </a:extLst>
          </p:cNvPr>
          <p:cNvSpPr/>
          <p:nvPr/>
        </p:nvSpPr>
        <p:spPr bwMode="auto">
          <a:xfrm>
            <a:off x="8996332" y="3688440"/>
            <a:ext cx="2789557" cy="1234440"/>
          </a:xfrm>
          <a:custGeom>
            <a:avLst/>
            <a:gdLst>
              <a:gd name="connsiteX0" fmla="*/ 2362 w 2641670"/>
              <a:gd name="connsiteY0" fmla="*/ 806763 h 1039963"/>
              <a:gd name="connsiteX1" fmla="*/ 2641586 w 2641670"/>
              <a:gd name="connsiteY1" fmla="*/ 806763 h 1039963"/>
              <a:gd name="connsiteX2" fmla="*/ 2641586 w 2641670"/>
              <a:gd name="connsiteY2" fmla="*/ 1039963 h 1039963"/>
              <a:gd name="connsiteX3" fmla="*/ 2362 w 2641670"/>
              <a:gd name="connsiteY3" fmla="*/ 1039963 h 1039963"/>
              <a:gd name="connsiteX4" fmla="*/ 409853 w 2641670"/>
              <a:gd name="connsiteY4" fmla="*/ 0 h 1039963"/>
              <a:gd name="connsiteX5" fmla="*/ 2641670 w 2641670"/>
              <a:gd name="connsiteY5" fmla="*/ 0 h 1039963"/>
              <a:gd name="connsiteX6" fmla="*/ 2641670 w 2641670"/>
              <a:gd name="connsiteY6" fmla="*/ 806400 h 1039963"/>
              <a:gd name="connsiteX7" fmla="*/ 0 w 2641670"/>
              <a:gd name="connsiteY7" fmla="*/ 806400 h 1039963"/>
              <a:gd name="connsiteX8" fmla="*/ 0 w 2641670"/>
              <a:gd name="connsiteY8" fmla="*/ 385085 h 1039963"/>
              <a:gd name="connsiteX9" fmla="*/ 19722 w 2641670"/>
              <a:gd name="connsiteY9" fmla="*/ 414440 h 1039963"/>
              <a:gd name="connsiteX10" fmla="*/ 221043 w 2641670"/>
              <a:gd name="connsiteY10" fmla="*/ 498128 h 1039963"/>
              <a:gd name="connsiteX11" fmla="*/ 505754 w 2641670"/>
              <a:gd name="connsiteY11" fmla="*/ 212400 h 1039963"/>
              <a:gd name="connsiteX12" fmla="*/ 422364 w 2641670"/>
              <a:gd name="connsiteY12" fmla="*/ 10360 h 103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41670" h="1039963">
                <a:moveTo>
                  <a:pt x="2362" y="806763"/>
                </a:moveTo>
                <a:lnTo>
                  <a:pt x="2641586" y="806763"/>
                </a:lnTo>
                <a:lnTo>
                  <a:pt x="2641586" y="1039963"/>
                </a:lnTo>
                <a:lnTo>
                  <a:pt x="2362" y="1039963"/>
                </a:lnTo>
                <a:close/>
                <a:moveTo>
                  <a:pt x="409853" y="0"/>
                </a:moveTo>
                <a:lnTo>
                  <a:pt x="2641670" y="0"/>
                </a:lnTo>
                <a:lnTo>
                  <a:pt x="2641670" y="806400"/>
                </a:lnTo>
                <a:lnTo>
                  <a:pt x="0" y="806400"/>
                </a:lnTo>
                <a:lnTo>
                  <a:pt x="0" y="385085"/>
                </a:lnTo>
                <a:lnTo>
                  <a:pt x="19722" y="414440"/>
                </a:lnTo>
                <a:cubicBezTo>
                  <a:pt x="71245" y="466147"/>
                  <a:pt x="142422" y="498128"/>
                  <a:pt x="221043" y="498128"/>
                </a:cubicBezTo>
                <a:cubicBezTo>
                  <a:pt x="378284" y="498128"/>
                  <a:pt x="505754" y="370203"/>
                  <a:pt x="505754" y="212400"/>
                </a:cubicBezTo>
                <a:cubicBezTo>
                  <a:pt x="505754" y="133499"/>
                  <a:pt x="473887" y="62067"/>
                  <a:pt x="422364" y="10360"/>
                </a:cubicBezTo>
                <a:close/>
              </a:path>
            </a:pathLst>
          </a:custGeom>
          <a:pattFill prst="dkDnDiag">
            <a:fgClr>
              <a:schemeClr val="bg2"/>
            </a:fgClr>
            <a:bgClr>
              <a:schemeClr val="bg1"/>
            </a:bgClr>
          </a:pattFill>
          <a:ln w="9525" cap="flat" cmpd="sng" algn="ctr">
            <a:noFill/>
            <a:prstDash val="solid"/>
            <a:round/>
            <a:headEnd type="none" w="med" len="med"/>
            <a:tailEnd type="none" w="med" len="med"/>
          </a:ln>
          <a:effectLst/>
        </p:spPr>
        <p:txBody>
          <a:bodyPr vert="horz" wrap="square" lIns="612000" tIns="108000" rIns="36000" bIns="108000" numCol="1" rtlCol="0" anchor="ctr" anchorCtr="0" compatLnSpc="1">
            <a:prstTxWarp prst="textNoShape">
              <a:avLst/>
            </a:prstTxWarp>
            <a:noAutofit/>
          </a:bodyPr>
          <a:lstStyle/>
          <a:p>
            <a:pPr marL="171450" indent="-171450" fontAlgn="base">
              <a:spcBef>
                <a:spcPct val="0"/>
              </a:spcBef>
              <a:spcAft>
                <a:spcPct val="0"/>
              </a:spcAft>
              <a:buFont typeface="Arial" panose="020B0604020202020204" pitchFamily="34" charset="0"/>
              <a:buChar char="•"/>
            </a:pPr>
            <a:r>
              <a:rPr lang="en-US" sz="1200"/>
              <a:t>Holding onto "stale" positions killed our returns. The net Sharpe ratio dropped even more.</a:t>
            </a:r>
            <a:endParaRPr lang="en-US" sz="1200" noProof="0">
              <a:solidFill>
                <a:srgbClr val="000000"/>
              </a:solidFill>
              <a:latin typeface="+mj-lt"/>
              <a:cs typeface="Arial" pitchFamily="34" charset="0"/>
            </a:endParaRPr>
          </a:p>
        </p:txBody>
      </p:sp>
    </p:spTree>
    <p:extLst>
      <p:ext uri="{BB962C8B-B14F-4D97-AF65-F5344CB8AC3E}">
        <p14:creationId xmlns:p14="http://schemas.microsoft.com/office/powerpoint/2010/main" val="31187318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téma">
  <a:themeElements>
    <a:clrScheme name="Custom 2">
      <a:dk1>
        <a:sysClr val="windowText" lastClr="000000"/>
      </a:dk1>
      <a:lt1>
        <a:sysClr val="window" lastClr="FFFFFF"/>
      </a:lt1>
      <a:dk2>
        <a:srgbClr val="44546A"/>
      </a:dk2>
      <a:lt2>
        <a:srgbClr val="E7E6E6"/>
      </a:lt2>
      <a:accent1>
        <a:srgbClr val="0B2B65"/>
      </a:accent1>
      <a:accent2>
        <a:srgbClr val="9BA7C0"/>
      </a:accent2>
      <a:accent3>
        <a:srgbClr val="D0A616"/>
      </a:accent3>
      <a:accent4>
        <a:srgbClr val="D9D9D9"/>
      </a:accent4>
      <a:accent5>
        <a:srgbClr val="FFFFFF"/>
      </a:accent5>
      <a:accent6>
        <a:srgbClr val="000000"/>
      </a:accent6>
      <a:hlink>
        <a:srgbClr val="0563C1"/>
      </a:hlink>
      <a:folHlink>
        <a:srgbClr val="954F72"/>
      </a:folHlink>
    </a:clrScheme>
    <a:fontScheme name="2. egyéni séma">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8246759795E1504D9402D042697C5BAE" ma:contentTypeVersion="3" ma:contentTypeDescription="Ein neues Dokument erstellen." ma:contentTypeScope="" ma:versionID="c161db7398dce7dd931817d955d758ad">
  <xsd:schema xmlns:xsd="http://www.w3.org/2001/XMLSchema" xmlns:xs="http://www.w3.org/2001/XMLSchema" xmlns:p="http://schemas.microsoft.com/office/2006/metadata/properties" xmlns:ns2="90e81457-e148-4058-bb4c-48b2d4dcffb2" targetNamespace="http://schemas.microsoft.com/office/2006/metadata/properties" ma:root="true" ma:fieldsID="ccaade1d1a545fa3b1a04c333489893a" ns2:_="">
    <xsd:import namespace="90e81457-e148-4058-bb4c-48b2d4dcffb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e81457-e148-4058-bb4c-48b2d4dcff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1046C9D-9A47-4435-8C99-73039A62A9D6}">
  <ds:schemaRefs>
    <ds:schemaRef ds:uri="90e81457-e148-4058-bb4c-48b2d4dcffb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FEA0AE5-F3BB-4154-92B1-5F70B3E6C28A}">
  <ds:schemaRefs>
    <ds:schemaRef ds:uri="http://schemas.microsoft.com/sharepoint/v3/contenttype/forms"/>
  </ds:schemaRefs>
</ds:datastoreItem>
</file>

<file path=customXml/itemProps3.xml><?xml version="1.0" encoding="utf-8"?>
<ds:datastoreItem xmlns:ds="http://schemas.openxmlformats.org/officeDocument/2006/customXml" ds:itemID="{0412E953-6F6D-499C-9B19-5C01CCEE4166}">
  <ds:schemaRefs>
    <ds:schemaRef ds:uri="90e81457-e148-4058-bb4c-48b2d4dcffb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39</Slides>
  <Notes>28</Notes>
  <HiddenSlides>0</HiddenSlide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Office-téma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PowerPoint-bemutató</dc:title>
  <dc:creator>windows</dc:creator>
  <cp:revision>1</cp:revision>
  <dcterms:created xsi:type="dcterms:W3CDTF">2022-03-14T08:11:17Z</dcterms:created>
  <dcterms:modified xsi:type="dcterms:W3CDTF">2026-02-25T14:41:42Z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0x0101008246759795E1504D9402D042697C5BAE</vt:lpwstr>
  </property>
  <property fmtid="{D5CDD505-2E9C-101B-9397-08002B2CF9AE}" pid="3" name="Order">
    <vt:r8>5300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ComplianceAssetId">
    <vt:lpwstr/>
  </property>
  <property fmtid="{D5CDD505-2E9C-101B-9397-08002B2CF9AE}" pid="9" name="TemplateUrl">
    <vt:lpwstr/>
  </property>
</Properties>
</file>