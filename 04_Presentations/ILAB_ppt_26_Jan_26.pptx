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98" r:id="rId5"/>
    <p:sldId id="296" r:id="rId6"/>
    <p:sldId id="358" r:id="rId7"/>
    <p:sldId id="374" r:id="rId8"/>
    <p:sldId id="369" r:id="rId9"/>
    <p:sldId id="366" r:id="rId10"/>
    <p:sldId id="370" r:id="rId11"/>
    <p:sldId id="371" r:id="rId12"/>
    <p:sldId id="372" r:id="rId13"/>
    <p:sldId id="373" r:id="rId14"/>
    <p:sldId id="359" r:id="rId15"/>
    <p:sldId id="367" r:id="rId16"/>
    <p:sldId id="368" r:id="rId17"/>
    <p:sldId id="363" r:id="rId18"/>
    <p:sldId id="362" r:id="rId19"/>
    <p:sldId id="365" r:id="rId20"/>
    <p:sldId id="361" r:id="rId21"/>
    <p:sldId id="364" r:id="rId2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1090"/>
    <a:srgbClr val="7A1A46"/>
    <a:srgbClr val="FFFFFF"/>
    <a:srgbClr val="F0866E"/>
    <a:srgbClr val="EBE9E1"/>
    <a:srgbClr val="5D9AD9"/>
    <a:srgbClr val="27ACAA"/>
    <a:srgbClr val="FFFF00"/>
    <a:srgbClr val="CCA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1995F-0C7C-4156-9B40-D669624D4A3C}" v="852" dt="2026-01-26T08:40:19.584"/>
    <p1510:client id="{7EFB75CE-47A1-3E4F-AFA3-07144C5B92BD}" v="1" dt="2026-01-26T09:57:21.260"/>
    <p1510:client id="{88BC7232-AC4F-B740-BA61-FDC64E48CD9C}" v="1752" dt="2026-01-25T21:44:06.632"/>
    <p1510:client id="{DC80DBB1-30F5-4348-ABA9-F6D5441B51AB}" v="11" dt="2026-01-25T12:14:34.9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los, Farkas Pal" userId="86c36b7f-01a8-446e-ba97-4074199c5aa5" providerId="ADAL" clId="{F5E663FB-0445-5BA2-811D-6DC353115E65}"/>
    <pc:docChg chg="undo redo custSel addSld delSld modSld sldOrd">
      <pc:chgData name="Tallos, Farkas Pal" userId="86c36b7f-01a8-446e-ba97-4074199c5aa5" providerId="ADAL" clId="{F5E663FB-0445-5BA2-811D-6DC353115E65}" dt="2026-01-25T21:44:06.632" v="2080" actId="20577"/>
      <pc:docMkLst>
        <pc:docMk/>
      </pc:docMkLst>
      <pc:sldChg chg="addSp delSp modSp add mod ord">
        <pc:chgData name="Tallos, Farkas Pal" userId="86c36b7f-01a8-446e-ba97-4074199c5aa5" providerId="ADAL" clId="{F5E663FB-0445-5BA2-811D-6DC353115E65}" dt="2026-01-12T08:05:24.678" v="176" actId="20578"/>
        <pc:sldMkLst>
          <pc:docMk/>
          <pc:sldMk cId="3926819324" sldId="358"/>
        </pc:sldMkLst>
        <pc:spChg chg="mod">
          <ac:chgData name="Tallos, Farkas Pal" userId="86c36b7f-01a8-446e-ba97-4074199c5aa5" providerId="ADAL" clId="{F5E663FB-0445-5BA2-811D-6DC353115E65}" dt="2026-01-12T08:04:16.958" v="173" actId="20577"/>
          <ac:spMkLst>
            <pc:docMk/>
            <pc:sldMk cId="3926819324" sldId="358"/>
            <ac:spMk id="6" creationId="{D49DB383-84DA-FA8A-AD8D-A0013CE3A5DF}"/>
          </ac:spMkLst>
        </pc:spChg>
        <pc:spChg chg="mod">
          <ac:chgData name="Tallos, Farkas Pal" userId="86c36b7f-01a8-446e-ba97-4074199c5aa5" providerId="ADAL" clId="{F5E663FB-0445-5BA2-811D-6DC353115E65}" dt="2026-01-12T07:42:02.024" v="18" actId="20577"/>
          <ac:spMkLst>
            <pc:docMk/>
            <pc:sldMk cId="3926819324" sldId="358"/>
            <ac:spMk id="7" creationId="{19DC7B10-0F10-483E-5CF4-6B0F1FF69F11}"/>
          </ac:spMkLst>
        </pc:sp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2" creationId="{802FACEE-0BBD-A043-4B44-5F2DC2BFD732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3" creationId="{1EE11076-A7A8-A9B0-F53E-D2967A0460B0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5" creationId="{408EFA5F-8692-EDD6-3D7B-97DFE41F0769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9" creationId="{CDCB22AA-7660-AAD0-92BC-7E41A0A199F9}"/>
          </ac:picMkLst>
        </pc:picChg>
        <pc:picChg chg="add mod">
          <ac:chgData name="Tallos, Farkas Pal" userId="86c36b7f-01a8-446e-ba97-4074199c5aa5" providerId="ADAL" clId="{F5E663FB-0445-5BA2-811D-6DC353115E65}" dt="2026-01-12T08:02:43.014" v="146" actId="1035"/>
          <ac:picMkLst>
            <pc:docMk/>
            <pc:sldMk cId="3926819324" sldId="358"/>
            <ac:picMk id="10" creationId="{EC90140D-89FD-2E95-B3B4-73E6D00AC2BE}"/>
          </ac:picMkLst>
        </pc:picChg>
        <pc:picChg chg="add mod">
          <ac:chgData name="Tallos, Farkas Pal" userId="86c36b7f-01a8-446e-ba97-4074199c5aa5" providerId="ADAL" clId="{F5E663FB-0445-5BA2-811D-6DC353115E65}" dt="2026-01-12T08:02:17.997" v="142" actId="1038"/>
          <ac:picMkLst>
            <pc:docMk/>
            <pc:sldMk cId="3926819324" sldId="358"/>
            <ac:picMk id="11" creationId="{CA22087A-6BD2-4EB4-9DCD-C8397C7A0DD6}"/>
          </ac:picMkLst>
        </pc:picChg>
      </pc:sldChg>
      <pc:sldChg chg="delSp modSp mod">
        <pc:chgData name="Tallos, Farkas Pal" userId="86c36b7f-01a8-446e-ba97-4074199c5aa5" providerId="ADAL" clId="{F5E663FB-0445-5BA2-811D-6DC353115E65}" dt="2026-01-25T21:28:34.813" v="1962" actId="20577"/>
        <pc:sldMkLst>
          <pc:docMk/>
          <pc:sldMk cId="3015743613" sldId="359"/>
        </pc:sldMkLst>
        <pc:spChg chg="del">
          <ac:chgData name="Tallos, Farkas Pal" userId="86c36b7f-01a8-446e-ba97-4074199c5aa5" providerId="ADAL" clId="{F5E663FB-0445-5BA2-811D-6DC353115E65}" dt="2026-01-25T21:18:09.286" v="1798" actId="478"/>
          <ac:spMkLst>
            <pc:docMk/>
            <pc:sldMk cId="3015743613" sldId="359"/>
            <ac:spMk id="3" creationId="{56E21450-DF4A-128D-1D69-A696A7FE9C29}"/>
          </ac:spMkLst>
        </pc:spChg>
        <pc:spChg chg="mod">
          <ac:chgData name="Tallos, Farkas Pal" userId="86c36b7f-01a8-446e-ba97-4074199c5aa5" providerId="ADAL" clId="{F5E663FB-0445-5BA2-811D-6DC353115E65}" dt="2026-01-25T21:28:34.813" v="1962" actId="20577"/>
          <ac:spMkLst>
            <pc:docMk/>
            <pc:sldMk cId="3015743613" sldId="359"/>
            <ac:spMk id="5" creationId="{94FD0CCE-EFF1-D5C7-1386-E9CEB79F3202}"/>
          </ac:spMkLst>
        </pc:spChg>
      </pc:sldChg>
      <pc:sldChg chg="addSp delSp modSp mod">
        <pc:chgData name="Tallos, Farkas Pal" userId="86c36b7f-01a8-446e-ba97-4074199c5aa5" providerId="ADAL" clId="{F5E663FB-0445-5BA2-811D-6DC353115E65}" dt="2026-01-25T20:06:49.713" v="391" actId="20577"/>
        <pc:sldMkLst>
          <pc:docMk/>
          <pc:sldMk cId="2911348731" sldId="366"/>
        </pc:sldMkLst>
        <pc:spChg chg="mod">
          <ac:chgData name="Tallos, Farkas Pal" userId="86c36b7f-01a8-446e-ba97-4074199c5aa5" providerId="ADAL" clId="{F5E663FB-0445-5BA2-811D-6DC353115E65}" dt="2026-01-25T20:06:49.713" v="391" actId="20577"/>
          <ac:spMkLst>
            <pc:docMk/>
            <pc:sldMk cId="2911348731" sldId="366"/>
            <ac:spMk id="4" creationId="{DAAAF5F9-D0D6-6F21-FD77-6DD41A575FB8}"/>
          </ac:spMkLst>
        </pc:spChg>
        <pc:picChg chg="add del mod">
          <ac:chgData name="Tallos, Farkas Pal" userId="86c36b7f-01a8-446e-ba97-4074199c5aa5" providerId="ADAL" clId="{F5E663FB-0445-5BA2-811D-6DC353115E65}" dt="2026-01-25T20:00:26.499" v="338" actId="478"/>
          <ac:picMkLst>
            <pc:docMk/>
            <pc:sldMk cId="2911348731" sldId="366"/>
            <ac:picMk id="3" creationId="{C6B4DF84-5E48-C685-3B75-68430D365C60}"/>
          </ac:picMkLst>
        </pc:picChg>
        <pc:picChg chg="add del mod">
          <ac:chgData name="Tallos, Farkas Pal" userId="86c36b7f-01a8-446e-ba97-4074199c5aa5" providerId="ADAL" clId="{F5E663FB-0445-5BA2-811D-6DC353115E65}" dt="2026-01-25T20:03:40.819" v="342" actId="478"/>
          <ac:picMkLst>
            <pc:docMk/>
            <pc:sldMk cId="2911348731" sldId="366"/>
            <ac:picMk id="5" creationId="{8AD9A0A5-805A-EA4C-37F1-D3A4AF7D9EEF}"/>
          </ac:picMkLst>
        </pc:picChg>
        <pc:picChg chg="add del mod">
          <ac:chgData name="Tallos, Farkas Pal" userId="86c36b7f-01a8-446e-ba97-4074199c5aa5" providerId="ADAL" clId="{F5E663FB-0445-5BA2-811D-6DC353115E65}" dt="2026-01-25T20:03:55.257" v="346" actId="478"/>
          <ac:picMkLst>
            <pc:docMk/>
            <pc:sldMk cId="2911348731" sldId="366"/>
            <ac:picMk id="6" creationId="{7826106F-9473-E9A2-E057-70224CB794F3}"/>
          </ac:picMkLst>
        </pc:picChg>
        <pc:picChg chg="add mod">
          <ac:chgData name="Tallos, Farkas Pal" userId="86c36b7f-01a8-446e-ba97-4074199c5aa5" providerId="ADAL" clId="{F5E663FB-0445-5BA2-811D-6DC353115E65}" dt="2026-01-25T20:06:32.292" v="388" actId="14100"/>
          <ac:picMkLst>
            <pc:docMk/>
            <pc:sldMk cId="2911348731" sldId="366"/>
            <ac:picMk id="7" creationId="{E86AF41E-4BE3-11C7-804B-73554421F6F4}"/>
          </ac:picMkLst>
        </pc:picChg>
      </pc:sldChg>
      <pc:sldChg chg="modSp add mod ord">
        <pc:chgData name="Tallos, Farkas Pal" userId="86c36b7f-01a8-446e-ba97-4074199c5aa5" providerId="ADAL" clId="{F5E663FB-0445-5BA2-811D-6DC353115E65}" dt="2026-01-25T20:06:53.341" v="393" actId="20577"/>
        <pc:sldMkLst>
          <pc:docMk/>
          <pc:sldMk cId="3018003584" sldId="369"/>
        </pc:sldMkLst>
        <pc:spChg chg="mod">
          <ac:chgData name="Tallos, Farkas Pal" userId="86c36b7f-01a8-446e-ba97-4074199c5aa5" providerId="ADAL" clId="{F5E663FB-0445-5BA2-811D-6DC353115E65}" dt="2026-01-25T20:06:53.341" v="393" actId="20577"/>
          <ac:spMkLst>
            <pc:docMk/>
            <pc:sldMk cId="3018003584" sldId="369"/>
            <ac:spMk id="4" creationId="{A4E9CA26-5A38-D445-DB85-024482BFAF14}"/>
          </ac:spMkLst>
        </pc:spChg>
      </pc:sldChg>
      <pc:sldChg chg="modSp add mod">
        <pc:chgData name="Tallos, Farkas Pal" userId="86c36b7f-01a8-446e-ba97-4074199c5aa5" providerId="ADAL" clId="{F5E663FB-0445-5BA2-811D-6DC353115E65}" dt="2026-01-25T20:07:34.034" v="396" actId="14100"/>
        <pc:sldMkLst>
          <pc:docMk/>
          <pc:sldMk cId="4083968463" sldId="370"/>
        </pc:sldMkLst>
        <pc:spChg chg="mod">
          <ac:chgData name="Tallos, Farkas Pal" userId="86c36b7f-01a8-446e-ba97-4074199c5aa5" providerId="ADAL" clId="{F5E663FB-0445-5BA2-811D-6DC353115E65}" dt="2026-01-25T20:05:16.751" v="374" actId="20577"/>
          <ac:spMkLst>
            <pc:docMk/>
            <pc:sldMk cId="4083968463" sldId="370"/>
            <ac:spMk id="4" creationId="{3668C75E-B185-10A3-AC66-7C14374D940E}"/>
          </ac:spMkLst>
        </pc:spChg>
        <pc:picChg chg="mod">
          <ac:chgData name="Tallos, Farkas Pal" userId="86c36b7f-01a8-446e-ba97-4074199c5aa5" providerId="ADAL" clId="{F5E663FB-0445-5BA2-811D-6DC353115E65}" dt="2026-01-25T20:07:34.034" v="396" actId="14100"/>
          <ac:picMkLst>
            <pc:docMk/>
            <pc:sldMk cId="4083968463" sldId="370"/>
            <ac:picMk id="7" creationId="{E445CA27-62EE-35B6-9032-641BCCFCEEFD}"/>
          </ac:picMkLst>
        </pc:picChg>
      </pc:sldChg>
      <pc:sldChg chg="modSp add mod">
        <pc:chgData name="Tallos, Farkas Pal" userId="86c36b7f-01a8-446e-ba97-4074199c5aa5" providerId="ADAL" clId="{F5E663FB-0445-5BA2-811D-6DC353115E65}" dt="2026-01-25T20:08:02.547" v="399" actId="14100"/>
        <pc:sldMkLst>
          <pc:docMk/>
          <pc:sldMk cId="1700655447" sldId="371"/>
        </pc:sldMkLst>
        <pc:spChg chg="mod">
          <ac:chgData name="Tallos, Farkas Pal" userId="86c36b7f-01a8-446e-ba97-4074199c5aa5" providerId="ADAL" clId="{F5E663FB-0445-5BA2-811D-6DC353115E65}" dt="2026-01-25T20:05:22.198" v="378" actId="20577"/>
          <ac:spMkLst>
            <pc:docMk/>
            <pc:sldMk cId="1700655447" sldId="371"/>
            <ac:spMk id="4" creationId="{836D6383-1B51-8C2F-4F5F-27689A734C94}"/>
          </ac:spMkLst>
        </pc:spChg>
        <pc:picChg chg="mod">
          <ac:chgData name="Tallos, Farkas Pal" userId="86c36b7f-01a8-446e-ba97-4074199c5aa5" providerId="ADAL" clId="{F5E663FB-0445-5BA2-811D-6DC353115E65}" dt="2026-01-25T20:08:02.547" v="399" actId="14100"/>
          <ac:picMkLst>
            <pc:docMk/>
            <pc:sldMk cId="1700655447" sldId="371"/>
            <ac:picMk id="7" creationId="{AFE867DF-5032-3A62-8947-F90C190DBCC7}"/>
          </ac:picMkLst>
        </pc:picChg>
      </pc:sldChg>
      <pc:sldChg chg="modSp add mod">
        <pc:chgData name="Tallos, Farkas Pal" userId="86c36b7f-01a8-446e-ba97-4074199c5aa5" providerId="ADAL" clId="{F5E663FB-0445-5BA2-811D-6DC353115E65}" dt="2026-01-25T20:08:30.442" v="402" actId="14100"/>
        <pc:sldMkLst>
          <pc:docMk/>
          <pc:sldMk cId="2073307801" sldId="372"/>
        </pc:sldMkLst>
        <pc:spChg chg="mod">
          <ac:chgData name="Tallos, Farkas Pal" userId="86c36b7f-01a8-446e-ba97-4074199c5aa5" providerId="ADAL" clId="{F5E663FB-0445-5BA2-811D-6DC353115E65}" dt="2026-01-25T20:05:25.446" v="380" actId="20577"/>
          <ac:spMkLst>
            <pc:docMk/>
            <pc:sldMk cId="2073307801" sldId="372"/>
            <ac:spMk id="4" creationId="{DCFD1DEB-1704-C30F-4D3E-CD8A6180BC10}"/>
          </ac:spMkLst>
        </pc:spChg>
        <pc:picChg chg="mod">
          <ac:chgData name="Tallos, Farkas Pal" userId="86c36b7f-01a8-446e-ba97-4074199c5aa5" providerId="ADAL" clId="{F5E663FB-0445-5BA2-811D-6DC353115E65}" dt="2026-01-25T20:08:30.442" v="402" actId="14100"/>
          <ac:picMkLst>
            <pc:docMk/>
            <pc:sldMk cId="2073307801" sldId="372"/>
            <ac:picMk id="7" creationId="{ED453AB5-FB51-170D-3F6A-065808577B10}"/>
          </ac:picMkLst>
        </pc:picChg>
      </pc:sldChg>
      <pc:sldChg chg="modSp add mod">
        <pc:chgData name="Tallos, Farkas Pal" userId="86c36b7f-01a8-446e-ba97-4074199c5aa5" providerId="ADAL" clId="{F5E663FB-0445-5BA2-811D-6DC353115E65}" dt="2026-01-25T20:08:52.178" v="403" actId="14826"/>
        <pc:sldMkLst>
          <pc:docMk/>
          <pc:sldMk cId="4164244170" sldId="373"/>
        </pc:sldMkLst>
        <pc:spChg chg="mod">
          <ac:chgData name="Tallos, Farkas Pal" userId="86c36b7f-01a8-446e-ba97-4074199c5aa5" providerId="ADAL" clId="{F5E663FB-0445-5BA2-811D-6DC353115E65}" dt="2026-01-25T20:05:46.095" v="383" actId="20577"/>
          <ac:spMkLst>
            <pc:docMk/>
            <pc:sldMk cId="4164244170" sldId="373"/>
            <ac:spMk id="4" creationId="{E4F752CA-DEB0-4250-0D26-D4E76C6247B2}"/>
          </ac:spMkLst>
        </pc:spChg>
        <pc:picChg chg="mod">
          <ac:chgData name="Tallos, Farkas Pal" userId="86c36b7f-01a8-446e-ba97-4074199c5aa5" providerId="ADAL" clId="{F5E663FB-0445-5BA2-811D-6DC353115E65}" dt="2026-01-25T20:08:52.178" v="403" actId="14826"/>
          <ac:picMkLst>
            <pc:docMk/>
            <pc:sldMk cId="4164244170" sldId="373"/>
            <ac:picMk id="7" creationId="{5A8FF13B-097D-AFF8-4878-BBD39C9E99B4}"/>
          </ac:picMkLst>
        </pc:picChg>
      </pc:sldChg>
      <pc:sldChg chg="addSp delSp modSp add mod">
        <pc:chgData name="Tallos, Farkas Pal" userId="86c36b7f-01a8-446e-ba97-4074199c5aa5" providerId="ADAL" clId="{F5E663FB-0445-5BA2-811D-6DC353115E65}" dt="2026-01-25T21:44:06.632" v="2080" actId="20577"/>
        <pc:sldMkLst>
          <pc:docMk/>
          <pc:sldMk cId="3006711989" sldId="374"/>
        </pc:sldMkLst>
        <pc:spChg chg="del">
          <ac:chgData name="Tallos, Farkas Pal" userId="86c36b7f-01a8-446e-ba97-4074199c5aa5" providerId="ADAL" clId="{F5E663FB-0445-5BA2-811D-6DC353115E65}" dt="2026-01-25T20:17:27.748" v="471" actId="478"/>
          <ac:spMkLst>
            <pc:docMk/>
            <pc:sldMk cId="3006711989" sldId="374"/>
            <ac:spMk id="6" creationId="{D9A78CD0-E9D0-8D8C-5DD2-B540B9704A88}"/>
          </ac:spMkLst>
        </pc:spChg>
        <pc:spChg chg="mod">
          <ac:chgData name="Tallos, Farkas Pal" userId="86c36b7f-01a8-446e-ba97-4074199c5aa5" providerId="ADAL" clId="{F5E663FB-0445-5BA2-811D-6DC353115E65}" dt="2026-01-25T20:15:35.085" v="423" actId="20577"/>
          <ac:spMkLst>
            <pc:docMk/>
            <pc:sldMk cId="3006711989" sldId="374"/>
            <ac:spMk id="7" creationId="{A7E8F437-9B46-1C69-3884-5B2328CFFD75}"/>
          </ac:spMkLst>
        </pc:spChg>
        <pc:spChg chg="mod">
          <ac:chgData name="Tallos, Farkas Pal" userId="86c36b7f-01a8-446e-ba97-4074199c5aa5" providerId="ADAL" clId="{F5E663FB-0445-5BA2-811D-6DC353115E65}" dt="2026-01-25T20:16:10.645" v="468" actId="20577"/>
          <ac:spMkLst>
            <pc:docMk/>
            <pc:sldMk cId="3006711989" sldId="374"/>
            <ac:spMk id="8" creationId="{82FF73C5-6914-9EAA-6BE0-0D624F663426}"/>
          </ac:spMkLst>
        </pc:spChg>
        <pc:spChg chg="add mod">
          <ac:chgData name="Tallos, Farkas Pal" userId="86c36b7f-01a8-446e-ba97-4074199c5aa5" providerId="ADAL" clId="{F5E663FB-0445-5BA2-811D-6DC353115E65}" dt="2026-01-25T21:44:06.632" v="2080" actId="20577"/>
          <ac:spMkLst>
            <pc:docMk/>
            <pc:sldMk cId="3006711989" sldId="374"/>
            <ac:spMk id="12" creationId="{5B8D39A1-D7CC-71D0-06A7-038BDAC23248}"/>
          </ac:spMkLst>
        </pc:spChg>
        <pc:graphicFrameChg chg="add mod modGraphic">
          <ac:chgData name="Tallos, Farkas Pal" userId="86c36b7f-01a8-446e-ba97-4074199c5aa5" providerId="ADAL" clId="{F5E663FB-0445-5BA2-811D-6DC353115E65}" dt="2026-01-25T20:22:03.372" v="509"/>
          <ac:graphicFrameMkLst>
            <pc:docMk/>
            <pc:sldMk cId="3006711989" sldId="374"/>
            <ac:graphicFrameMk id="4" creationId="{9B638338-22F3-A21A-65F6-48D64F169CC6}"/>
          </ac:graphicFrameMkLst>
        </pc:graphicFrame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2" creationId="{85772156-4775-BA14-4D5F-5C013715B190}"/>
          </ac:picMkLst>
        </pc:pic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3" creationId="{F4D75797-5FF7-E6CB-4B01-626FA4DCF559}"/>
          </ac:picMkLst>
        </pc:pic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5" creationId="{6F8C1A07-BC77-90FC-FEAF-997501A3CA3F}"/>
          </ac:picMkLst>
        </pc:pic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9" creationId="{5473A36D-469A-928B-E233-C7A42F79CE69}"/>
          </ac:picMkLst>
        </pc:pic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10" creationId="{C6829FF8-87A2-A998-25A5-A9BDDA22EBD2}"/>
          </ac:picMkLst>
        </pc:picChg>
        <pc:picChg chg="del">
          <ac:chgData name="Tallos, Farkas Pal" userId="86c36b7f-01a8-446e-ba97-4074199c5aa5" providerId="ADAL" clId="{F5E663FB-0445-5BA2-811D-6DC353115E65}" dt="2026-01-25T20:16:19.709" v="469" actId="478"/>
          <ac:picMkLst>
            <pc:docMk/>
            <pc:sldMk cId="3006711989" sldId="374"/>
            <ac:picMk id="11" creationId="{67A54B66-02FE-4193-E49B-7C76027C8151}"/>
          </ac:picMkLst>
        </pc:picChg>
      </pc:sldChg>
    </pc:docChg>
  </pc:docChgLst>
  <pc:docChgLst>
    <pc:chgData name="Piacentini, Caterina" userId="f5cc0bf0-ba5e-47a2-9f46-1ab04c78f108" providerId="ADAL" clId="{33458103-1E0D-5382-9B65-34EE54475687}"/>
    <pc:docChg chg="undo custSel addSld delSld modSld sldOrd">
      <pc:chgData name="Piacentini, Caterina" userId="f5cc0bf0-ba5e-47a2-9f46-1ab04c78f108" providerId="ADAL" clId="{33458103-1E0D-5382-9B65-34EE54475687}" dt="2026-01-24T16:09:01.451" v="2136" actId="20577"/>
      <pc:docMkLst>
        <pc:docMk/>
      </pc:docMkLst>
      <pc:sldChg chg="modSp mod">
        <pc:chgData name="Piacentini, Caterina" userId="f5cc0bf0-ba5e-47a2-9f46-1ab04c78f108" providerId="ADAL" clId="{33458103-1E0D-5382-9B65-34EE54475687}" dt="2026-01-11T16:07:09.919" v="97" actId="20577"/>
        <pc:sldMkLst>
          <pc:docMk/>
          <pc:sldMk cId="361736959" sldId="296"/>
        </pc:sldMkLst>
        <pc:spChg chg="mod">
          <ac:chgData name="Piacentini, Caterina" userId="f5cc0bf0-ba5e-47a2-9f46-1ab04c78f108" providerId="ADAL" clId="{33458103-1E0D-5382-9B65-34EE54475687}" dt="2026-01-11T16:06:15.257" v="35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Piacentini, Caterina" userId="f5cc0bf0-ba5e-47a2-9f46-1ab04c78f108" providerId="ADAL" clId="{33458103-1E0D-5382-9B65-34EE54475687}" dt="2026-01-11T16:06:42.392" v="84" actId="20577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Piacentini, Caterina" userId="f5cc0bf0-ba5e-47a2-9f46-1ab04c78f108" providerId="ADAL" clId="{33458103-1E0D-5382-9B65-34EE54475687}" dt="2026-01-11T16:07:09.919" v="97" actId="20577"/>
          <ac:spMkLst>
            <pc:docMk/>
            <pc:sldMk cId="361736959" sldId="296"/>
            <ac:spMk id="33" creationId="{5751F698-5533-8459-909C-EE5E9D1D31E0}"/>
          </ac:spMkLst>
        </pc:spChg>
      </pc:sldChg>
      <pc:sldChg chg="modSp mod">
        <pc:chgData name="Piacentini, Caterina" userId="f5cc0bf0-ba5e-47a2-9f46-1ab04c78f108" providerId="ADAL" clId="{33458103-1E0D-5382-9B65-34EE54475687}" dt="2026-01-11T13:54:09.780" v="7" actId="20577"/>
        <pc:sldMkLst>
          <pc:docMk/>
          <pc:sldMk cId="3443664567" sldId="298"/>
        </pc:sldMkLst>
        <pc:spChg chg="mod">
          <ac:chgData name="Piacentini, Caterina" userId="f5cc0bf0-ba5e-47a2-9f46-1ab04c78f108" providerId="ADAL" clId="{33458103-1E0D-5382-9B65-34EE54475687}" dt="2026-01-11T13:54:09.780" v="7" actId="20577"/>
          <ac:spMkLst>
            <pc:docMk/>
            <pc:sldMk cId="3443664567" sldId="298"/>
            <ac:spMk id="10" creationId="{F8B0A37E-7A11-EECA-1CD9-E4DD56413B52}"/>
          </ac:spMkLst>
        </pc:spChg>
      </pc:sldChg>
      <pc:sldChg chg="modSp mod ord">
        <pc:chgData name="Piacentini, Caterina" userId="f5cc0bf0-ba5e-47a2-9f46-1ab04c78f108" providerId="ADAL" clId="{33458103-1E0D-5382-9B65-34EE54475687}" dt="2026-01-24T16:06:26.200" v="2124" actId="5793"/>
        <pc:sldMkLst>
          <pc:docMk/>
          <pc:sldMk cId="3926819324" sldId="358"/>
        </pc:sldMkLst>
        <pc:spChg chg="mod">
          <ac:chgData name="Piacentini, Caterina" userId="f5cc0bf0-ba5e-47a2-9f46-1ab04c78f108" providerId="ADAL" clId="{33458103-1E0D-5382-9B65-34EE54475687}" dt="2026-01-24T16:06:26.200" v="2124" actId="5793"/>
          <ac:spMkLst>
            <pc:docMk/>
            <pc:sldMk cId="3926819324" sldId="358"/>
            <ac:spMk id="7" creationId="{19DC7B10-0F10-483E-5CF4-6B0F1FF69F11}"/>
          </ac:spMkLst>
        </pc:spChg>
      </pc:sldChg>
      <pc:sldChg chg="modSp mod">
        <pc:chgData name="Piacentini, Caterina" userId="f5cc0bf0-ba5e-47a2-9f46-1ab04c78f108" providerId="ADAL" clId="{33458103-1E0D-5382-9B65-34EE54475687}" dt="2026-01-24T16:02:43.589" v="2065" actId="20577"/>
        <pc:sldMkLst>
          <pc:docMk/>
          <pc:sldMk cId="4234311415" sldId="361"/>
        </pc:sldMkLst>
        <pc:spChg chg="mod">
          <ac:chgData name="Piacentini, Caterina" userId="f5cc0bf0-ba5e-47a2-9f46-1ab04c78f108" providerId="ADAL" clId="{33458103-1E0D-5382-9B65-34EE54475687}" dt="2026-01-24T16:02:43.589" v="2065" actId="20577"/>
          <ac:spMkLst>
            <pc:docMk/>
            <pc:sldMk cId="4234311415" sldId="361"/>
            <ac:spMk id="4" creationId="{987702C2-2017-27E8-597E-68D7C26DC5CC}"/>
          </ac:spMkLst>
        </pc:spChg>
      </pc:sldChg>
      <pc:sldChg chg="delSp modSp mod">
        <pc:chgData name="Piacentini, Caterina" userId="f5cc0bf0-ba5e-47a2-9f46-1ab04c78f108" providerId="ADAL" clId="{33458103-1E0D-5382-9B65-34EE54475687}" dt="2026-01-24T16:08:57.099" v="2133" actId="20577"/>
        <pc:sldMkLst>
          <pc:docMk/>
          <pc:sldMk cId="3347693563" sldId="362"/>
        </pc:sldMkLst>
        <pc:spChg chg="mod">
          <ac:chgData name="Piacentini, Caterina" userId="f5cc0bf0-ba5e-47a2-9f46-1ab04c78f108" providerId="ADAL" clId="{33458103-1E0D-5382-9B65-34EE54475687}" dt="2026-01-24T16:00:16.200" v="1991" actId="1036"/>
          <ac:spMkLst>
            <pc:docMk/>
            <pc:sldMk cId="3347693563" sldId="362"/>
            <ac:spMk id="3" creationId="{AA57A05D-7DAC-CDEE-0DB5-88F047180E7D}"/>
          </ac:spMkLst>
        </pc:spChg>
        <pc:spChg chg="mod">
          <ac:chgData name="Piacentini, Caterina" userId="f5cc0bf0-ba5e-47a2-9f46-1ab04c78f108" providerId="ADAL" clId="{33458103-1E0D-5382-9B65-34EE54475687}" dt="2026-01-24T16:00:02.743" v="1983" actId="1076"/>
          <ac:spMkLst>
            <pc:docMk/>
            <pc:sldMk cId="3347693563" sldId="362"/>
            <ac:spMk id="5" creationId="{0ADA2BAF-0BC8-F702-5420-F4CE7CF8AA6D}"/>
          </ac:spMkLst>
        </pc:spChg>
        <pc:spChg chg="mod">
          <ac:chgData name="Piacentini, Caterina" userId="f5cc0bf0-ba5e-47a2-9f46-1ab04c78f108" providerId="ADAL" clId="{33458103-1E0D-5382-9B65-34EE54475687}" dt="2026-01-24T16:00:16.200" v="1991" actId="1036"/>
          <ac:spMkLst>
            <pc:docMk/>
            <pc:sldMk cId="3347693563" sldId="362"/>
            <ac:spMk id="6" creationId="{8B1B344E-0B21-8470-7217-0AA28B982535}"/>
          </ac:spMkLst>
        </pc:spChg>
        <pc:spChg chg="mod">
          <ac:chgData name="Piacentini, Caterina" userId="f5cc0bf0-ba5e-47a2-9f46-1ab04c78f108" providerId="ADAL" clId="{33458103-1E0D-5382-9B65-34EE54475687}" dt="2026-01-24T16:08:57.099" v="2133" actId="20577"/>
          <ac:spMkLst>
            <pc:docMk/>
            <pc:sldMk cId="3347693563" sldId="362"/>
            <ac:spMk id="8" creationId="{DB5EBC94-58E5-FC84-C505-FA328D5DC4ED}"/>
          </ac:spMkLst>
        </pc:spChg>
        <pc:spChg chg="mod">
          <ac:chgData name="Piacentini, Caterina" userId="f5cc0bf0-ba5e-47a2-9f46-1ab04c78f108" providerId="ADAL" clId="{33458103-1E0D-5382-9B65-34EE54475687}" dt="2026-01-24T16:00:02.743" v="1983" actId="1076"/>
          <ac:spMkLst>
            <pc:docMk/>
            <pc:sldMk cId="3347693563" sldId="362"/>
            <ac:spMk id="9" creationId="{E23DCCAF-2D8B-02B6-4D3B-D21CC22FCDA1}"/>
          </ac:spMkLst>
        </pc:spChg>
        <pc:spChg chg="mod">
          <ac:chgData name="Piacentini, Caterina" userId="f5cc0bf0-ba5e-47a2-9f46-1ab04c78f108" providerId="ADAL" clId="{33458103-1E0D-5382-9B65-34EE54475687}" dt="2026-01-24T16:04:26.311" v="2070" actId="1076"/>
          <ac:spMkLst>
            <pc:docMk/>
            <pc:sldMk cId="3347693563" sldId="362"/>
            <ac:spMk id="10" creationId="{3CC4909C-AA5F-CBD4-5AC0-692FEC839E71}"/>
          </ac:spMkLst>
        </pc:spChg>
        <pc:spChg chg="mod">
          <ac:chgData name="Piacentini, Caterina" userId="f5cc0bf0-ba5e-47a2-9f46-1ab04c78f108" providerId="ADAL" clId="{33458103-1E0D-5382-9B65-34EE54475687}" dt="2026-01-24T16:04:26.311" v="2070" actId="1076"/>
          <ac:spMkLst>
            <pc:docMk/>
            <pc:sldMk cId="3347693563" sldId="362"/>
            <ac:spMk id="12" creationId="{04EE31B3-B779-CC46-DDCB-8CF06A014B99}"/>
          </ac:spMkLst>
        </pc:spChg>
        <pc:spChg chg="mod">
          <ac:chgData name="Piacentini, Caterina" userId="f5cc0bf0-ba5e-47a2-9f46-1ab04c78f108" providerId="ADAL" clId="{33458103-1E0D-5382-9B65-34EE54475687}" dt="2026-01-24T16:00:16.200" v="1991" actId="1036"/>
          <ac:spMkLst>
            <pc:docMk/>
            <pc:sldMk cId="3347693563" sldId="362"/>
            <ac:spMk id="14" creationId="{B7D1166C-D12C-A5D4-2AAE-778D2D5B4C6C}"/>
          </ac:spMkLst>
        </pc:spChg>
        <pc:spChg chg="mod">
          <ac:chgData name="Piacentini, Caterina" userId="f5cc0bf0-ba5e-47a2-9f46-1ab04c78f108" providerId="ADAL" clId="{33458103-1E0D-5382-9B65-34EE54475687}" dt="2026-01-24T16:00:02.743" v="1983" actId="1076"/>
          <ac:spMkLst>
            <pc:docMk/>
            <pc:sldMk cId="3347693563" sldId="362"/>
            <ac:spMk id="15" creationId="{EBEB764A-F450-E168-D2E4-7341A877650D}"/>
          </ac:spMkLst>
        </pc:spChg>
        <pc:spChg chg="mod">
          <ac:chgData name="Piacentini, Caterina" userId="f5cc0bf0-ba5e-47a2-9f46-1ab04c78f108" providerId="ADAL" clId="{33458103-1E0D-5382-9B65-34EE54475687}" dt="2026-01-24T16:04:26.311" v="2070" actId="1076"/>
          <ac:spMkLst>
            <pc:docMk/>
            <pc:sldMk cId="3347693563" sldId="362"/>
            <ac:spMk id="16" creationId="{04E0E689-76D6-F599-9764-2080BCB78815}"/>
          </ac:spMkLst>
        </pc:spChg>
        <pc:cxnChg chg="mod">
          <ac:chgData name="Piacentini, Caterina" userId="f5cc0bf0-ba5e-47a2-9f46-1ab04c78f108" providerId="ADAL" clId="{33458103-1E0D-5382-9B65-34EE54475687}" dt="2026-01-24T16:00:16.200" v="1991" actId="1036"/>
          <ac:cxnSpMkLst>
            <pc:docMk/>
            <pc:sldMk cId="3347693563" sldId="362"/>
            <ac:cxnSpMk id="18" creationId="{8B1760E9-B23A-5270-5B73-B66F680DC07F}"/>
          </ac:cxnSpMkLst>
        </pc:cxnChg>
        <pc:cxnChg chg="mod">
          <ac:chgData name="Piacentini, Caterina" userId="f5cc0bf0-ba5e-47a2-9f46-1ab04c78f108" providerId="ADAL" clId="{33458103-1E0D-5382-9B65-34EE54475687}" dt="2026-01-24T16:04:26.311" v="2070" actId="1076"/>
          <ac:cxnSpMkLst>
            <pc:docMk/>
            <pc:sldMk cId="3347693563" sldId="362"/>
            <ac:cxnSpMk id="19" creationId="{18F92354-B054-0CD4-D64D-97DCBD027F0D}"/>
          </ac:cxnSpMkLst>
        </pc:cxnChg>
      </pc:sldChg>
      <pc:sldChg chg="addSp delSp modSp add mod">
        <pc:chgData name="Piacentini, Caterina" userId="f5cc0bf0-ba5e-47a2-9f46-1ab04c78f108" providerId="ADAL" clId="{33458103-1E0D-5382-9B65-34EE54475687}" dt="2026-01-24T16:09:01.451" v="2136" actId="20577"/>
        <pc:sldMkLst>
          <pc:docMk/>
          <pc:sldMk cId="1783046899" sldId="365"/>
        </pc:sldMkLst>
        <pc:spChg chg="mod">
          <ac:chgData name="Piacentini, Caterina" userId="f5cc0bf0-ba5e-47a2-9f46-1ab04c78f108" providerId="ADAL" clId="{33458103-1E0D-5382-9B65-34EE54475687}" dt="2026-01-24T16:09:01.451" v="2136" actId="20577"/>
          <ac:spMkLst>
            <pc:docMk/>
            <pc:sldMk cId="1783046899" sldId="365"/>
            <ac:spMk id="8" creationId="{DB14E37D-F563-C8CE-90D6-5F9B0B19EE52}"/>
          </ac:spMkLst>
        </pc:spChg>
        <pc:spChg chg="mod">
          <ac:chgData name="Piacentini, Caterina" userId="f5cc0bf0-ba5e-47a2-9f46-1ab04c78f108" providerId="ADAL" clId="{33458103-1E0D-5382-9B65-34EE54475687}" dt="2026-01-24T16:00:26.618" v="1992" actId="1076"/>
          <ac:spMkLst>
            <pc:docMk/>
            <pc:sldMk cId="1783046899" sldId="365"/>
            <ac:spMk id="13" creationId="{C7A4239C-359C-5989-BE90-6A40CDF55CB1}"/>
          </ac:spMkLst>
        </pc:spChg>
        <pc:spChg chg="mod">
          <ac:chgData name="Piacentini, Caterina" userId="f5cc0bf0-ba5e-47a2-9f46-1ab04c78f108" providerId="ADAL" clId="{33458103-1E0D-5382-9B65-34EE54475687}" dt="2026-01-24T16:00:26.618" v="1992" actId="1076"/>
          <ac:spMkLst>
            <pc:docMk/>
            <pc:sldMk cId="1783046899" sldId="365"/>
            <ac:spMk id="17" creationId="{50BD871E-2888-BE8E-CB2A-7B9CB8624E94}"/>
          </ac:spMkLst>
        </pc:spChg>
        <pc:spChg chg="mod">
          <ac:chgData name="Piacentini, Caterina" userId="f5cc0bf0-ba5e-47a2-9f46-1ab04c78f108" providerId="ADAL" clId="{33458103-1E0D-5382-9B65-34EE54475687}" dt="2026-01-24T16:04:04.514" v="2068" actId="20577"/>
          <ac:spMkLst>
            <pc:docMk/>
            <pc:sldMk cId="1783046899" sldId="365"/>
            <ac:spMk id="21" creationId="{43B2BE68-2AF3-45AE-3515-C8B694954653}"/>
          </ac:spMkLst>
        </pc:spChg>
        <pc:spChg chg="mod">
          <ac:chgData name="Piacentini, Caterina" userId="f5cc0bf0-ba5e-47a2-9f46-1ab04c78f108" providerId="ADAL" clId="{33458103-1E0D-5382-9B65-34EE54475687}" dt="2026-01-24T15:58:19.457" v="1915" actId="1076"/>
          <ac:spMkLst>
            <pc:docMk/>
            <pc:sldMk cId="1783046899" sldId="365"/>
            <ac:spMk id="22" creationId="{E202B988-BFFB-A269-D453-317EC932E066}"/>
          </ac:spMkLst>
        </pc:spChg>
        <pc:spChg chg="mod">
          <ac:chgData name="Piacentini, Caterina" userId="f5cc0bf0-ba5e-47a2-9f46-1ab04c78f108" providerId="ADAL" clId="{33458103-1E0D-5382-9B65-34EE54475687}" dt="2026-01-24T15:58:32.567" v="1916" actId="1076"/>
          <ac:spMkLst>
            <pc:docMk/>
            <pc:sldMk cId="1783046899" sldId="365"/>
            <ac:spMk id="23" creationId="{AD2AF4B5-41B7-276F-B44B-2527039DD04B}"/>
          </ac:spMkLst>
        </pc:spChg>
        <pc:spChg chg="mod">
          <ac:chgData name="Piacentini, Caterina" userId="f5cc0bf0-ba5e-47a2-9f46-1ab04c78f108" providerId="ADAL" clId="{33458103-1E0D-5382-9B65-34EE54475687}" dt="2026-01-24T15:58:19.457" v="1915" actId="1076"/>
          <ac:spMkLst>
            <pc:docMk/>
            <pc:sldMk cId="1783046899" sldId="365"/>
            <ac:spMk id="24" creationId="{E9E30E0D-92D0-8B91-699E-C13F873AD859}"/>
          </ac:spMkLst>
        </pc:spChg>
        <pc:spChg chg="mod">
          <ac:chgData name="Piacentini, Caterina" userId="f5cc0bf0-ba5e-47a2-9f46-1ab04c78f108" providerId="ADAL" clId="{33458103-1E0D-5382-9B65-34EE54475687}" dt="2026-01-24T15:58:32.567" v="1916" actId="1076"/>
          <ac:spMkLst>
            <pc:docMk/>
            <pc:sldMk cId="1783046899" sldId="365"/>
            <ac:spMk id="25" creationId="{419FB6C8-0B9C-EEB3-41D2-C09C4B8F291C}"/>
          </ac:spMkLst>
        </pc:spChg>
        <pc:spChg chg="mod">
          <ac:chgData name="Piacentini, Caterina" userId="f5cc0bf0-ba5e-47a2-9f46-1ab04c78f108" providerId="ADAL" clId="{33458103-1E0D-5382-9B65-34EE54475687}" dt="2026-01-24T15:58:19.457" v="1915" actId="1076"/>
          <ac:spMkLst>
            <pc:docMk/>
            <pc:sldMk cId="1783046899" sldId="365"/>
            <ac:spMk id="28" creationId="{C6EDD5CC-6EC3-7F68-5AA6-D1F4F56D0F37}"/>
          </ac:spMkLst>
        </pc:spChg>
        <pc:spChg chg="mod">
          <ac:chgData name="Piacentini, Caterina" userId="f5cc0bf0-ba5e-47a2-9f46-1ab04c78f108" providerId="ADAL" clId="{33458103-1E0D-5382-9B65-34EE54475687}" dt="2026-01-24T16:02:21.054" v="2017" actId="20577"/>
          <ac:spMkLst>
            <pc:docMk/>
            <pc:sldMk cId="1783046899" sldId="365"/>
            <ac:spMk id="29" creationId="{A40DDCBE-F692-30CC-85F7-9FEBD002F6BB}"/>
          </ac:spMkLst>
        </pc:spChg>
        <pc:spChg chg="mod">
          <ac:chgData name="Piacentini, Caterina" userId="f5cc0bf0-ba5e-47a2-9f46-1ab04c78f108" providerId="ADAL" clId="{33458103-1E0D-5382-9B65-34EE54475687}" dt="2026-01-24T16:04:09.262" v="2069" actId="20577"/>
          <ac:spMkLst>
            <pc:docMk/>
            <pc:sldMk cId="1783046899" sldId="365"/>
            <ac:spMk id="32" creationId="{B3815CC3-2355-6E92-2B69-73F82B8F86CC}"/>
          </ac:spMkLst>
        </pc:spChg>
        <pc:spChg chg="add mod">
          <ac:chgData name="Piacentini, Caterina" userId="f5cc0bf0-ba5e-47a2-9f46-1ab04c78f108" providerId="ADAL" clId="{33458103-1E0D-5382-9B65-34EE54475687}" dt="2026-01-24T15:56:34.854" v="1822" actId="1076"/>
          <ac:spMkLst>
            <pc:docMk/>
            <pc:sldMk cId="1783046899" sldId="365"/>
            <ac:spMk id="34" creationId="{37C7F05B-2605-F485-6D89-6AFE5ED71B0D}"/>
          </ac:spMkLst>
        </pc:spChg>
        <pc:spChg chg="add mod">
          <ac:chgData name="Piacentini, Caterina" userId="f5cc0bf0-ba5e-47a2-9f46-1ab04c78f108" providerId="ADAL" clId="{33458103-1E0D-5382-9B65-34EE54475687}" dt="2026-01-24T15:56:36.289" v="1824" actId="20577"/>
          <ac:spMkLst>
            <pc:docMk/>
            <pc:sldMk cId="1783046899" sldId="365"/>
            <ac:spMk id="35" creationId="{6BFE10B4-401D-8EA6-48DC-6B9555F17DE2}"/>
          </ac:spMkLst>
        </pc:spChg>
        <pc:cxnChg chg="mod">
          <ac:chgData name="Piacentini, Caterina" userId="f5cc0bf0-ba5e-47a2-9f46-1ab04c78f108" providerId="ADAL" clId="{33458103-1E0D-5382-9B65-34EE54475687}" dt="2026-01-24T16:00:26.618" v="1992" actId="1076"/>
          <ac:cxnSpMkLst>
            <pc:docMk/>
            <pc:sldMk cId="1783046899" sldId="365"/>
            <ac:cxnSpMk id="26" creationId="{0EE11496-A906-B884-4C7C-31175A752572}"/>
          </ac:cxnSpMkLst>
        </pc:cxnChg>
        <pc:cxnChg chg="mod">
          <ac:chgData name="Piacentini, Caterina" userId="f5cc0bf0-ba5e-47a2-9f46-1ab04c78f108" providerId="ADAL" clId="{33458103-1E0D-5382-9B65-34EE54475687}" dt="2026-01-24T15:58:32.567" v="1916" actId="1076"/>
          <ac:cxnSpMkLst>
            <pc:docMk/>
            <pc:sldMk cId="1783046899" sldId="365"/>
            <ac:cxnSpMk id="27" creationId="{9478AB56-B1B2-6AF9-EA1B-C3BAC122730A}"/>
          </ac:cxnSpMkLst>
        </pc:cxnChg>
        <pc:cxnChg chg="add mod">
          <ac:chgData name="Piacentini, Caterina" userId="f5cc0bf0-ba5e-47a2-9f46-1ab04c78f108" providerId="ADAL" clId="{33458103-1E0D-5382-9B65-34EE54475687}" dt="2026-01-24T15:59:18.588" v="1955" actId="14100"/>
          <ac:cxnSpMkLst>
            <pc:docMk/>
            <pc:sldMk cId="1783046899" sldId="365"/>
            <ac:cxnSpMk id="36" creationId="{C7857FDD-181B-DB81-FB7D-76F3032F982F}"/>
          </ac:cxnSpMkLst>
        </pc:cxnChg>
      </pc:sldChg>
      <pc:sldChg chg="delSp modSp add mod">
        <pc:chgData name="Piacentini, Caterina" userId="f5cc0bf0-ba5e-47a2-9f46-1ab04c78f108" providerId="ADAL" clId="{33458103-1E0D-5382-9B65-34EE54475687}" dt="2026-01-24T16:06:37.092" v="2128" actId="20577"/>
        <pc:sldMkLst>
          <pc:docMk/>
          <pc:sldMk cId="2911348731" sldId="366"/>
        </pc:sldMkLst>
        <pc:spChg chg="mod">
          <ac:chgData name="Piacentini, Caterina" userId="f5cc0bf0-ba5e-47a2-9f46-1ab04c78f108" providerId="ADAL" clId="{33458103-1E0D-5382-9B65-34EE54475687}" dt="2026-01-24T16:05:53.869" v="2097"/>
          <ac:spMkLst>
            <pc:docMk/>
            <pc:sldMk cId="2911348731" sldId="366"/>
            <ac:spMk id="2" creationId="{B76F61E8-E1DC-DC64-4154-A9576BEB7F2E}"/>
          </ac:spMkLst>
        </pc:spChg>
        <pc:spChg chg="mod">
          <ac:chgData name="Piacentini, Caterina" userId="f5cc0bf0-ba5e-47a2-9f46-1ab04c78f108" providerId="ADAL" clId="{33458103-1E0D-5382-9B65-34EE54475687}" dt="2026-01-24T16:06:37.092" v="2128" actId="20577"/>
          <ac:spMkLst>
            <pc:docMk/>
            <pc:sldMk cId="2911348731" sldId="366"/>
            <ac:spMk id="4" creationId="{DAAAF5F9-D0D6-6F21-FD77-6DD41A575FB8}"/>
          </ac:spMkLst>
        </pc:spChg>
      </pc:sldChg>
    </pc:docChg>
  </pc:docChgLst>
  <pc:docChgLst>
    <pc:chgData name="Samaj, Tomas" userId="24ba87dd-e0d6-46e4-b32b-c6bf33e42df2" providerId="ADAL" clId="{7B1B8F56-5866-4008-9BBB-243D261A6A02}"/>
    <pc:docChg chg="undo redo custSel addSld delSld modSld sldOrd">
      <pc:chgData name="Samaj, Tomas" userId="24ba87dd-e0d6-46e4-b32b-c6bf33e42df2" providerId="ADAL" clId="{7B1B8F56-5866-4008-9BBB-243D261A6A02}" dt="2026-01-26T08:40:19.584" v="5298" actId="20577"/>
      <pc:docMkLst>
        <pc:docMk/>
      </pc:docMkLst>
      <pc:sldChg chg="modSp mod">
        <pc:chgData name="Samaj, Tomas" userId="24ba87dd-e0d6-46e4-b32b-c6bf33e42df2" providerId="ADAL" clId="{7B1B8F56-5866-4008-9BBB-243D261A6A02}" dt="2026-01-24T15:06:03.388" v="4059" actId="20577"/>
        <pc:sldMkLst>
          <pc:docMk/>
          <pc:sldMk cId="361736959" sldId="296"/>
        </pc:sldMkLst>
        <pc:spChg chg="mod">
          <ac:chgData name="Samaj, Tomas" userId="24ba87dd-e0d6-46e4-b32b-c6bf33e42df2" providerId="ADAL" clId="{7B1B8F56-5866-4008-9BBB-243D261A6A02}" dt="2026-01-24T15:06:03.388" v="4059" actId="20577"/>
          <ac:spMkLst>
            <pc:docMk/>
            <pc:sldMk cId="361736959" sldId="296"/>
            <ac:spMk id="9" creationId="{0A86FFE2-C5A4-D33E-5242-FF5FB6C1E19E}"/>
          </ac:spMkLst>
        </pc:spChg>
        <pc:spChg chg="mod">
          <ac:chgData name="Samaj, Tomas" userId="24ba87dd-e0d6-46e4-b32b-c6bf33e42df2" providerId="ADAL" clId="{7B1B8F56-5866-4008-9BBB-243D261A6A02}" dt="2026-01-24T10:11:15.183" v="2261" actId="20577"/>
          <ac:spMkLst>
            <pc:docMk/>
            <pc:sldMk cId="361736959" sldId="296"/>
            <ac:spMk id="31" creationId="{9F07FB2F-E780-7DC7-9AA2-DD190F8DE8CF}"/>
          </ac:spMkLst>
        </pc:spChg>
        <pc:spChg chg="mod">
          <ac:chgData name="Samaj, Tomas" userId="24ba87dd-e0d6-46e4-b32b-c6bf33e42df2" providerId="ADAL" clId="{7B1B8F56-5866-4008-9BBB-243D261A6A02}" dt="2026-01-24T15:05:50.279" v="4056"/>
          <ac:spMkLst>
            <pc:docMk/>
            <pc:sldMk cId="361736959" sldId="296"/>
            <ac:spMk id="32" creationId="{970E8AE1-C503-1217-5863-3C626BE1B311}"/>
          </ac:spMkLst>
        </pc:spChg>
        <pc:spChg chg="mod">
          <ac:chgData name="Samaj, Tomas" userId="24ba87dd-e0d6-46e4-b32b-c6bf33e42df2" providerId="ADAL" clId="{7B1B8F56-5866-4008-9BBB-243D261A6A02}" dt="2026-01-24T15:06:00.907" v="4058"/>
          <ac:spMkLst>
            <pc:docMk/>
            <pc:sldMk cId="361736959" sldId="296"/>
            <ac:spMk id="33" creationId="{5751F698-5533-8459-909C-EE5E9D1D31E0}"/>
          </ac:spMkLst>
        </pc:spChg>
      </pc:sldChg>
      <pc:sldChg chg="modSp mod">
        <pc:chgData name="Samaj, Tomas" userId="24ba87dd-e0d6-46e4-b32b-c6bf33e42df2" providerId="ADAL" clId="{7B1B8F56-5866-4008-9BBB-243D261A6A02}" dt="2026-01-24T10:10:08.247" v="2197" actId="20577"/>
        <pc:sldMkLst>
          <pc:docMk/>
          <pc:sldMk cId="3443664567" sldId="298"/>
        </pc:sldMkLst>
        <pc:spChg chg="mod">
          <ac:chgData name="Samaj, Tomas" userId="24ba87dd-e0d6-46e4-b32b-c6bf33e42df2" providerId="ADAL" clId="{7B1B8F56-5866-4008-9BBB-243D261A6A02}" dt="2026-01-24T10:10:08.247" v="2197" actId="20577"/>
          <ac:spMkLst>
            <pc:docMk/>
            <pc:sldMk cId="3443664567" sldId="298"/>
            <ac:spMk id="10" creationId="{F8B0A37E-7A11-EECA-1CD9-E4DD56413B52}"/>
          </ac:spMkLst>
        </pc:spChg>
      </pc:sldChg>
      <pc:sldChg chg="addSp delSp modSp mod">
        <pc:chgData name="Samaj, Tomas" userId="24ba87dd-e0d6-46e4-b32b-c6bf33e42df2" providerId="ADAL" clId="{7B1B8F56-5866-4008-9BBB-243D261A6A02}" dt="2026-01-24T16:08:47.399" v="5039"/>
        <pc:sldMkLst>
          <pc:docMk/>
          <pc:sldMk cId="3926819324" sldId="358"/>
        </pc:sldMkLst>
        <pc:spChg chg="mod">
          <ac:chgData name="Samaj, Tomas" userId="24ba87dd-e0d6-46e4-b32b-c6bf33e42df2" providerId="ADAL" clId="{7B1B8F56-5866-4008-9BBB-243D261A6A02}" dt="2026-01-24T16:07:04.059" v="5029" actId="20577"/>
          <ac:spMkLst>
            <pc:docMk/>
            <pc:sldMk cId="3926819324" sldId="358"/>
            <ac:spMk id="8" creationId="{DAD12858-B7C2-AF67-C030-33093117CF74}"/>
          </ac:spMkLst>
        </pc:spChg>
      </pc:sldChg>
      <pc:sldChg chg="addSp delSp modSp add mod ord">
        <pc:chgData name="Samaj, Tomas" userId="24ba87dd-e0d6-46e4-b32b-c6bf33e42df2" providerId="ADAL" clId="{7B1B8F56-5866-4008-9BBB-243D261A6A02}" dt="2026-01-25T21:59:59.629" v="5223" actId="20577"/>
        <pc:sldMkLst>
          <pc:docMk/>
          <pc:sldMk cId="3015743613" sldId="359"/>
        </pc:sldMkLst>
        <pc:spChg chg="mod">
          <ac:chgData name="Samaj, Tomas" userId="24ba87dd-e0d6-46e4-b32b-c6bf33e42df2" providerId="ADAL" clId="{7B1B8F56-5866-4008-9BBB-243D261A6A02}" dt="2026-01-24T14:45:21.123" v="3323"/>
          <ac:spMkLst>
            <pc:docMk/>
            <pc:sldMk cId="3015743613" sldId="359"/>
            <ac:spMk id="2" creationId="{798459F5-728B-16B9-8F65-2B5AE187ED7D}"/>
          </ac:spMkLst>
        </pc:spChg>
        <pc:spChg chg="add mod">
          <ac:chgData name="Samaj, Tomas" userId="24ba87dd-e0d6-46e4-b32b-c6bf33e42df2" providerId="ADAL" clId="{7B1B8F56-5866-4008-9BBB-243D261A6A02}" dt="2026-01-24T15:06:39.900" v="4081" actId="20577"/>
          <ac:spMkLst>
            <pc:docMk/>
            <pc:sldMk cId="3015743613" sldId="359"/>
            <ac:spMk id="4" creationId="{1088233C-E299-FFBB-00A3-AF276F767B5F}"/>
          </ac:spMkLst>
        </pc:spChg>
        <pc:spChg chg="mod">
          <ac:chgData name="Samaj, Tomas" userId="24ba87dd-e0d6-46e4-b32b-c6bf33e42df2" providerId="ADAL" clId="{7B1B8F56-5866-4008-9BBB-243D261A6A02}" dt="2026-01-25T21:59:59.629" v="5223" actId="20577"/>
          <ac:spMkLst>
            <pc:docMk/>
            <pc:sldMk cId="3015743613" sldId="359"/>
            <ac:spMk id="5" creationId="{94FD0CCE-EFF1-D5C7-1386-E9CEB79F3202}"/>
          </ac:spMkLst>
        </pc:spChg>
      </pc:sldChg>
      <pc:sldChg chg="delSp modSp add mod ord">
        <pc:chgData name="Samaj, Tomas" userId="24ba87dd-e0d6-46e4-b32b-c6bf33e42df2" providerId="ADAL" clId="{7B1B8F56-5866-4008-9BBB-243D261A6A02}" dt="2026-01-25T22:01:01.375" v="5285" actId="20577"/>
        <pc:sldMkLst>
          <pc:docMk/>
          <pc:sldMk cId="4234311415" sldId="361"/>
        </pc:sldMkLst>
        <pc:spChg chg="mod">
          <ac:chgData name="Samaj, Tomas" userId="24ba87dd-e0d6-46e4-b32b-c6bf33e42df2" providerId="ADAL" clId="{7B1B8F56-5866-4008-9BBB-243D261A6A02}" dt="2026-01-25T22:01:01.375" v="5285" actId="20577"/>
          <ac:spMkLst>
            <pc:docMk/>
            <pc:sldMk cId="4234311415" sldId="361"/>
            <ac:spMk id="4" creationId="{987702C2-2017-27E8-597E-68D7C26DC5CC}"/>
          </ac:spMkLst>
        </pc:spChg>
        <pc:spChg chg="mod">
          <ac:chgData name="Samaj, Tomas" userId="24ba87dd-e0d6-46e4-b32b-c6bf33e42df2" providerId="ADAL" clId="{7B1B8F56-5866-4008-9BBB-243D261A6A02}" dt="2026-01-24T14:45:04.230" v="3321"/>
          <ac:spMkLst>
            <pc:docMk/>
            <pc:sldMk cId="4234311415" sldId="361"/>
            <ac:spMk id="7" creationId="{F3A23FE9-FD94-35CF-C83E-21F1E1C15809}"/>
          </ac:spMkLst>
        </pc:spChg>
        <pc:spChg chg="mod">
          <ac:chgData name="Samaj, Tomas" userId="24ba87dd-e0d6-46e4-b32b-c6bf33e42df2" providerId="ADAL" clId="{7B1B8F56-5866-4008-9BBB-243D261A6A02}" dt="2026-01-24T14:41:29.355" v="3024" actId="20577"/>
          <ac:spMkLst>
            <pc:docMk/>
            <pc:sldMk cId="4234311415" sldId="361"/>
            <ac:spMk id="8" creationId="{F1784D7F-EB3D-54B0-A606-738F0D1199A3}"/>
          </ac:spMkLst>
        </pc:spChg>
      </pc:sldChg>
      <pc:sldChg chg="addSp delSp modSp add mod ord">
        <pc:chgData name="Samaj, Tomas" userId="24ba87dd-e0d6-46e4-b32b-c6bf33e42df2" providerId="ADAL" clId="{7B1B8F56-5866-4008-9BBB-243D261A6A02}" dt="2026-01-24T15:45:48.860" v="4491" actId="14100"/>
        <pc:sldMkLst>
          <pc:docMk/>
          <pc:sldMk cId="3347693563" sldId="362"/>
        </pc:sldMkLst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3" creationId="{AA57A05D-7DAC-CDEE-0DB5-88F047180E7D}"/>
          </ac:spMkLst>
        </pc:spChg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5" creationId="{0ADA2BAF-0BC8-F702-5420-F4CE7CF8AA6D}"/>
          </ac:spMkLst>
        </pc:spChg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6" creationId="{8B1B344E-0B21-8470-7217-0AA28B982535}"/>
          </ac:spMkLst>
        </pc:spChg>
        <pc:spChg chg="mod">
          <ac:chgData name="Samaj, Tomas" userId="24ba87dd-e0d6-46e4-b32b-c6bf33e42df2" providerId="ADAL" clId="{7B1B8F56-5866-4008-9BBB-243D261A6A02}" dt="2026-01-24T14:45:10.410" v="3322"/>
          <ac:spMkLst>
            <pc:docMk/>
            <pc:sldMk cId="3347693563" sldId="362"/>
            <ac:spMk id="7" creationId="{4EA71888-259A-4129-8F02-C6FDC40224FB}"/>
          </ac:spMkLst>
        </pc:spChg>
        <pc:spChg chg="mod">
          <ac:chgData name="Samaj, Tomas" userId="24ba87dd-e0d6-46e4-b32b-c6bf33e42df2" providerId="ADAL" clId="{7B1B8F56-5866-4008-9BBB-243D261A6A02}" dt="2026-01-24T14:45:50.844" v="3362" actId="20577"/>
          <ac:spMkLst>
            <pc:docMk/>
            <pc:sldMk cId="3347693563" sldId="362"/>
            <ac:spMk id="8" creationId="{DB5EBC94-58E5-FC84-C505-FA328D5DC4ED}"/>
          </ac:spMkLst>
        </pc:spChg>
        <pc:spChg chg="mod topLvl">
          <ac:chgData name="Samaj, Tomas" userId="24ba87dd-e0d6-46e4-b32b-c6bf33e42df2" providerId="ADAL" clId="{7B1B8F56-5866-4008-9BBB-243D261A6A02}" dt="2026-01-24T14:56:16.801" v="3876" actId="20577"/>
          <ac:spMkLst>
            <pc:docMk/>
            <pc:sldMk cId="3347693563" sldId="362"/>
            <ac:spMk id="9" creationId="{E23DCCAF-2D8B-02B6-4D3B-D21CC22FCDA1}"/>
          </ac:spMkLst>
        </pc:spChg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10" creationId="{3CC4909C-AA5F-CBD4-5AC0-692FEC839E71}"/>
          </ac:spMkLst>
        </pc:spChg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12" creationId="{04EE31B3-B779-CC46-DDCB-8CF06A014B99}"/>
          </ac:spMkLst>
        </pc:spChg>
        <pc:spChg chg="mod topLvl">
          <ac:chgData name="Samaj, Tomas" userId="24ba87dd-e0d6-46e4-b32b-c6bf33e42df2" providerId="ADAL" clId="{7B1B8F56-5866-4008-9BBB-243D261A6A02}" dt="2026-01-24T15:45:29.239" v="4489" actId="165"/>
          <ac:spMkLst>
            <pc:docMk/>
            <pc:sldMk cId="3347693563" sldId="362"/>
            <ac:spMk id="14" creationId="{B7D1166C-D12C-A5D4-2AAE-778D2D5B4C6C}"/>
          </ac:spMkLst>
        </pc:spChg>
        <pc:spChg chg="mod topLvl">
          <ac:chgData name="Samaj, Tomas" userId="24ba87dd-e0d6-46e4-b32b-c6bf33e42df2" providerId="ADAL" clId="{7B1B8F56-5866-4008-9BBB-243D261A6A02}" dt="2026-01-24T14:46:13.412" v="3366" actId="165"/>
          <ac:spMkLst>
            <pc:docMk/>
            <pc:sldMk cId="3347693563" sldId="362"/>
            <ac:spMk id="16" creationId="{04E0E689-76D6-F599-9764-2080BCB78815}"/>
          </ac:spMkLst>
        </pc:spChg>
        <pc:cxnChg chg="mod">
          <ac:chgData name="Samaj, Tomas" userId="24ba87dd-e0d6-46e4-b32b-c6bf33e42df2" providerId="ADAL" clId="{7B1B8F56-5866-4008-9BBB-243D261A6A02}" dt="2026-01-24T15:45:48.860" v="4491" actId="14100"/>
          <ac:cxnSpMkLst>
            <pc:docMk/>
            <pc:sldMk cId="3347693563" sldId="362"/>
            <ac:cxnSpMk id="18" creationId="{8B1760E9-B23A-5270-5B73-B66F680DC07F}"/>
          </ac:cxnSpMkLst>
        </pc:cxnChg>
      </pc:sldChg>
      <pc:sldChg chg="modSp add mod">
        <pc:chgData name="Samaj, Tomas" userId="24ba87dd-e0d6-46e4-b32b-c6bf33e42df2" providerId="ADAL" clId="{7B1B8F56-5866-4008-9BBB-243D261A6A02}" dt="2026-01-25T09:07:34.576" v="5216" actId="20577"/>
        <pc:sldMkLst>
          <pc:docMk/>
          <pc:sldMk cId="2874537272" sldId="363"/>
        </pc:sldMkLst>
        <pc:spChg chg="mod">
          <ac:chgData name="Samaj, Tomas" userId="24ba87dd-e0d6-46e4-b32b-c6bf33e42df2" providerId="ADAL" clId="{7B1B8F56-5866-4008-9BBB-243D261A6A02}" dt="2026-01-25T09:07:34.576" v="5216" actId="20577"/>
          <ac:spMkLst>
            <pc:docMk/>
            <pc:sldMk cId="2874537272" sldId="363"/>
            <ac:spMk id="5" creationId="{973EC649-A848-9CF6-EF4F-E12095A9801E}"/>
          </ac:spMkLst>
        </pc:spChg>
      </pc:sldChg>
      <pc:sldChg chg="add ord">
        <pc:chgData name="Samaj, Tomas" userId="24ba87dd-e0d6-46e4-b32b-c6bf33e42df2" providerId="ADAL" clId="{7B1B8F56-5866-4008-9BBB-243D261A6A02}" dt="2026-01-24T15:43:08.885" v="4487"/>
        <pc:sldMkLst>
          <pc:docMk/>
          <pc:sldMk cId="2510012037" sldId="364"/>
        </pc:sldMkLst>
      </pc:sldChg>
      <pc:sldChg chg="modSp mod">
        <pc:chgData name="Samaj, Tomas" userId="24ba87dd-e0d6-46e4-b32b-c6bf33e42df2" providerId="ADAL" clId="{7B1B8F56-5866-4008-9BBB-243D261A6A02}" dt="2026-01-24T16:03:55.258" v="5005" actId="20577"/>
        <pc:sldMkLst>
          <pc:docMk/>
          <pc:sldMk cId="1783046899" sldId="365"/>
        </pc:sldMkLst>
        <pc:spChg chg="mod">
          <ac:chgData name="Samaj, Tomas" userId="24ba87dd-e0d6-46e4-b32b-c6bf33e42df2" providerId="ADAL" clId="{7B1B8F56-5866-4008-9BBB-243D261A6A02}" dt="2026-01-24T16:03:55.258" v="5005" actId="20577"/>
          <ac:spMkLst>
            <pc:docMk/>
            <pc:sldMk cId="1783046899" sldId="365"/>
            <ac:spMk id="21" creationId="{43B2BE68-2AF3-45AE-3515-C8B694954653}"/>
          </ac:spMkLst>
        </pc:spChg>
        <pc:spChg chg="mod">
          <ac:chgData name="Samaj, Tomas" userId="24ba87dd-e0d6-46e4-b32b-c6bf33e42df2" providerId="ADAL" clId="{7B1B8F56-5866-4008-9BBB-243D261A6A02}" dt="2026-01-24T16:03:20.477" v="4990" actId="1076"/>
          <ac:spMkLst>
            <pc:docMk/>
            <pc:sldMk cId="1783046899" sldId="365"/>
            <ac:spMk id="29" creationId="{A40DDCBE-F692-30CC-85F7-9FEBD002F6BB}"/>
          </ac:spMkLst>
        </pc:spChg>
      </pc:sldChg>
      <pc:sldChg chg="addSp modSp mod">
        <pc:chgData name="Samaj, Tomas" userId="24ba87dd-e0d6-46e4-b32b-c6bf33e42df2" providerId="ADAL" clId="{7B1B8F56-5866-4008-9BBB-243D261A6A02}" dt="2026-01-26T08:40:19.584" v="5298" actId="20577"/>
        <pc:sldMkLst>
          <pc:docMk/>
          <pc:sldMk cId="3549143986" sldId="367"/>
        </pc:sldMkLst>
        <pc:spChg chg="add mod">
          <ac:chgData name="Samaj, Tomas" userId="24ba87dd-e0d6-46e4-b32b-c6bf33e42df2" providerId="ADAL" clId="{7B1B8F56-5866-4008-9BBB-243D261A6A02}" dt="2026-01-25T21:58:35.976" v="5218" actId="20577"/>
          <ac:spMkLst>
            <pc:docMk/>
            <pc:sldMk cId="3549143986" sldId="367"/>
            <ac:spMk id="3" creationId="{54D65D59-9CE3-4732-E452-5A1FB947F632}"/>
          </ac:spMkLst>
        </pc:spChg>
        <pc:spChg chg="mod">
          <ac:chgData name="Samaj, Tomas" userId="24ba87dd-e0d6-46e4-b32b-c6bf33e42df2" providerId="ADAL" clId="{7B1B8F56-5866-4008-9BBB-243D261A6A02}" dt="2026-01-25T09:04:08.544" v="5066" actId="20577"/>
          <ac:spMkLst>
            <pc:docMk/>
            <pc:sldMk cId="3549143986" sldId="367"/>
            <ac:spMk id="4" creationId="{3CC56532-F7EC-EF90-517F-86DC88F03EED}"/>
          </ac:spMkLst>
        </pc:spChg>
        <pc:spChg chg="mod">
          <ac:chgData name="Samaj, Tomas" userId="24ba87dd-e0d6-46e4-b32b-c6bf33e42df2" providerId="ADAL" clId="{7B1B8F56-5866-4008-9BBB-243D261A6A02}" dt="2026-01-26T08:37:58.097" v="5286" actId="20577"/>
          <ac:spMkLst>
            <pc:docMk/>
            <pc:sldMk cId="3549143986" sldId="367"/>
            <ac:spMk id="5" creationId="{6B72182A-8DD0-1170-4331-79C6322FB70B}"/>
          </ac:spMkLst>
        </pc:spChg>
        <pc:spChg chg="mod">
          <ac:chgData name="Samaj, Tomas" userId="24ba87dd-e0d6-46e4-b32b-c6bf33e42df2" providerId="ADAL" clId="{7B1B8F56-5866-4008-9BBB-243D261A6A02}" dt="2026-01-26T08:40:02.493" v="5293" actId="20577"/>
          <ac:spMkLst>
            <pc:docMk/>
            <pc:sldMk cId="3549143986" sldId="367"/>
            <ac:spMk id="12" creationId="{CEA69CD3-D998-41AC-DAC3-2BAD48A977F4}"/>
          </ac:spMkLst>
        </pc:spChg>
        <pc:spChg chg="mod">
          <ac:chgData name="Samaj, Tomas" userId="24ba87dd-e0d6-46e4-b32b-c6bf33e42df2" providerId="ADAL" clId="{7B1B8F56-5866-4008-9BBB-243D261A6A02}" dt="2026-01-26T08:40:06.998" v="5294" actId="20577"/>
          <ac:spMkLst>
            <pc:docMk/>
            <pc:sldMk cId="3549143986" sldId="367"/>
            <ac:spMk id="13" creationId="{46D7DE69-6ACC-A747-2DE3-6B697C82979A}"/>
          </ac:spMkLst>
        </pc:spChg>
        <pc:spChg chg="mod">
          <ac:chgData name="Samaj, Tomas" userId="24ba87dd-e0d6-46e4-b32b-c6bf33e42df2" providerId="ADAL" clId="{7B1B8F56-5866-4008-9BBB-243D261A6A02}" dt="2026-01-26T08:40:13.854" v="5296" actId="20577"/>
          <ac:spMkLst>
            <pc:docMk/>
            <pc:sldMk cId="3549143986" sldId="367"/>
            <ac:spMk id="14" creationId="{7E1BA1FF-3DDA-86FF-51C2-28E1BA895E8F}"/>
          </ac:spMkLst>
        </pc:spChg>
        <pc:spChg chg="mod">
          <ac:chgData name="Samaj, Tomas" userId="24ba87dd-e0d6-46e4-b32b-c6bf33e42df2" providerId="ADAL" clId="{7B1B8F56-5866-4008-9BBB-243D261A6A02}" dt="2026-01-26T08:40:16.467" v="5297" actId="20577"/>
          <ac:spMkLst>
            <pc:docMk/>
            <pc:sldMk cId="3549143986" sldId="367"/>
            <ac:spMk id="15" creationId="{784F1919-B71C-BCD1-1E35-A773EBAA13EA}"/>
          </ac:spMkLst>
        </pc:spChg>
        <pc:spChg chg="mod">
          <ac:chgData name="Samaj, Tomas" userId="24ba87dd-e0d6-46e4-b32b-c6bf33e42df2" providerId="ADAL" clId="{7B1B8F56-5866-4008-9BBB-243D261A6A02}" dt="2026-01-26T08:40:19.584" v="5298" actId="20577"/>
          <ac:spMkLst>
            <pc:docMk/>
            <pc:sldMk cId="3549143986" sldId="367"/>
            <ac:spMk id="16" creationId="{A50F554E-B773-D648-E4D7-FF6F2815E7B0}"/>
          </ac:spMkLst>
        </pc:spChg>
      </pc:sldChg>
      <pc:sldChg chg="addSp modSp add mod">
        <pc:chgData name="Samaj, Tomas" userId="24ba87dd-e0d6-46e4-b32b-c6bf33e42df2" providerId="ADAL" clId="{7B1B8F56-5866-4008-9BBB-243D261A6A02}" dt="2026-01-26T08:38:05.800" v="5287" actId="20577"/>
        <pc:sldMkLst>
          <pc:docMk/>
          <pc:sldMk cId="814738749" sldId="368"/>
        </pc:sldMkLst>
        <pc:spChg chg="add mod">
          <ac:chgData name="Samaj, Tomas" userId="24ba87dd-e0d6-46e4-b32b-c6bf33e42df2" providerId="ADAL" clId="{7B1B8F56-5866-4008-9BBB-243D261A6A02}" dt="2026-01-25T22:00:23.199" v="5228" actId="20577"/>
          <ac:spMkLst>
            <pc:docMk/>
            <pc:sldMk cId="814738749" sldId="368"/>
            <ac:spMk id="3" creationId="{91774C39-32B7-7CE8-515C-16F9BC3F726A}"/>
          </ac:spMkLst>
        </pc:spChg>
        <pc:spChg chg="mod">
          <ac:chgData name="Samaj, Tomas" userId="24ba87dd-e0d6-46e4-b32b-c6bf33e42df2" providerId="ADAL" clId="{7B1B8F56-5866-4008-9BBB-243D261A6A02}" dt="2026-01-25T09:04:22.765" v="5081" actId="20577"/>
          <ac:spMkLst>
            <pc:docMk/>
            <pc:sldMk cId="814738749" sldId="368"/>
            <ac:spMk id="4" creationId="{797ACF7E-470C-2E6F-9EE2-8DC9C4E6334F}"/>
          </ac:spMkLst>
        </pc:spChg>
        <pc:spChg chg="mod">
          <ac:chgData name="Samaj, Tomas" userId="24ba87dd-e0d6-46e4-b32b-c6bf33e42df2" providerId="ADAL" clId="{7B1B8F56-5866-4008-9BBB-243D261A6A02}" dt="2026-01-26T08:38:05.800" v="5287" actId="20577"/>
          <ac:spMkLst>
            <pc:docMk/>
            <pc:sldMk cId="814738749" sldId="368"/>
            <ac:spMk id="5" creationId="{A204ED56-765D-9DE7-51B8-533150B2BD60}"/>
          </ac:spMkLst>
        </pc:spChg>
      </pc:sldChg>
    </pc:docChg>
  </pc:docChgLst>
  <pc:docChgLst>
    <pc:chgData name="Tallos, Farkas Pal" userId="86c36b7f-01a8-446e-ba97-4074199c5aa5" providerId="ADAL" clId="{AC718F3F-4AF9-5DC4-BCC8-87FB61EEB03E}"/>
    <pc:docChg chg="modSld">
      <pc:chgData name="Tallos, Farkas Pal" userId="86c36b7f-01a8-446e-ba97-4074199c5aa5" providerId="ADAL" clId="{AC718F3F-4AF9-5DC4-BCC8-87FB61EEB03E}" dt="2026-01-26T09:57:21.262" v="0" actId="113"/>
      <pc:docMkLst>
        <pc:docMk/>
      </pc:docMkLst>
      <pc:sldChg chg="modSp mod">
        <pc:chgData name="Tallos, Farkas Pal" userId="86c36b7f-01a8-446e-ba97-4074199c5aa5" providerId="ADAL" clId="{AC718F3F-4AF9-5DC4-BCC8-87FB61EEB03E}" dt="2026-01-26T09:57:21.262" v="0" actId="113"/>
        <pc:sldMkLst>
          <pc:docMk/>
          <pc:sldMk cId="4234311415" sldId="361"/>
        </pc:sldMkLst>
        <pc:spChg chg="mod">
          <ac:chgData name="Tallos, Farkas Pal" userId="86c36b7f-01a8-446e-ba97-4074199c5aa5" providerId="ADAL" clId="{AC718F3F-4AF9-5DC4-BCC8-87FB61EEB03E}" dt="2026-01-26T09:57:21.262" v="0" actId="113"/>
          <ac:spMkLst>
            <pc:docMk/>
            <pc:sldMk cId="4234311415" sldId="361"/>
            <ac:spMk id="4" creationId="{987702C2-2017-27E8-597E-68D7C26DC5CC}"/>
          </ac:spMkLst>
        </pc:spChg>
      </pc:sldChg>
    </pc:docChg>
  </pc:docChgLst>
  <pc:docChgLst>
    <pc:chgData name="Iepure, Giulio-Robert" userId="67277953-3767-40ff-8a1a-02d47f4f8f7f" providerId="ADAL" clId="{059C56E9-D8A9-5C3D-A13C-05BE381C40C2}"/>
    <pc:docChg chg="undo custSel addSld delSld modSld sldOrd">
      <pc:chgData name="Iepure, Giulio-Robert" userId="67277953-3767-40ff-8a1a-02d47f4f8f7f" providerId="ADAL" clId="{059C56E9-D8A9-5C3D-A13C-05BE381C40C2}" dt="2026-01-25T14:20:26.773" v="1768" actId="20577"/>
      <pc:docMkLst>
        <pc:docMk/>
      </pc:docMkLst>
      <pc:sldChg chg="addSp delSp modSp mod">
        <pc:chgData name="Iepure, Giulio-Robert" userId="67277953-3767-40ff-8a1a-02d47f4f8f7f" providerId="ADAL" clId="{059C56E9-D8A9-5C3D-A13C-05BE381C40C2}" dt="2026-01-25T14:20:26.773" v="1768" actId="20577"/>
        <pc:sldMkLst>
          <pc:docMk/>
          <pc:sldMk cId="3015743613" sldId="359"/>
        </pc:sldMkLst>
        <pc:spChg chg="add mod">
          <ac:chgData name="Iepure, Giulio-Robert" userId="67277953-3767-40ff-8a1a-02d47f4f8f7f" providerId="ADAL" clId="{059C56E9-D8A9-5C3D-A13C-05BE381C40C2}" dt="2026-01-25T14:20:26.773" v="1768" actId="20577"/>
          <ac:spMkLst>
            <pc:docMk/>
            <pc:sldMk cId="3015743613" sldId="359"/>
            <ac:spMk id="3" creationId="{56E21450-DF4A-128D-1D69-A696A7FE9C29}"/>
          </ac:spMkLst>
        </pc:spChg>
        <pc:spChg chg="mod">
          <ac:chgData name="Iepure, Giulio-Robert" userId="67277953-3767-40ff-8a1a-02d47f4f8f7f" providerId="ADAL" clId="{059C56E9-D8A9-5C3D-A13C-05BE381C40C2}" dt="2026-01-25T13:39:02.681" v="1740" actId="20577"/>
          <ac:spMkLst>
            <pc:docMk/>
            <pc:sldMk cId="3015743613" sldId="359"/>
            <ac:spMk id="5" creationId="{94FD0CCE-EFF1-D5C7-1386-E9CEB79F3202}"/>
          </ac:spMkLst>
        </pc:spChg>
      </pc:sldChg>
      <pc:sldChg chg="addSp delSp modSp add mod">
        <pc:chgData name="Iepure, Giulio-Robert" userId="67277953-3767-40ff-8a1a-02d47f4f8f7f" providerId="ADAL" clId="{059C56E9-D8A9-5C3D-A13C-05BE381C40C2}" dt="2026-01-25T13:02:06.023" v="1652" actId="20577"/>
        <pc:sldMkLst>
          <pc:docMk/>
          <pc:sldMk cId="3549143986" sldId="367"/>
        </pc:sldMkLst>
        <pc:spChg chg="mod">
          <ac:chgData name="Iepure, Giulio-Robert" userId="67277953-3767-40ff-8a1a-02d47f4f8f7f" providerId="ADAL" clId="{059C56E9-D8A9-5C3D-A13C-05BE381C40C2}" dt="2026-01-25T12:39:09.277" v="1347" actId="20577"/>
          <ac:spMkLst>
            <pc:docMk/>
            <pc:sldMk cId="3549143986" sldId="367"/>
            <ac:spMk id="3" creationId="{54D65D59-9CE3-4732-E452-5A1FB947F632}"/>
          </ac:spMkLst>
        </pc:spChg>
        <pc:spChg chg="mod">
          <ac:chgData name="Iepure, Giulio-Robert" userId="67277953-3767-40ff-8a1a-02d47f4f8f7f" providerId="ADAL" clId="{059C56E9-D8A9-5C3D-A13C-05BE381C40C2}" dt="2026-01-25T12:54:11.002" v="1599" actId="20577"/>
          <ac:spMkLst>
            <pc:docMk/>
            <pc:sldMk cId="3549143986" sldId="367"/>
            <ac:spMk id="5" creationId="{6B72182A-8DD0-1170-4331-79C6322FB70B}"/>
          </ac:spMkLst>
        </pc:spChg>
        <pc:spChg chg="add mod">
          <ac:chgData name="Iepure, Giulio-Robert" userId="67277953-3767-40ff-8a1a-02d47f4f8f7f" providerId="ADAL" clId="{059C56E9-D8A9-5C3D-A13C-05BE381C40C2}" dt="2026-01-25T12:27:06.634" v="1097" actId="1076"/>
          <ac:spMkLst>
            <pc:docMk/>
            <pc:sldMk cId="3549143986" sldId="367"/>
            <ac:spMk id="6" creationId="{77E25979-EE95-759A-E67A-87964C5C3F48}"/>
          </ac:spMkLst>
        </pc:spChg>
        <pc:spChg chg="add del mod">
          <ac:chgData name="Iepure, Giulio-Robert" userId="67277953-3767-40ff-8a1a-02d47f4f8f7f" providerId="ADAL" clId="{059C56E9-D8A9-5C3D-A13C-05BE381C40C2}" dt="2026-01-25T12:26:19.279" v="1088"/>
          <ac:spMkLst>
            <pc:docMk/>
            <pc:sldMk cId="3549143986" sldId="367"/>
            <ac:spMk id="7" creationId="{B24FB90E-0C2A-79EA-2AE6-8F3C3EF27E1F}"/>
          </ac:spMkLst>
        </pc:spChg>
        <pc:spChg chg="add del mod">
          <ac:chgData name="Iepure, Giulio-Robert" userId="67277953-3767-40ff-8a1a-02d47f4f8f7f" providerId="ADAL" clId="{059C56E9-D8A9-5C3D-A13C-05BE381C40C2}" dt="2026-01-25T12:30:37.427" v="1134"/>
          <ac:spMkLst>
            <pc:docMk/>
            <pc:sldMk cId="3549143986" sldId="367"/>
            <ac:spMk id="8" creationId="{60081670-F54C-2EBD-E883-149381A64995}"/>
          </ac:spMkLst>
        </pc:spChg>
        <pc:spChg chg="add mod">
          <ac:chgData name="Iepure, Giulio-Robert" userId="67277953-3767-40ff-8a1a-02d47f4f8f7f" providerId="ADAL" clId="{059C56E9-D8A9-5C3D-A13C-05BE381C40C2}" dt="2026-01-25T12:33:27.496" v="1185" actId="21"/>
          <ac:spMkLst>
            <pc:docMk/>
            <pc:sldMk cId="3549143986" sldId="367"/>
            <ac:spMk id="9" creationId="{1CC45173-BED7-4B45-3BD5-0CF0AD4D5AE7}"/>
          </ac:spMkLst>
        </pc:spChg>
        <pc:spChg chg="add del mod">
          <ac:chgData name="Iepure, Giulio-Robert" userId="67277953-3767-40ff-8a1a-02d47f4f8f7f" providerId="ADAL" clId="{059C56E9-D8A9-5C3D-A13C-05BE381C40C2}" dt="2026-01-25T12:32:49.533" v="1171"/>
          <ac:spMkLst>
            <pc:docMk/>
            <pc:sldMk cId="3549143986" sldId="367"/>
            <ac:spMk id="10" creationId="{D9A497B8-C086-0F85-76FC-FF8C8F374851}"/>
          </ac:spMkLst>
        </pc:spChg>
        <pc:spChg chg="add mod">
          <ac:chgData name="Iepure, Giulio-Robert" userId="67277953-3767-40ff-8a1a-02d47f4f8f7f" providerId="ADAL" clId="{059C56E9-D8A9-5C3D-A13C-05BE381C40C2}" dt="2026-01-25T12:37:21.803" v="1215" actId="20577"/>
          <ac:spMkLst>
            <pc:docMk/>
            <pc:sldMk cId="3549143986" sldId="367"/>
            <ac:spMk id="11" creationId="{6A5707F1-2979-8067-0A76-B8CFB708ED7F}"/>
          </ac:spMkLst>
        </pc:spChg>
        <pc:spChg chg="add mod">
          <ac:chgData name="Iepure, Giulio-Robert" userId="67277953-3767-40ff-8a1a-02d47f4f8f7f" providerId="ADAL" clId="{059C56E9-D8A9-5C3D-A13C-05BE381C40C2}" dt="2026-01-25T12:37:04.052" v="1212" actId="20577"/>
          <ac:spMkLst>
            <pc:docMk/>
            <pc:sldMk cId="3549143986" sldId="367"/>
            <ac:spMk id="12" creationId="{CEA69CD3-D998-41AC-DAC3-2BAD48A977F4}"/>
          </ac:spMkLst>
        </pc:spChg>
        <pc:spChg chg="add mod">
          <ac:chgData name="Iepure, Giulio-Robert" userId="67277953-3767-40ff-8a1a-02d47f4f8f7f" providerId="ADAL" clId="{059C56E9-D8A9-5C3D-A13C-05BE381C40C2}" dt="2026-01-25T13:01:38.295" v="1637" actId="14100"/>
          <ac:spMkLst>
            <pc:docMk/>
            <pc:sldMk cId="3549143986" sldId="367"/>
            <ac:spMk id="13" creationId="{46D7DE69-6ACC-A747-2DE3-6B697C82979A}"/>
          </ac:spMkLst>
        </pc:spChg>
        <pc:spChg chg="add mod">
          <ac:chgData name="Iepure, Giulio-Robert" userId="67277953-3767-40ff-8a1a-02d47f4f8f7f" providerId="ADAL" clId="{059C56E9-D8A9-5C3D-A13C-05BE381C40C2}" dt="2026-01-25T12:37:12.557" v="1213" actId="20577"/>
          <ac:spMkLst>
            <pc:docMk/>
            <pc:sldMk cId="3549143986" sldId="367"/>
            <ac:spMk id="14" creationId="{7E1BA1FF-3DDA-86FF-51C2-28E1BA895E8F}"/>
          </ac:spMkLst>
        </pc:spChg>
        <pc:spChg chg="add mod">
          <ac:chgData name="Iepure, Giulio-Robert" userId="67277953-3767-40ff-8a1a-02d47f4f8f7f" providerId="ADAL" clId="{059C56E9-D8A9-5C3D-A13C-05BE381C40C2}" dt="2026-01-25T13:02:06.023" v="1652" actId="20577"/>
          <ac:spMkLst>
            <pc:docMk/>
            <pc:sldMk cId="3549143986" sldId="367"/>
            <ac:spMk id="15" creationId="{784F1919-B71C-BCD1-1E35-A773EBAA13EA}"/>
          </ac:spMkLst>
        </pc:spChg>
        <pc:spChg chg="add mod">
          <ac:chgData name="Iepure, Giulio-Robert" userId="67277953-3767-40ff-8a1a-02d47f4f8f7f" providerId="ADAL" clId="{059C56E9-D8A9-5C3D-A13C-05BE381C40C2}" dt="2026-01-25T12:36:36.553" v="1210" actId="1076"/>
          <ac:spMkLst>
            <pc:docMk/>
            <pc:sldMk cId="3549143986" sldId="367"/>
            <ac:spMk id="16" creationId="{A50F554E-B773-D648-E4D7-FF6F2815E7B0}"/>
          </ac:spMkLst>
        </pc:spChg>
      </pc:sldChg>
      <pc:sldChg chg="modSp mod">
        <pc:chgData name="Iepure, Giulio-Robert" userId="67277953-3767-40ff-8a1a-02d47f4f8f7f" providerId="ADAL" clId="{059C56E9-D8A9-5C3D-A13C-05BE381C40C2}" dt="2026-01-25T13:44:58.507" v="1759" actId="1076"/>
        <pc:sldMkLst>
          <pc:docMk/>
          <pc:sldMk cId="814738749" sldId="368"/>
        </pc:sldMkLst>
        <pc:spChg chg="mod">
          <ac:chgData name="Iepure, Giulio-Robert" userId="67277953-3767-40ff-8a1a-02d47f4f8f7f" providerId="ADAL" clId="{059C56E9-D8A9-5C3D-A13C-05BE381C40C2}" dt="2026-01-25T13:36:06.189" v="1739" actId="20577"/>
          <ac:spMkLst>
            <pc:docMk/>
            <pc:sldMk cId="814738749" sldId="368"/>
            <ac:spMk id="3" creationId="{91774C39-32B7-7CE8-515C-16F9BC3F726A}"/>
          </ac:spMkLst>
        </pc:spChg>
        <pc:spChg chg="mod">
          <ac:chgData name="Iepure, Giulio-Robert" userId="67277953-3767-40ff-8a1a-02d47f4f8f7f" providerId="ADAL" clId="{059C56E9-D8A9-5C3D-A13C-05BE381C40C2}" dt="2026-01-25T13:44:58.507" v="1759" actId="1076"/>
          <ac:spMkLst>
            <pc:docMk/>
            <pc:sldMk cId="814738749" sldId="368"/>
            <ac:spMk id="5" creationId="{A204ED56-765D-9DE7-51B8-533150B2BD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96DC88-90A2-4C9C-9402-4663D4C02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9EC8A-50EC-45A3-B810-5AE96CB729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AA3E-9629-40AD-8C92-953C091CF8B3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226B3-7CD0-4D50-9EDC-E5E05803F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98AEF-1BC2-4BE3-80F7-CABE69E8AB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248504-D590-417E-951D-5AF89501B3D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0752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D1F3C-C481-4FCB-8E73-2F7BF5DD3209}" type="datetimeFigureOut">
              <a:rPr lang="hu-HU" smtClean="0"/>
              <a:t>2026. 01. 26.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3B1D7-79F0-40D6-A314-F8CC7725E1A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416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Tags: divider, simple, no image, left aligned header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59AF6D-BA0E-4594-94DB-478664329D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10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BA5DDF-BCB5-2B7B-80A6-0D52FD483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FE37018A-AF76-8EE3-3461-92E51817ED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5C943114-4BE0-209B-DF62-4DDCED7EF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0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FC61E22-3DBA-CF89-A5B4-3C957C3A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F63784B5-FE64-852E-23F1-F95C985BAE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40E26368-D273-4AB6-608C-9DA8B6F7E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84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CC29608-4C5B-8374-3385-DF416AA2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4B1686F5-C333-8811-0B05-AEC41887F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E0908893-B796-F2FF-F43F-FAB528969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95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2C1B5F1-28E9-8DB1-6566-C1C3E5585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E0329E51-5098-3B18-9C9D-570468AC0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8D13BD33-3CD3-112B-CB00-EC3AF8E93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57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16E8E97-EA46-2836-970D-6D1EAD78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1c642cfc8_0_10:notes">
            <a:extLst>
              <a:ext uri="{FF2B5EF4-FFF2-40B4-BE49-F238E27FC236}">
                <a16:creationId xmlns:a16="http://schemas.microsoft.com/office/drawing/2014/main" id="{6018812A-A3A3-ED0C-68E6-9EBB1893CB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g2a1c642cfc8_0_10:notes">
            <a:extLst>
              <a:ext uri="{FF2B5EF4-FFF2-40B4-BE49-F238E27FC236}">
                <a16:creationId xmlns:a16="http://schemas.microsoft.com/office/drawing/2014/main" id="{3BA8E844-5C9A-E99F-9420-4199DEA90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84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23B74371-5564-D655-4ADD-5CE55ABBA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944fc367_0_4:notes">
            <a:extLst>
              <a:ext uri="{FF2B5EF4-FFF2-40B4-BE49-F238E27FC236}">
                <a16:creationId xmlns:a16="http://schemas.microsoft.com/office/drawing/2014/main" id="{719043E1-7B7A-50CC-E973-4BAFB5474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8" name="Google Shape;348;g2cb944fc367_0_4:notes">
            <a:extLst>
              <a:ext uri="{FF2B5EF4-FFF2-40B4-BE49-F238E27FC236}">
                <a16:creationId xmlns:a16="http://schemas.microsoft.com/office/drawing/2014/main" id="{D8D21498-809B-F3A3-2A31-0445394E77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5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4;p28">
            <a:extLst>
              <a:ext uri="{FF2B5EF4-FFF2-40B4-BE49-F238E27FC236}">
                <a16:creationId xmlns:a16="http://schemas.microsoft.com/office/drawing/2014/main" id="{51D23840-E17D-FD8C-3E5E-D0FC70B42E21}"/>
              </a:ext>
            </a:extLst>
          </p:cNvPr>
          <p:cNvSpPr txBox="1"/>
          <p:nvPr userDrawn="1"/>
        </p:nvSpPr>
        <p:spPr>
          <a:xfrm>
            <a:off x="10858050" y="0"/>
            <a:ext cx="16539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de"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ISK </a:t>
            </a:r>
            <a:r>
              <a:rPr lang="de"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Wien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 für strategische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de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Kapitalmarktforschung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469E9-8D72-95C8-1FDD-1EDB72DC98F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322702" y="96277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zövegdoboz 8">
            <a:extLst>
              <a:ext uri="{FF2B5EF4-FFF2-40B4-BE49-F238E27FC236}">
                <a16:creationId xmlns:a16="http://schemas.microsoft.com/office/drawing/2014/main" id="{460B4F66-13A1-4B13-BA18-A9C50AD9585F}"/>
              </a:ext>
            </a:extLst>
          </p:cNvPr>
          <p:cNvSpPr txBox="1"/>
          <p:nvPr userDrawn="1"/>
        </p:nvSpPr>
        <p:spPr>
          <a:xfrm>
            <a:off x="11422380" y="6517910"/>
            <a:ext cx="6172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3C193CD2-EB5E-4946-8C5C-F7B26690B716}" type="slidenum">
              <a:rPr lang="hu-HU" sz="1200" b="1" smtClean="0">
                <a:solidFill>
                  <a:schemeClr val="bg1">
                    <a:lumMod val="65000"/>
                  </a:schemeClr>
                </a:solidFill>
                <a:latin typeface="+mj-lt"/>
              </a:rPr>
              <a:pPr algn="r"/>
              <a:t>‹#›</a:t>
            </a:fld>
            <a:endParaRPr lang="hu-HU" sz="1200" b="1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  <p:sp>
        <p:nvSpPr>
          <p:cNvPr id="18" name="Szöveg helye 2">
            <a:extLst>
              <a:ext uri="{FF2B5EF4-FFF2-40B4-BE49-F238E27FC236}">
                <a16:creationId xmlns:a16="http://schemas.microsoft.com/office/drawing/2014/main" id="{7A2B6DAA-3D2E-4851-803C-B1FAE19AE4B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26814" y="96277"/>
            <a:ext cx="11295566" cy="441417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lang="en-GB" sz="1800"/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</a:pPr>
            <a:r>
              <a:rPr lang="en-GB"/>
              <a:t>Action title</a:t>
            </a:r>
          </a:p>
        </p:txBody>
      </p:sp>
      <p:pic>
        <p:nvPicPr>
          <p:cNvPr id="3" name="Google Shape;125;p2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10648F3-FB8E-D9F3-3FE7-7042347B3A9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575968" y="109204"/>
            <a:ext cx="540000" cy="415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5244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/>
            </a:lvl1pPr>
            <a:lvl2pPr marL="0" lvl="1" indent="0" algn="r">
              <a:spcBef>
                <a:spcPts val="0"/>
              </a:spcBef>
              <a:buNone/>
              <a:defRPr sz="1400" b="1"/>
            </a:lvl2pPr>
            <a:lvl3pPr marL="0" lvl="2" indent="0" algn="r">
              <a:spcBef>
                <a:spcPts val="0"/>
              </a:spcBef>
              <a:buNone/>
              <a:defRPr sz="1400" b="1"/>
            </a:lvl3pPr>
            <a:lvl4pPr marL="0" lvl="3" indent="0" algn="r">
              <a:spcBef>
                <a:spcPts val="0"/>
              </a:spcBef>
              <a:buNone/>
              <a:defRPr sz="1400" b="1"/>
            </a:lvl4pPr>
            <a:lvl5pPr marL="0" lvl="4" indent="0" algn="r">
              <a:spcBef>
                <a:spcPts val="0"/>
              </a:spcBef>
              <a:buNone/>
              <a:defRPr sz="1400" b="1"/>
            </a:lvl5pPr>
            <a:lvl6pPr marL="0" lvl="5" indent="0" algn="r">
              <a:spcBef>
                <a:spcPts val="0"/>
              </a:spcBef>
              <a:buNone/>
              <a:defRPr sz="1400" b="1"/>
            </a:lvl6pPr>
            <a:lvl7pPr marL="0" lvl="6" indent="0" algn="r">
              <a:spcBef>
                <a:spcPts val="0"/>
              </a:spcBef>
              <a:buNone/>
              <a:defRPr sz="1400" b="1"/>
            </a:lvl7pPr>
            <a:lvl8pPr marL="0" lvl="7" indent="0" algn="r">
              <a:spcBef>
                <a:spcPts val="0"/>
              </a:spcBef>
              <a:buNone/>
              <a:defRPr sz="1400" b="1"/>
            </a:lvl8pPr>
            <a:lvl9pPr marL="0" lvl="8" indent="0" algn="r">
              <a:spcBef>
                <a:spcPts val="0"/>
              </a:spcBef>
              <a:buNone/>
              <a:defRPr sz="1400"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A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Breadcrumb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b="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D545910-EC58-4E59-AC9B-9F096DAB35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65220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4" r:id="rId2"/>
    <p:sldLayoutId id="2147483665" r:id="rId3"/>
    <p:sldLayoutId id="214748366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triangular shape&#10;&#10;AI-generated content may be incorrect.">
            <a:extLst>
              <a:ext uri="{FF2B5EF4-FFF2-40B4-BE49-F238E27FC236}">
                <a16:creationId xmlns:a16="http://schemas.microsoft.com/office/drawing/2014/main" id="{DBD9CD5C-D8DF-5A5F-6665-5D3EB1AB0F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lowchart: Manual Operation 4">
            <a:extLst>
              <a:ext uri="{FF2B5EF4-FFF2-40B4-BE49-F238E27FC236}">
                <a16:creationId xmlns:a16="http://schemas.microsoft.com/office/drawing/2014/main" id="{AD92602E-37E8-2B87-7318-C55F83EC64B3}"/>
              </a:ext>
            </a:extLst>
          </p:cNvPr>
          <p:cNvSpPr/>
          <p:nvPr/>
        </p:nvSpPr>
        <p:spPr>
          <a:xfrm rot="11297026">
            <a:off x="-2137957" y="-537424"/>
            <a:ext cx="877604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lowchart: Manual Operation 5">
            <a:extLst>
              <a:ext uri="{FF2B5EF4-FFF2-40B4-BE49-F238E27FC236}">
                <a16:creationId xmlns:a16="http://schemas.microsoft.com/office/drawing/2014/main" id="{491F0452-A849-34DC-C8AF-08FDA1459794}"/>
              </a:ext>
            </a:extLst>
          </p:cNvPr>
          <p:cNvSpPr/>
          <p:nvPr/>
        </p:nvSpPr>
        <p:spPr>
          <a:xfrm rot="9995555">
            <a:off x="-1675859" y="-581934"/>
            <a:ext cx="8349401" cy="4300617"/>
          </a:xfrm>
          <a:prstGeom prst="flowChartManualOperation">
            <a:avLst/>
          </a:prstGeom>
          <a:solidFill>
            <a:srgbClr val="0A2B65">
              <a:alpha val="51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83BC8-33B0-80E3-64CC-B5C4B4902DAF}"/>
              </a:ext>
            </a:extLst>
          </p:cNvPr>
          <p:cNvSpPr txBox="1"/>
          <p:nvPr/>
        </p:nvSpPr>
        <p:spPr>
          <a:xfrm>
            <a:off x="268201" y="639599"/>
            <a:ext cx="519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ZZ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ILab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cs-CZ" sz="3200" b="1" noProof="0" err="1">
                <a:solidFill>
                  <a:schemeClr val="bg1">
                    <a:lumMod val="95000"/>
                  </a:schemeClr>
                </a:solidFill>
              </a:rPr>
              <a:t>Presentation</a:t>
            </a:r>
            <a:r>
              <a:rPr lang="cs-CZ" sz="3200" b="1" noProof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en-US" sz="3200" b="1" noProof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397B07-A739-A37D-09CD-A8561FBB4B96}"/>
              </a:ext>
            </a:extLst>
          </p:cNvPr>
          <p:cNvSpPr/>
          <p:nvPr/>
        </p:nvSpPr>
        <p:spPr>
          <a:xfrm>
            <a:off x="1263141" y="2024972"/>
            <a:ext cx="3204761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Giulio</a:t>
            </a:r>
            <a:r>
              <a:rPr lang="cs-CZ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cs-CZ" sz="1600" b="0" i="1" u="none" strike="noStrike" cap="none" noProof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Iepure</a:t>
            </a:r>
            <a:r>
              <a:rPr lang="en-US" sz="1600" b="0" i="1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Caterina Piacentini, Farkas Tallos, Tomas Samaj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B0A37E-7A11-EECA-1CD9-E4DD56413B52}"/>
              </a:ext>
            </a:extLst>
          </p:cNvPr>
          <p:cNvSpPr/>
          <p:nvPr/>
        </p:nvSpPr>
        <p:spPr>
          <a:xfrm>
            <a:off x="268201" y="1319565"/>
            <a:ext cx="5194642" cy="5767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cs-CZ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26</a:t>
            </a:r>
            <a:r>
              <a:rPr lang="en-US" sz="3200" noProof="0">
                <a:solidFill>
                  <a:schemeClr val="bg1">
                    <a:lumMod val="95000"/>
                  </a:schemeClr>
                </a:solidFill>
                <a:sym typeface="Calibri"/>
              </a:rPr>
              <a:t>.01.2026</a:t>
            </a:r>
          </a:p>
        </p:txBody>
      </p:sp>
    </p:spTree>
    <p:extLst>
      <p:ext uri="{BB962C8B-B14F-4D97-AF65-F5344CB8AC3E}">
        <p14:creationId xmlns:p14="http://schemas.microsoft.com/office/powerpoint/2010/main" val="34436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4785FDF-B953-4139-AB2D-2973F144F9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4785FDF-B953-4139-AB2D-2973F144F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F8651E3-1C12-42EF-900E-7FD32E26282C}"/>
              </a:ext>
            </a:extLst>
          </p:cNvPr>
          <p:cNvSpPr/>
          <p:nvPr/>
        </p:nvSpPr>
        <p:spPr>
          <a:xfrm>
            <a:off x="169682" y="197962"/>
            <a:ext cx="4551174" cy="65233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3E941A6-7602-4A3E-A028-A0A8E6585B12}"/>
              </a:ext>
            </a:extLst>
          </p:cNvPr>
          <p:cNvSpPr txBox="1">
            <a:spLocks/>
          </p:cNvSpPr>
          <p:nvPr/>
        </p:nvSpPr>
        <p:spPr>
          <a:xfrm>
            <a:off x="495593" y="2069466"/>
            <a:ext cx="2598481" cy="623396"/>
          </a:xfrm>
          <a:prstGeom prst="rect">
            <a:avLst/>
          </a:prstGeom>
        </p:spPr>
        <p:txBody>
          <a:bodyPr lIns="0" tIns="0" rIns="0" bIns="0" anchor="t"/>
          <a:lstStyle>
            <a:lvl1pPr algn="l" defTabSz="121917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j-ea"/>
                <a:cs typeface="+mj-cs"/>
              </a:rPr>
              <a:t>Agenda</a:t>
            </a: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+mj-ea"/>
              <a:cs typeface="+mj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C169E0-D508-479B-A3AF-2B717F90543D}"/>
              </a:ext>
            </a:extLst>
          </p:cNvPr>
          <p:cNvSpPr/>
          <p:nvPr/>
        </p:nvSpPr>
        <p:spPr>
          <a:xfrm>
            <a:off x="612740" y="1880365"/>
            <a:ext cx="763573" cy="7098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486F66-9B67-3CCF-87DE-43D9A0F7B322}"/>
              </a:ext>
            </a:extLst>
          </p:cNvPr>
          <p:cNvGrpSpPr/>
          <p:nvPr/>
        </p:nvGrpSpPr>
        <p:grpSpPr>
          <a:xfrm>
            <a:off x="5163913" y="1871614"/>
            <a:ext cx="6415347" cy="3114771"/>
            <a:chOff x="5163914" y="1574437"/>
            <a:chExt cx="6415347" cy="3114771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C6BDF50-7426-183A-1915-694FAF6C2B0A}"/>
                </a:ext>
              </a:extLst>
            </p:cNvPr>
            <p:cNvSpPr/>
            <p:nvPr/>
          </p:nvSpPr>
          <p:spPr>
            <a:xfrm>
              <a:off x="5163914" y="1574437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1155EB4-0991-16FF-630B-8600093CB589}"/>
                </a:ext>
              </a:extLst>
            </p:cNvPr>
            <p:cNvSpPr/>
            <p:nvPr/>
          </p:nvSpPr>
          <p:spPr>
            <a:xfrm>
              <a:off x="5163914" y="2429814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07FB2F-E780-7DC7-9AA2-DD190F8DE8CF}"/>
                </a:ext>
              </a:extLst>
            </p:cNvPr>
            <p:cNvSpPr/>
            <p:nvPr/>
          </p:nvSpPr>
          <p:spPr>
            <a:xfrm>
              <a:off x="6276434" y="1628049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cs-CZ" err="1">
                  <a:solidFill>
                    <a:schemeClr val="tx1"/>
                  </a:solidFill>
                </a:rPr>
                <a:t>Factor</a:t>
              </a:r>
              <a:r>
                <a:rPr lang="cs-CZ">
                  <a:solidFill>
                    <a:schemeClr val="tx1"/>
                  </a:solidFill>
                </a:rPr>
                <a:t> </a:t>
              </a:r>
              <a:r>
                <a:rPr lang="cs-CZ" err="1">
                  <a:solidFill>
                    <a:schemeClr val="tx1"/>
                  </a:solidFill>
                </a:rPr>
                <a:t>Replication</a:t>
              </a:r>
              <a:r>
                <a:rPr lang="cs-CZ">
                  <a:solidFill>
                    <a:schemeClr val="tx1"/>
                  </a:solidFill>
                </a:rPr>
                <a:t> </a:t>
              </a:r>
              <a:r>
                <a:rPr lang="cs-CZ" err="1">
                  <a:solidFill>
                    <a:schemeClr val="tx1"/>
                  </a:solidFill>
                </a:rPr>
                <a:t>From</a:t>
              </a:r>
              <a:r>
                <a:rPr lang="cs-CZ">
                  <a:solidFill>
                    <a:schemeClr val="tx1"/>
                  </a:solidFill>
                </a:rPr>
                <a:t> Single </a:t>
              </a:r>
              <a:r>
                <a:rPr lang="cs-CZ" err="1">
                  <a:solidFill>
                    <a:schemeClr val="tx1"/>
                  </a:solidFill>
                </a:rPr>
                <a:t>Stocks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70E8AE1-C503-1217-5863-3C626BE1B311}"/>
                </a:ext>
              </a:extLst>
            </p:cNvPr>
            <p:cNvSpPr/>
            <p:nvPr/>
          </p:nvSpPr>
          <p:spPr>
            <a:xfrm>
              <a:off x="6276434" y="2483426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>
                  <a:solidFill>
                    <a:schemeClr val="tx1"/>
                  </a:solidFill>
                </a:rPr>
                <a:t>Net Positions &amp; Frictions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751F698-5533-8459-909C-EE5E9D1D31E0}"/>
                </a:ext>
              </a:extLst>
            </p:cNvPr>
            <p:cNvSpPr/>
            <p:nvPr/>
          </p:nvSpPr>
          <p:spPr>
            <a:xfrm>
              <a:off x="6276434" y="3338803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hu-HU">
                  <a:solidFill>
                    <a:schemeClr val="tx1"/>
                  </a:solidFill>
                </a:rPr>
                <a:t>Final Presentation Proposal 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F43879-9D51-BC85-DBBC-2EF22D8ECA66}"/>
                </a:ext>
              </a:extLst>
            </p:cNvPr>
            <p:cNvSpPr/>
            <p:nvPr/>
          </p:nvSpPr>
          <p:spPr>
            <a:xfrm>
              <a:off x="6276434" y="4194180"/>
              <a:ext cx="5302826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BBE7119-2E1F-2BFA-8618-FECBA1A79DC2}"/>
                </a:ext>
              </a:extLst>
            </p:cNvPr>
            <p:cNvSpPr/>
            <p:nvPr/>
          </p:nvSpPr>
          <p:spPr>
            <a:xfrm>
              <a:off x="5163914" y="3285191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59A9A9C-C523-7E3A-1D06-79F69686BFF1}"/>
                </a:ext>
              </a:extLst>
            </p:cNvPr>
            <p:cNvSpPr/>
            <p:nvPr/>
          </p:nvSpPr>
          <p:spPr>
            <a:xfrm>
              <a:off x="5163914" y="4140568"/>
              <a:ext cx="557784" cy="548640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2A12E38-066B-265B-A0AC-EB5B9B493A3E}"/>
                </a:ext>
              </a:extLst>
            </p:cNvPr>
            <p:cNvSpPr/>
            <p:nvPr/>
          </p:nvSpPr>
          <p:spPr>
            <a:xfrm>
              <a:off x="5214206" y="1628049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1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AA3A024-B3C7-5DCB-F4B0-D3884AC4FE76}"/>
                </a:ext>
              </a:extLst>
            </p:cNvPr>
            <p:cNvSpPr/>
            <p:nvPr/>
          </p:nvSpPr>
          <p:spPr>
            <a:xfrm>
              <a:off x="5214206" y="2483426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2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C5C5B-EA00-88D9-7FF6-D82E3C246E5C}"/>
                </a:ext>
              </a:extLst>
            </p:cNvPr>
            <p:cNvSpPr/>
            <p:nvPr/>
          </p:nvSpPr>
          <p:spPr>
            <a:xfrm>
              <a:off x="5214206" y="3338803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3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824D5B7-28B6-333A-1603-CDA04BAFA926}"/>
                </a:ext>
              </a:extLst>
            </p:cNvPr>
            <p:cNvSpPr/>
            <p:nvPr/>
          </p:nvSpPr>
          <p:spPr>
            <a:xfrm>
              <a:off x="5214206" y="4186488"/>
              <a:ext cx="457200" cy="44141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>
                  <a:solidFill>
                    <a:schemeClr val="tx1"/>
                  </a:solidFill>
                </a:rPr>
                <a:t>4</a:t>
              </a:r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AEA6DA5-C3E1-46C3-E5C9-933F49EB51CC}"/>
                </a:ext>
              </a:extLst>
            </p:cNvPr>
            <p:cNvCxnSpPr>
              <a:stCxn id="29" idx="4"/>
              <a:endCxn id="30" idx="0"/>
            </p:cNvCxnSpPr>
            <p:nvPr/>
          </p:nvCxnSpPr>
          <p:spPr>
            <a:xfrm>
              <a:off x="5442806" y="2123077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D29329B-C61F-6534-7E1A-FA9C2FCD534D}"/>
                </a:ext>
              </a:extLst>
            </p:cNvPr>
            <p:cNvCxnSpPr>
              <a:cxnSpLocks/>
              <a:stCxn id="30" idx="4"/>
              <a:endCxn id="37" idx="0"/>
            </p:cNvCxnSpPr>
            <p:nvPr/>
          </p:nvCxnSpPr>
          <p:spPr>
            <a:xfrm>
              <a:off x="5442806" y="2978454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0FB6B7E-DADD-F820-B4E7-ED7C1C84A529}"/>
                </a:ext>
              </a:extLst>
            </p:cNvPr>
            <p:cNvCxnSpPr>
              <a:cxnSpLocks/>
              <a:stCxn id="37" idx="4"/>
              <a:endCxn id="39" idx="0"/>
            </p:cNvCxnSpPr>
            <p:nvPr/>
          </p:nvCxnSpPr>
          <p:spPr>
            <a:xfrm>
              <a:off x="5442806" y="3833831"/>
              <a:ext cx="0" cy="30673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A86FFE2-C5A4-D33E-5242-FF5FB6C1E19E}"/>
                </a:ext>
              </a:extLst>
            </p:cNvPr>
            <p:cNvSpPr txBox="1"/>
            <p:nvPr/>
          </p:nvSpPr>
          <p:spPr>
            <a:xfrm>
              <a:off x="6276435" y="4230222"/>
              <a:ext cx="5302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/>
                <a:t>Next Steps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736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D8C98FD4-4A23-6BD6-330D-42FEEE05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DC7B10-0F10-483E-5CF4-6B0F1FF69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From</a:t>
            </a:r>
            <a:r>
              <a:rPr lang="cs-CZ"/>
              <a:t> </a:t>
            </a:r>
            <a:r>
              <a:rPr lang="cs-CZ" err="1"/>
              <a:t>the</a:t>
            </a:r>
            <a:r>
              <a:rPr lang="cs-CZ"/>
              <a:t> Last Meeting…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D12858-B7C2-AF67-C030-33093117CF7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eplication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from</a:t>
            </a:r>
            <a:r>
              <a:rPr lang="cs-CZ" sz="1800" b="1" noProof="0">
                <a:solidFill>
                  <a:schemeClr val="bg1"/>
                </a:solidFill>
              </a:rPr>
              <a:t> single </a:t>
            </a:r>
            <a:r>
              <a:rPr lang="cs-CZ" b="1">
                <a:solidFill>
                  <a:schemeClr val="bg1"/>
                </a:solidFill>
              </a:rPr>
              <a:t>s</a:t>
            </a:r>
            <a:r>
              <a:rPr lang="cs-CZ" sz="1800" b="1" noProof="0" err="1">
                <a:solidFill>
                  <a:schemeClr val="bg1"/>
                </a:solidFill>
              </a:rPr>
              <a:t>tock</a:t>
            </a:r>
            <a:r>
              <a:rPr lang="cs-CZ" sz="1800" b="1" noProof="0">
                <a:solidFill>
                  <a:schemeClr val="bg1"/>
                </a:solidFill>
              </a:rPr>
              <a:t> data – Jan. </a:t>
            </a:r>
            <a:r>
              <a:rPr lang="cs-CZ" b="1">
                <a:solidFill>
                  <a:schemeClr val="bg1"/>
                </a:solidFill>
              </a:rPr>
              <a:t>12th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D49DB383-84DA-FA8A-AD8D-A0013CE3A5DF}"/>
              </a:ext>
            </a:extLst>
          </p:cNvPr>
          <p:cNvSpPr/>
          <p:nvPr/>
        </p:nvSpPr>
        <p:spPr>
          <a:xfrm>
            <a:off x="391887" y="5704936"/>
            <a:ext cx="11258246" cy="7476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/>
              <a:t>We replicated 6 additional factors with moderate success, work and debugging in progress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2FACEE-0BBD-A043-4B44-5F2DC2BFD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71" y="1469015"/>
            <a:ext cx="3108811" cy="2095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E11076-A7A8-A9B0-F53E-D2967A046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490" y="3544578"/>
            <a:ext cx="3108812" cy="2095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8EFA5F-8692-EDD6-3D7B-97DFE41F0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679" y="3564398"/>
            <a:ext cx="3108812" cy="2095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CB22AA-7660-AAD0-92BC-7E41A0A19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88868" y="3609553"/>
            <a:ext cx="3108812" cy="2095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90140D-89FD-2E95-B3B4-73E6D00AC2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7679" y="1479332"/>
            <a:ext cx="3108813" cy="20953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22087A-6BD2-4EB4-9DCD-C8397C7A0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6490" y="1469013"/>
            <a:ext cx="3108813" cy="209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19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482C75-8D85-103C-D487-26BA7A60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E8F437-9B46-1C69-3884-5B2328CFFD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Summary</a:t>
            </a:r>
            <a:endParaRPr lang="de-A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F73C5-6914-9EAA-6BE0-0D624F663426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Factors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Mapped</a:t>
            </a:r>
            <a:r>
              <a:rPr lang="cs-CZ" sz="1800" b="1" noProof="0">
                <a:solidFill>
                  <a:schemeClr val="bg1"/>
                </a:solidFill>
              </a:rPr>
              <a:t> in </a:t>
            </a:r>
            <a:r>
              <a:rPr lang="cs-CZ" sz="1800" b="1" noProof="0" err="1">
                <a:solidFill>
                  <a:schemeClr val="bg1"/>
                </a:solidFill>
              </a:rPr>
              <a:t>Phase</a:t>
            </a:r>
            <a:r>
              <a:rPr lang="cs-CZ" sz="1800" b="1" noProof="0">
                <a:solidFill>
                  <a:schemeClr val="bg1"/>
                </a:solidFill>
              </a:rPr>
              <a:t> 1 and </a:t>
            </a:r>
            <a:r>
              <a:rPr lang="cs-CZ" b="1" err="1">
                <a:solidFill>
                  <a:schemeClr val="bg1"/>
                </a:solidFill>
              </a:rPr>
              <a:t>R</a:t>
            </a:r>
            <a:r>
              <a:rPr lang="cs-CZ" sz="1800" b="1" noProof="0" err="1">
                <a:solidFill>
                  <a:schemeClr val="bg1"/>
                </a:solidFill>
              </a:rPr>
              <a:t>ecent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>
                <a:solidFill>
                  <a:schemeClr val="bg1"/>
                </a:solidFill>
              </a:rPr>
              <a:t>W</a:t>
            </a:r>
            <a:r>
              <a:rPr lang="cs-CZ" sz="1800" b="1" noProof="0" err="1">
                <a:solidFill>
                  <a:schemeClr val="bg1"/>
                </a:solidFill>
              </a:rPr>
              <a:t>ork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638338-22F3-A21A-65F6-48D64F169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968099"/>
              </p:ext>
            </p:extLst>
          </p:nvPr>
        </p:nvGraphicFramePr>
        <p:xfrm>
          <a:off x="5889523" y="1541349"/>
          <a:ext cx="5760610" cy="5089462"/>
        </p:xfrm>
        <a:graphic>
          <a:graphicData uri="http://schemas.openxmlformats.org/drawingml/2006/table">
            <a:tbl>
              <a:tblPr/>
              <a:tblGrid>
                <a:gridCol w="1660582">
                  <a:extLst>
                    <a:ext uri="{9D8B030D-6E8A-4147-A177-3AD203B41FA5}">
                      <a16:colId xmlns:a16="http://schemas.microsoft.com/office/drawing/2014/main" val="4216362986"/>
                    </a:ext>
                  </a:extLst>
                </a:gridCol>
                <a:gridCol w="1029958">
                  <a:extLst>
                    <a:ext uri="{9D8B030D-6E8A-4147-A177-3AD203B41FA5}">
                      <a16:colId xmlns:a16="http://schemas.microsoft.com/office/drawing/2014/main" val="4173941847"/>
                    </a:ext>
                  </a:extLst>
                </a:gridCol>
                <a:gridCol w="1822235">
                  <a:extLst>
                    <a:ext uri="{9D8B030D-6E8A-4147-A177-3AD203B41FA5}">
                      <a16:colId xmlns:a16="http://schemas.microsoft.com/office/drawing/2014/main" val="106067322"/>
                    </a:ext>
                  </a:extLst>
                </a:gridCol>
                <a:gridCol w="1247835">
                  <a:extLst>
                    <a:ext uri="{9D8B030D-6E8A-4147-A177-3AD203B41FA5}">
                      <a16:colId xmlns:a16="http://schemas.microsoft.com/office/drawing/2014/main" val="1988671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Factor Name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Variable Key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Factor Name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Variable Key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525928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Size_SMB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market_equity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Net_Working_Capital_Changes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cowc_gr1a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543716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Book_to_Market_HML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be_me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Cash_Flow_to_Price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ocf_me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97599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Operating_Profitability_RMW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ope_be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Earnings_to_Price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ni_me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36716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Asset_Growth_CMA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at_gr1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Enterprise_Multiple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ebitda_mev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54264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Long_Term_Reversals_LTREV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ret_60_12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Sales_to_Price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sale_me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290315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Residual_Variance_RVAR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ivol_ff3_21d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Growth_in_Inventory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inv_gr1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079636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Quality_Minus_Junk_QMJ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qmj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Sales_Growth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sale_gr1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17382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Low_Beta_BAB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betabab_1260d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Growth_in_Sales_Inventory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dsale_dinv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344447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Amihud_Illiquidity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ami_126d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Abnormal_Investment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capex_abn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21324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Firm_Age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age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CAPX_Growth_Rate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capx_gr1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44881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Nominal_Price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prc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Debt_Issuance_Factor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dbnetis_at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002375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High_Volume_Premium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dolvol_126d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Leverage_Factor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at_be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972565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Gross_Profitability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gp_at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One_Year_Share_Issuance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chcsho_12m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146216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Return_on_Equity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ni_be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Total_External_Financing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netis_at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14287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Return_on_Assets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niq_at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Ohlson_O_Score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802049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Profit_Margin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ebit_sale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Altman_Z_Score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z_score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140785"/>
                  </a:ext>
                </a:extLst>
              </a:tr>
              <a:tr h="335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Change_in_Asset_Turnover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at_turnover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Piotroski_F_Score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f_score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19432"/>
                  </a:ext>
                </a:extLst>
              </a:tr>
              <a:tr h="20366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Accruals_Factor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oaccruals_at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Net_Operating_Assets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00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noa_at</a:t>
                      </a:r>
                      <a:endParaRPr lang="en-US" sz="1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597" marR="49597" marT="33065" marB="330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07604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B8D39A1-D7CC-71D0-06A7-038BDAC23248}"/>
              </a:ext>
            </a:extLst>
          </p:cNvPr>
          <p:cNvSpPr txBox="1"/>
          <p:nvPr/>
        </p:nvSpPr>
        <p:spPr>
          <a:xfrm>
            <a:off x="391886" y="1541349"/>
            <a:ext cx="53599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The JKP (2025)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Phase 1:</a:t>
            </a:r>
            <a:r>
              <a:rPr lang="en-US" sz="1400"/>
              <a:t> Mapped 36 characteristics to the </a:t>
            </a:r>
            <a:r>
              <a:rPr lang="en-US" sz="1400" i="1"/>
              <a:t>Factor Momentum</a:t>
            </a:r>
            <a:r>
              <a:rPr lang="en-US" sz="1400"/>
              <a:t> literature using the </a:t>
            </a:r>
            <a:r>
              <a:rPr lang="en-US" sz="1400" b="1"/>
              <a:t>Jensen, Kelly, and Pedersen (JKP)</a:t>
            </a:r>
            <a:r>
              <a:rPr lang="en-US" sz="1400"/>
              <a:t>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The Breakthrough:</a:t>
            </a:r>
            <a:r>
              <a:rPr lang="en-US" sz="1400"/>
              <a:t> After initial challenges finding suitable code and struggling with replication of other factors than the FF from Tidy Finance, we recently identified the </a:t>
            </a:r>
            <a:r>
              <a:rPr lang="en-US" sz="1400" b="1"/>
              <a:t>official JKP Python replication repository</a:t>
            </a:r>
            <a:r>
              <a:rPr lang="en-US" sz="1400"/>
              <a:t>, released in </a:t>
            </a:r>
            <a:r>
              <a:rPr lang="en-US" sz="1400" b="1"/>
              <a:t>December 2025</a:t>
            </a:r>
            <a:r>
              <a:rPr lang="en-US" sz="1400"/>
              <a:t>.</a:t>
            </a:r>
          </a:p>
          <a:p>
            <a:endParaRPr lang="en-US" sz="1400" b="1"/>
          </a:p>
          <a:p>
            <a:r>
              <a:rPr lang="en-US" sz="1400" b="1"/>
              <a:t>Implementation &amp; Success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Infrastructure:</a:t>
            </a:r>
            <a:r>
              <a:rPr lang="en-US" sz="1400"/>
              <a:t> Leveraged the </a:t>
            </a:r>
            <a:r>
              <a:rPr lang="en-US" sz="1400" b="1"/>
              <a:t>WU Cluster</a:t>
            </a:r>
            <a:r>
              <a:rPr lang="en-US" sz="1400"/>
              <a:t> to handle the high computational load (matching JKP’s requirement of 450GB RAM / 128 CPU cores).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Current Status:</a:t>
            </a:r>
            <a:r>
              <a:rPr lang="en-US" sz="1400"/>
              <a:t> Successfully replicated all factors with near-exact benchmark matches through </a:t>
            </a:r>
            <a:r>
              <a:rPr lang="en-US" sz="1400" b="1"/>
              <a:t>Year-End 2023</a:t>
            </a:r>
            <a:r>
              <a:rPr lang="en-US" sz="140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/>
              <a:t>Ongoing Update:</a:t>
            </a:r>
            <a:r>
              <a:rPr lang="en-US" sz="1400"/>
              <a:t> Adapting to the </a:t>
            </a:r>
            <a:r>
              <a:rPr lang="en-US" sz="1400" b="1"/>
              <a:t>new CRSP data structure</a:t>
            </a:r>
            <a:r>
              <a:rPr lang="en-US" sz="1400"/>
              <a:t> via a JKP update released 4 days ago.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Currently processing on the cluster to extend the dataset through </a:t>
            </a:r>
            <a:r>
              <a:rPr lang="en-US" sz="1400" b="1"/>
              <a:t>Year-End 2024</a:t>
            </a:r>
            <a:r>
              <a:rPr lang="en-US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71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AA658-51CB-E14C-A7A3-671503F35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49174-E2CD-6134-1ECB-35A22D5E10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9CA26-5A38-D445-DB85-024482BFAF1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b="1">
                <a:solidFill>
                  <a:schemeClr val="bg1"/>
                </a:solidFill>
              </a:rPr>
              <a:t> 1/6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DD267-7F4C-0855-7368-53E59CD3D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76" y="1467318"/>
            <a:ext cx="11274750" cy="476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0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FDD48-7232-550E-0EBF-B40C4A0A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6F61E8-E1DC-DC64-4154-A9576BEB7F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AAF5F9-D0D6-6F21-FD77-6DD41A575FB8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Replication</a:t>
            </a:r>
            <a:r>
              <a:rPr lang="cs-CZ" b="1">
                <a:solidFill>
                  <a:schemeClr val="bg1"/>
                </a:solidFill>
              </a:rPr>
              <a:t> 2/6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6AF41E-4BE3-11C7-804B-73554421F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1498848"/>
            <a:ext cx="11258246" cy="484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4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FD24C-F00D-808F-4DB0-4332C27F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07616E-1A0F-1C41-C52F-6F5C2CE96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68C75E-B185-10A3-AC66-7C14374D940E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Replication</a:t>
            </a:r>
            <a:r>
              <a:rPr lang="cs-CZ" b="1">
                <a:solidFill>
                  <a:schemeClr val="bg1"/>
                </a:solidFill>
              </a:rPr>
              <a:t> 3/6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45CA27-62EE-35B6-9032-641BCCFCEE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5" y="1530381"/>
            <a:ext cx="11258245" cy="503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6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ED67-9043-16FD-BBD0-13451A787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7AF6BE-5AEC-E877-CC41-860091A9E9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D6383-1B51-8C2F-4F5F-27689A734C94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b="1">
                <a:solidFill>
                  <a:schemeClr val="bg1"/>
                </a:solidFill>
              </a:rPr>
              <a:t> 4/6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867DF-5032-3A62-8947-F90C190DB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1509359"/>
            <a:ext cx="11258246" cy="50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55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D150-EDF9-A43E-42E0-39EDCE6F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F5F3C6-F388-2E24-7CD8-D74EDE969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FD1DEB-1704-C30F-4D3E-CD8A6180BC10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sz="1800" b="1" noProof="0">
                <a:solidFill>
                  <a:schemeClr val="bg1"/>
                </a:solidFill>
              </a:rPr>
              <a:t> 5/6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453AB5-FB51-170D-3F6A-065808577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1886" y="1488339"/>
            <a:ext cx="11258246" cy="510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07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071D-632D-BAD7-A3CC-D77AC18E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E78F05-8DFA-160B-B682-DFCF425B9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cs-CZ" err="1"/>
              <a:t>Factor</a:t>
            </a:r>
            <a:r>
              <a:rPr lang="cs-CZ"/>
              <a:t> </a:t>
            </a:r>
            <a:r>
              <a:rPr lang="cs-CZ" err="1"/>
              <a:t>Replication</a:t>
            </a:r>
            <a:r>
              <a:rPr lang="cs-CZ"/>
              <a:t> </a:t>
            </a:r>
            <a:r>
              <a:rPr lang="cs-CZ" err="1"/>
              <a:t>From</a:t>
            </a:r>
            <a:r>
              <a:rPr lang="cs-CZ"/>
              <a:t> Single </a:t>
            </a:r>
            <a:r>
              <a:rPr lang="cs-CZ" err="1"/>
              <a:t>Stocks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752CA-DEB0-4250-0D26-D4E76C6247B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New </a:t>
            </a:r>
            <a:r>
              <a:rPr lang="cs-CZ" sz="1800" b="1" noProof="0" err="1">
                <a:solidFill>
                  <a:schemeClr val="bg1"/>
                </a:solidFill>
              </a:rPr>
              <a:t>Factor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Replication</a:t>
            </a:r>
            <a:r>
              <a:rPr lang="cs-CZ" sz="1800" b="1" noProof="0">
                <a:solidFill>
                  <a:schemeClr val="bg1"/>
                </a:solidFill>
              </a:rPr>
              <a:t> 6/6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8FF13B-097D-AFF8-4878-BBD39C9E9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376" y="1474787"/>
            <a:ext cx="11274750" cy="475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4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2E1C-2BDD-1193-FA16-6DBC9E5D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8459F5-728B-16B9-8F65-2B5AE187ED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Net Positions &amp; Frictions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D0CCE-EFF1-D5C7-1386-E9CEB79F3202}"/>
              </a:ext>
            </a:extLst>
          </p:cNvPr>
          <p:cNvSpPr txBox="1"/>
          <p:nvPr/>
        </p:nvSpPr>
        <p:spPr>
          <a:xfrm>
            <a:off x="391886" y="1671145"/>
            <a:ext cx="112582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Goal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After replicating all 36 factors from single stock data, we calculate </a:t>
            </a:r>
            <a:r>
              <a:rPr lang="en-US" b="1"/>
              <a:t>Net Positions</a:t>
            </a:r>
            <a:r>
              <a:rPr lang="en-US"/>
              <a:t> in single stocks to implement frictions, limit the number of positions, and execute the strategy efficiently.</a:t>
            </a:r>
          </a:p>
          <a:p>
            <a:endParaRPr lang="en-US" b="1"/>
          </a:p>
          <a:p>
            <a:r>
              <a:rPr lang="en-US" b="1"/>
              <a:t>Implementation in Theory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Instead of hard-coding weights in the data generation phase, we will try to dynamically reconstruct the exact portfolio weights in R using the finalized characteristic files (result of the replication)</a:t>
            </a:r>
            <a:r>
              <a:rPr lang="cs-CZ"/>
              <a:t>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Logic:</a:t>
            </a:r>
            <a:r>
              <a:rPr lang="en-US"/>
              <a:t> We map the traded factors (from the Factor Momentum strategy) back to their constituent stocks using the generated </a:t>
            </a:r>
            <a:r>
              <a:rPr lang="en-US" b="1"/>
              <a:t>Scores</a:t>
            </a:r>
            <a:r>
              <a:rPr lang="en-US"/>
              <a:t> and </a:t>
            </a:r>
            <a:r>
              <a:rPr lang="en-US" b="1"/>
              <a:t>Market Caps</a:t>
            </a:r>
            <a:r>
              <a:rPr lang="en-US"/>
              <a:t>, then net any overlapping exposures.</a:t>
            </a:r>
          </a:p>
          <a:p>
            <a:endParaRPr lang="en-US" b="1"/>
          </a:p>
          <a:p>
            <a:r>
              <a:rPr lang="en-US" b="1"/>
              <a:t>Small Positions &amp; Risk Control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Selection:</a:t>
            </a:r>
            <a:r>
              <a:rPr lang="en-US"/>
              <a:t> To avoid an overly fragmented portfolio with negligible position sizes, we restrict holdings to the </a:t>
            </a:r>
            <a:r>
              <a:rPr lang="en-US" b="1"/>
              <a:t>top/bottom quintiles</a:t>
            </a:r>
            <a:r>
              <a:rPr lang="en-US"/>
              <a:t> (using </a:t>
            </a:r>
            <a:r>
              <a:rPr lang="en-US" b="1"/>
              <a:t>NYSE Breakpoints</a:t>
            </a:r>
            <a:r>
              <a:rPr lang="en-US"/>
              <a:t> to avoid micro-cap bias).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Weighting:</a:t>
            </a:r>
            <a:r>
              <a:rPr lang="en-US"/>
              <a:t> We proportion weights using </a:t>
            </a:r>
            <a:r>
              <a:rPr lang="en-US" b="1"/>
              <a:t>Capped Value-Weighting</a:t>
            </a:r>
            <a:r>
              <a:rPr lang="en-US"/>
              <a:t> (e.g., 10% cap) to reflect the concentration of the signal while preventing single-stock dominance.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88233C-E299-FFBB-00A3-AF276F767B5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Net </a:t>
            </a:r>
            <a:r>
              <a:rPr lang="cs-CZ" sz="1800" b="1" noProof="0" err="1">
                <a:solidFill>
                  <a:schemeClr val="bg1"/>
                </a:solidFill>
              </a:rPr>
              <a:t>Positions</a:t>
            </a:r>
            <a:endParaRPr lang="cs-CZ" sz="1800" b="1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743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83BD-C72B-1EC9-1952-79AC80473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35D13A-D6C3-E706-68A9-CA25D3643F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Net Positions &amp; Frictions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2182A-8DD0-1170-4331-79C6322FB70B}"/>
              </a:ext>
            </a:extLst>
          </p:cNvPr>
          <p:cNvSpPr txBox="1"/>
          <p:nvPr/>
        </p:nvSpPr>
        <p:spPr>
          <a:xfrm>
            <a:off x="391886" y="1649579"/>
            <a:ext cx="1125824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Transaction costs are modelled in basis points as a decreasing function of market capitalization</a:t>
            </a:r>
            <a:r>
              <a:rPr lang="cs-CZ"/>
              <a:t>.</a:t>
            </a:r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We choose slope so that a representative large-cap name has 5-10 bps one-way implementation shortfall, then let costs rise smoothly for smaller caps.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b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56532-F7EC-EF90-517F-86DC88F03EED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Transaction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Costs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54D65D59-9CE3-4732-E452-5A1FB947F632}"/>
              </a:ext>
            </a:extLst>
          </p:cNvPr>
          <p:cNvSpPr/>
          <p:nvPr/>
        </p:nvSpPr>
        <p:spPr>
          <a:xfrm>
            <a:off x="391886" y="5808453"/>
            <a:ext cx="11414051" cy="8036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err="1">
                <a:solidFill>
                  <a:schemeClr val="bg1"/>
                </a:solidFill>
              </a:rPr>
              <a:t>This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allows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us</a:t>
            </a:r>
            <a:r>
              <a:rPr lang="cs-CZ">
                <a:solidFill>
                  <a:schemeClr val="bg1"/>
                </a:solidFill>
              </a:rPr>
              <a:t> to </a:t>
            </a:r>
            <a:r>
              <a:rPr lang="cs-CZ" err="1">
                <a:solidFill>
                  <a:schemeClr val="bg1"/>
                </a:solidFill>
              </a:rPr>
              <a:t>approximate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transaction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costs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using</a:t>
            </a:r>
            <a:r>
              <a:rPr lang="cs-CZ">
                <a:solidFill>
                  <a:schemeClr val="bg1"/>
                </a:solidFill>
              </a:rPr>
              <a:t> market </a:t>
            </a:r>
            <a:r>
              <a:rPr lang="cs-CZ" err="1">
                <a:solidFill>
                  <a:schemeClr val="bg1"/>
                </a:solidFill>
              </a:rPr>
              <a:t>capitilization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for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real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world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application</a:t>
            </a:r>
            <a:r>
              <a:rPr lang="cs-CZ">
                <a:solidFill>
                  <a:schemeClr val="bg1"/>
                </a:solidFill>
              </a:rPr>
              <a:t>.</a:t>
            </a:r>
            <a:endParaRPr lang="de-AT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E25979-EE95-759A-E67A-87964C5C3F48}"/>
                  </a:ext>
                </a:extLst>
              </p:cNvPr>
              <p:cNvSpPr txBox="1"/>
              <p:nvPr/>
            </p:nvSpPr>
            <p:spPr>
              <a:xfrm>
                <a:off x="718456" y="2703214"/>
                <a:ext cx="4197367" cy="65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𝑏𝑝𝑠</m:t>
                          </m:r>
                        </m:sup>
                      </m:sSub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m:rPr>
                              <m:sty m:val="p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ase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bps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m:rPr>
                          <m:sty m:val="p"/>
                        </m:rPr>
                        <a:rPr lang="en-GB" b="0" i="1" smtClean="0">
                          <a:latin typeface="Cambria Math" panose="02040503050406030204" pitchFamily="18" charset="0"/>
                        </a:rPr>
                        <m:t>lope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ef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mcap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E25979-EE95-759A-E67A-87964C5C3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56" y="2703214"/>
                <a:ext cx="4197367" cy="6544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CC45173-BED7-4B45-3BD5-0CF0AD4D5AE7}"/>
              </a:ext>
            </a:extLst>
          </p:cNvPr>
          <p:cNvSpPr txBox="1"/>
          <p:nvPr/>
        </p:nvSpPr>
        <p:spPr>
          <a:xfrm>
            <a:off x="261257" y="6858000"/>
            <a:ext cx="10823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E"/>
          </a:p>
          <a:p>
            <a:endParaRPr lang="en-IE"/>
          </a:p>
          <a:p>
            <a:endParaRPr lang="en-US"/>
          </a:p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5707F1-2979-8067-0A76-B8CFB708ED7F}"/>
                  </a:ext>
                </a:extLst>
              </p:cNvPr>
              <p:cNvSpPr txBox="1"/>
              <p:nvPr/>
            </p:nvSpPr>
            <p:spPr>
              <a:xfrm>
                <a:off x="391886" y="3285970"/>
                <a:ext cx="10102297" cy="984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𝑏𝑝𝑠</m:t>
                        </m:r>
                      </m:sup>
                    </m:sSubSup>
                  </m:oMath>
                </a14:m>
                <a:r>
                  <a:rPr lang="en-US"/>
                  <a:t> </a:t>
                </a:r>
                <a:r>
                  <a:rPr lang="en-IE"/>
                  <a:t>: estimated one-way transaction cost for stock i, in basis points.</a:t>
                </a:r>
              </a:p>
              <a:p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5707F1-2979-8067-0A76-B8CFB708E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3285970"/>
                <a:ext cx="10102297" cy="984500"/>
              </a:xfrm>
              <a:prstGeom prst="rect">
                <a:avLst/>
              </a:prstGeom>
              <a:blipFill>
                <a:blip r:embed="rId3"/>
                <a:stretch>
                  <a:fillRect l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A69CD3-D998-41AC-DAC3-2BAD48A977F4}"/>
                  </a:ext>
                </a:extLst>
              </p:cNvPr>
              <p:cNvSpPr txBox="1"/>
              <p:nvPr/>
            </p:nvSpPr>
            <p:spPr>
              <a:xfrm>
                <a:off x="391886" y="3671447"/>
                <a:ext cx="9906544" cy="658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ase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bps</m:t>
                        </m:r>
                      </m:sup>
                    </m:sSup>
                    <m:r>
                      <a:rPr lang="cs-CZ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E"/>
                      <m:t>fixed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minimum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cost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level</m:t>
                    </m:r>
                    <m:r>
                      <m:rPr>
                        <m:nor/>
                      </m:rPr>
                      <a:rPr lang="en-IE"/>
                      <m:t> (</m:t>
                    </m:r>
                    <m:r>
                      <m:rPr>
                        <m:nor/>
                      </m:rPr>
                      <a:rPr lang="en-IE"/>
                      <m:t>bps</m:t>
                    </m:r>
                    <m:r>
                      <m:rPr>
                        <m:nor/>
                      </m:rPr>
                      <a:rPr lang="en-IE"/>
                      <m:t>) </m:t>
                    </m:r>
                    <m:r>
                      <m:rPr>
                        <m:nor/>
                      </m:rPr>
                      <a:rPr lang="en-IE"/>
                      <m:t>applied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to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very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liquid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names</m:t>
                    </m:r>
                    <m:r>
                      <m:rPr>
                        <m:nor/>
                      </m:rPr>
                      <a:rPr lang="en-IE"/>
                      <m:t>.</m:t>
                    </m:r>
                  </m:oMath>
                </a14:m>
                <a:endParaRPr lang="en-IE"/>
              </a:p>
              <a:p>
                <a:endParaRPr lang="en-US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EA69CD3-D998-41AC-DAC3-2BAD48A97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6" y="3671447"/>
                <a:ext cx="9906544" cy="658322"/>
              </a:xfrm>
              <a:prstGeom prst="rect">
                <a:avLst/>
              </a:prstGeom>
              <a:blipFill>
                <a:blip r:embed="rId4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D7DE69-6ACC-A747-2DE3-6B697C82979A}"/>
                  </a:ext>
                </a:extLst>
              </p:cNvPr>
              <p:cNvSpPr txBox="1"/>
              <p:nvPr/>
            </p:nvSpPr>
            <p:spPr>
              <a:xfrm>
                <a:off x="385843" y="4106457"/>
                <a:ext cx="92063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GB" i="1">
                        <a:latin typeface="Cambria Math" panose="02040503050406030204" pitchFamily="18" charset="0"/>
                      </a:rPr>
                      <m:t>lope</m:t>
                    </m:r>
                    <m:r>
                      <a:rPr lang="cs-CZ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E"/>
                  <a:t>calibrated sensitivity parameter (bps) *</a:t>
                </a:r>
                <a:r>
                  <a:rPr lang="cs-CZ"/>
                  <a:t>C</a:t>
                </a:r>
                <a:r>
                  <a:rPr lang="en-IE" err="1"/>
                  <a:t>urrently</a:t>
                </a:r>
                <a:r>
                  <a:rPr lang="en-IE"/>
                  <a:t> fixed at 5bps</a:t>
                </a:r>
                <a:r>
                  <a:rPr lang="cs-CZ"/>
                  <a:t>.</a:t>
                </a:r>
                <a:endParaRPr lang="en-IE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D7DE69-6ACC-A747-2DE3-6B697C829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3" y="4106457"/>
                <a:ext cx="9206303" cy="369332"/>
              </a:xfrm>
              <a:prstGeom prst="rect">
                <a:avLst/>
              </a:prstGeom>
              <a:blipFill>
                <a:blip r:embed="rId5"/>
                <a:stretch>
                  <a:fillRect l="-39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1BA1FF-3DDA-86FF-51C2-28E1BA895E8F}"/>
                  </a:ext>
                </a:extLst>
              </p:cNvPr>
              <p:cNvSpPr txBox="1"/>
              <p:nvPr/>
            </p:nvSpPr>
            <p:spPr>
              <a:xfrm>
                <a:off x="385843" y="4425926"/>
                <a:ext cx="9555757" cy="671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ref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mcap</m:t>
                        </m:r>
                      </m:sub>
                    </m:sSub>
                    <m:r>
                      <a:rPr lang="cs-CZ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E"/>
                  <a:t> median market capitalization of the S&amp;P 500</a:t>
                </a:r>
                <a:r>
                  <a:rPr lang="cs-CZ"/>
                  <a:t> - </a:t>
                </a:r>
                <a:r>
                  <a:rPr lang="en-IE"/>
                  <a:t>anchor point for the curve.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E1BA1FF-3DDA-86FF-51C2-28E1BA895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3" y="4425926"/>
                <a:ext cx="9555757" cy="671018"/>
              </a:xfrm>
              <a:prstGeom prst="rect">
                <a:avLst/>
              </a:prstGeom>
              <a:blipFill>
                <a:blip r:embed="rId6"/>
                <a:stretch>
                  <a:fillRect l="-383" t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784F1919-B71C-BCD1-1E35-A773EBAA13EA}"/>
              </a:ext>
            </a:extLst>
          </p:cNvPr>
          <p:cNvSpPr txBox="1"/>
          <p:nvPr/>
        </p:nvSpPr>
        <p:spPr>
          <a:xfrm>
            <a:off x="385843" y="4762888"/>
            <a:ext cx="11699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⍺</a:t>
            </a:r>
            <a:r>
              <a:rPr lang="cs-CZ"/>
              <a:t>:</a:t>
            </a:r>
            <a:r>
              <a:rPr lang="en-IE"/>
              <a:t> curvature parameter controlling how quickly costs rise as market cap declines (⍺ &gt; 0). *Fixed at 0.5</a:t>
            </a:r>
            <a:r>
              <a:rPr lang="cs-CZ"/>
              <a:t>.</a:t>
            </a:r>
            <a:endParaRPr lang="en-IE"/>
          </a:p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0F554E-B773-D648-E4D7-FF6F2815E7B0}"/>
                  </a:ext>
                </a:extLst>
              </p:cNvPr>
              <p:cNvSpPr txBox="1"/>
              <p:nvPr/>
            </p:nvSpPr>
            <p:spPr>
              <a:xfrm>
                <a:off x="385843" y="5110740"/>
                <a:ext cx="970881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m:rPr>
                                <m:sty m:val="p"/>
                              </m:rPr>
                              <a:rPr lang="en-GB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cs-CZ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E"/>
                      <m:t>numerical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guard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to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avoid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division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by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zero</m:t>
                    </m:r>
                    <m:r>
                      <m:rPr>
                        <m:nor/>
                      </m:rPr>
                      <a:rPr lang="en-IE"/>
                      <m:t> / </m:t>
                    </m:r>
                    <m:r>
                      <m:rPr>
                        <m:nor/>
                      </m:rPr>
                      <a:rPr lang="en-IE"/>
                      <m:t>invalid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market</m:t>
                    </m:r>
                    <m:r>
                      <m:rPr>
                        <m:nor/>
                      </m:rPr>
                      <a:rPr lang="en-IE"/>
                      <m:t>−</m:t>
                    </m:r>
                    <m:r>
                      <m:rPr>
                        <m:nor/>
                      </m:rPr>
                      <a:rPr lang="en-IE"/>
                      <m:t>cap</m:t>
                    </m:r>
                    <m:r>
                      <m:rPr>
                        <m:nor/>
                      </m:rPr>
                      <a:rPr lang="en-IE"/>
                      <m:t> </m:t>
                    </m:r>
                    <m:r>
                      <m:rPr>
                        <m:nor/>
                      </m:rPr>
                      <a:rPr lang="en-IE"/>
                      <m:t>values</m:t>
                    </m:r>
                    <m:r>
                      <m:rPr>
                        <m:nor/>
                      </m:rPr>
                      <a:rPr lang="en-IE"/>
                      <m:t>.</m:t>
                    </m:r>
                  </m:oMath>
                </a14:m>
                <a:endParaRPr lang="en-IE"/>
              </a:p>
              <a:p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0F554E-B773-D648-E4D7-FF6F2815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43" y="5110740"/>
                <a:ext cx="9708813" cy="646331"/>
              </a:xfrm>
              <a:prstGeom prst="rect">
                <a:avLst/>
              </a:prstGeom>
              <a:blipFill>
                <a:blip r:embed="rId7"/>
                <a:stretch>
                  <a:fillRect l="-377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9143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31C-139C-CE9B-618C-9A734D20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D85CD5-DF62-932B-8CFF-0FCD1AB61B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Net Positions &amp; Frictions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4ED56-765D-9DE7-51B8-533150B2BD60}"/>
              </a:ext>
            </a:extLst>
          </p:cNvPr>
          <p:cNvSpPr txBox="1"/>
          <p:nvPr/>
        </p:nvSpPr>
        <p:spPr>
          <a:xfrm>
            <a:off x="391886" y="1561136"/>
            <a:ext cx="114082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i="1" err="1"/>
              <a:t>D’Avolio</a:t>
            </a:r>
            <a:r>
              <a:rPr lang="en-IE" i="1"/>
              <a:t> (2002), “The Market for Borrowing Stock” (Journal of Financial Economics)</a:t>
            </a:r>
            <a:r>
              <a:rPr lang="cs-CZ" i="1"/>
              <a:t>.</a:t>
            </a:r>
            <a:r>
              <a:rPr lang="en-IE"/>
              <a:t>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On the short side, the main additional friction is the stock borrow fee. </a:t>
            </a:r>
            <a:r>
              <a:rPr lang="en-IE" err="1"/>
              <a:t>D’Avolio</a:t>
            </a:r>
            <a:r>
              <a:rPr lang="en-IE"/>
              <a:t> (2002) measures this as the implied loan fee.</a:t>
            </a:r>
          </a:p>
          <a:p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Which is the difference between the Fed Funds rate and the rebate rate paid on the short-sale collateral.</a:t>
            </a:r>
          </a:p>
          <a:p>
            <a:endParaRPr lang="en-I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The key takeaway is that for large, liquid U.S. stocks, borrow costs are usually small: about 91% of loans have fees below 1% per year, and the value-weighted average is roughly 17 bps per year for general collateral, about 24 bps per year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/>
              <a:t>In an Austrian corporate trading vehicle, stock-borrow fees are typically deductible as trading/financing expenses, subject to general deductibility rules and potential limitations for net borrowing costs</a:t>
            </a:r>
            <a:r>
              <a:rPr lang="cs-CZ"/>
              <a:t>.</a:t>
            </a:r>
            <a:endParaRPr lang="en-I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ACF7E-470C-2E6F-9EE2-8DC9C4E6334F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b="1" err="1">
                <a:solidFill>
                  <a:schemeClr val="bg1"/>
                </a:solidFill>
              </a:rPr>
              <a:t>Shorting</a:t>
            </a:r>
            <a:r>
              <a:rPr lang="cs-CZ" b="1">
                <a:solidFill>
                  <a:schemeClr val="bg1"/>
                </a:solidFill>
              </a:rPr>
              <a:t> </a:t>
            </a:r>
            <a:r>
              <a:rPr lang="cs-CZ" b="1" err="1">
                <a:solidFill>
                  <a:schemeClr val="bg1"/>
                </a:solidFill>
              </a:rPr>
              <a:t>Costs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91774C39-32B7-7CE8-515C-16F9BC3F726A}"/>
              </a:ext>
            </a:extLst>
          </p:cNvPr>
          <p:cNvSpPr/>
          <p:nvPr/>
        </p:nvSpPr>
        <p:spPr>
          <a:xfrm>
            <a:off x="391886" y="5808453"/>
            <a:ext cx="11414051" cy="8036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/>
              <a:t>We </a:t>
            </a:r>
            <a:r>
              <a:rPr lang="cs-CZ" err="1"/>
              <a:t>will</a:t>
            </a:r>
            <a:r>
              <a:rPr lang="cs-CZ"/>
              <a:t> </a:t>
            </a:r>
            <a:r>
              <a:rPr lang="en-IE"/>
              <a:t>incorporate borrow fees as an annualized charge on short notional because most liquid U.S. equities are cheap to borrow.</a:t>
            </a:r>
          </a:p>
        </p:txBody>
      </p:sp>
    </p:spTree>
    <p:extLst>
      <p:ext uri="{BB962C8B-B14F-4D97-AF65-F5344CB8AC3E}">
        <p14:creationId xmlns:p14="http://schemas.microsoft.com/office/powerpoint/2010/main" val="814738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AE25-043D-8DD5-A84E-0319FC5F8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E72664-9849-7417-E44E-9DC364E86B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Net Positions &amp; Frictions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EC649-A848-9CF6-EF4F-E12095A9801E}"/>
              </a:ext>
            </a:extLst>
          </p:cNvPr>
          <p:cNvSpPr txBox="1"/>
          <p:nvPr/>
        </p:nvSpPr>
        <p:spPr>
          <a:xfrm>
            <a:off x="391886" y="1671145"/>
            <a:ext cx="1125824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Bilateral Treaty Efficiency (D</a:t>
            </a:r>
            <a:r>
              <a:rPr lang="cs-CZ" b="1" err="1"/>
              <a:t>ouble</a:t>
            </a:r>
            <a:r>
              <a:rPr lang="cs-CZ" b="1"/>
              <a:t> </a:t>
            </a:r>
            <a:r>
              <a:rPr lang="en-GB" b="1"/>
              <a:t>T</a:t>
            </a:r>
            <a:r>
              <a:rPr lang="cs-CZ" b="1" err="1"/>
              <a:t>axation</a:t>
            </a:r>
            <a:r>
              <a:rPr lang="cs-CZ" b="1"/>
              <a:t> </a:t>
            </a:r>
            <a:r>
              <a:rPr lang="en-GB" b="1"/>
              <a:t>C</a:t>
            </a:r>
            <a:r>
              <a:rPr lang="cs-CZ" b="1" err="1"/>
              <a:t>onvention</a:t>
            </a:r>
            <a:r>
              <a:rPr lang="en-GB" b="1"/>
              <a:t> 1996): </a:t>
            </a:r>
            <a:r>
              <a:rPr lang="en-GB"/>
              <a:t>Capital gains on US equities are taxed exclusively in Austria (0% US liability). Dividends benefit from a treaty-reduced </a:t>
            </a:r>
            <a:r>
              <a:rPr lang="en-GB" b="1"/>
              <a:t>withholding tax of 15%</a:t>
            </a:r>
            <a:r>
              <a:rPr lang="en-GB"/>
              <a:t> (Form W-8BEN required), which is fully creditable against the Austrian liability</a:t>
            </a:r>
            <a:endParaRPr lang="cs-CZ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The "Long" Leg Tax Drag: </a:t>
            </a:r>
            <a:r>
              <a:rPr lang="en-GB"/>
              <a:t>All realized gains and dividends are subject to the Austrian </a:t>
            </a:r>
            <a:r>
              <a:rPr lang="en-GB" b="1"/>
              <a:t>27.</a:t>
            </a:r>
            <a:r>
              <a:rPr lang="cs-CZ" b="1"/>
              <a:t>5</a:t>
            </a:r>
            <a:r>
              <a:rPr lang="en-GB" b="1"/>
              <a:t>%</a:t>
            </a:r>
            <a:r>
              <a:rPr lang="en-GB"/>
              <a:t> special tax rate (</a:t>
            </a:r>
            <a:r>
              <a:rPr lang="en-GB" err="1"/>
              <a:t>Kapitalertragsteuer</a:t>
            </a:r>
            <a:r>
              <a:rPr lang="cs-CZ"/>
              <a:t>; </a:t>
            </a:r>
            <a:r>
              <a:rPr lang="cs-CZ" err="1"/>
              <a:t>Investment</a:t>
            </a:r>
            <a:r>
              <a:rPr lang="cs-CZ"/>
              <a:t> </a:t>
            </a:r>
            <a:r>
              <a:rPr lang="cs-CZ" err="1"/>
              <a:t>Income</a:t>
            </a:r>
            <a:r>
              <a:rPr lang="cs-CZ"/>
              <a:t> Tax</a:t>
            </a:r>
            <a:r>
              <a:rPr lang="en-GB"/>
              <a:t>). Post-2025 regulations mandate Tax-Base Netting; however, losses cannot be carried forward and expire annually</a:t>
            </a:r>
            <a:r>
              <a:rPr lang="cs-CZ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The "Short" Leg Asymmetry: </a:t>
            </a:r>
            <a:r>
              <a:rPr lang="en-GB"/>
              <a:t>Short positions face a "deadweight loss." Manufactured dividends paid to lenders are non-deductible for private investors due to the Austrian income-related expense deduction ban (S20 Abs 2 </a:t>
            </a:r>
            <a:r>
              <a:rPr lang="en-GB" err="1"/>
              <a:t>EStG</a:t>
            </a:r>
            <a:r>
              <a:rPr lang="en-GB"/>
              <a:t>), creating a significant "negative alpha" hurdle.</a:t>
            </a:r>
            <a:endParaRPr lang="cs-CZ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Strategic Optimization:</a:t>
            </a:r>
            <a:r>
              <a:rPr lang="en-GB"/>
              <a:t> </a:t>
            </a:r>
            <a:r>
              <a:rPr lang="cs-CZ" err="1"/>
              <a:t>Dividends</a:t>
            </a:r>
            <a:r>
              <a:rPr lang="cs-CZ"/>
              <a:t> on </a:t>
            </a:r>
            <a:r>
              <a:rPr lang="cs-CZ" err="1"/>
              <a:t>the</a:t>
            </a:r>
            <a:r>
              <a:rPr lang="cs-CZ"/>
              <a:t> long-leg </a:t>
            </a:r>
            <a:r>
              <a:rPr lang="cs-CZ" err="1"/>
              <a:t>side</a:t>
            </a:r>
            <a:r>
              <a:rPr lang="en-GB"/>
              <a:t> must be tax-adjusted to account for the </a:t>
            </a:r>
            <a:r>
              <a:rPr lang="cs-CZ"/>
              <a:t>tax </a:t>
            </a:r>
            <a:r>
              <a:rPr lang="cs-CZ" err="1"/>
              <a:t>differences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long/</a:t>
            </a:r>
            <a:r>
              <a:rPr lang="cs-CZ" err="1"/>
              <a:t>short</a:t>
            </a:r>
            <a:r>
              <a:rPr lang="cs-CZ"/>
              <a:t> postions</a:t>
            </a:r>
            <a:r>
              <a:rPr lang="en-GB"/>
              <a:t>. 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085106-93E3-B2C2-17BC-959F9ACA575C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>
                <a:solidFill>
                  <a:schemeClr val="bg1"/>
                </a:solidFill>
              </a:rPr>
              <a:t>US-</a:t>
            </a:r>
            <a:r>
              <a:rPr lang="cs-CZ" sz="1800" b="1" noProof="0" err="1">
                <a:solidFill>
                  <a:schemeClr val="bg1"/>
                </a:solidFill>
              </a:rPr>
              <a:t>Austria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Cross-Border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Equity</a:t>
            </a:r>
            <a:r>
              <a:rPr lang="cs-CZ" sz="1800" b="1" noProof="0">
                <a:solidFill>
                  <a:schemeClr val="bg1"/>
                </a:solidFill>
              </a:rPr>
              <a:t> Tax </a:t>
            </a:r>
            <a:r>
              <a:rPr lang="cs-CZ" sz="1800" b="1" noProof="0" err="1">
                <a:solidFill>
                  <a:schemeClr val="bg1"/>
                </a:solidFill>
              </a:rPr>
              <a:t>Frictions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EEEAEA27-E9F0-3A00-EA13-FD98373AB7A7}"/>
              </a:ext>
            </a:extLst>
          </p:cNvPr>
          <p:cNvSpPr/>
          <p:nvPr/>
        </p:nvSpPr>
        <p:spPr>
          <a:xfrm>
            <a:off x="391886" y="5808453"/>
            <a:ext cx="11414051" cy="80360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err="1">
                <a:solidFill>
                  <a:schemeClr val="bg1"/>
                </a:solidFill>
              </a:rPr>
              <a:t>We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propose</a:t>
            </a:r>
            <a:r>
              <a:rPr lang="cs-CZ">
                <a:solidFill>
                  <a:schemeClr val="bg1"/>
                </a:solidFill>
              </a:rPr>
              <a:t> to </a:t>
            </a:r>
            <a:r>
              <a:rPr lang="cs-CZ" err="1">
                <a:solidFill>
                  <a:schemeClr val="bg1"/>
                </a:solidFill>
              </a:rPr>
              <a:t>implement</a:t>
            </a:r>
            <a:r>
              <a:rPr lang="cs-CZ">
                <a:solidFill>
                  <a:schemeClr val="bg1"/>
                </a:solidFill>
              </a:rPr>
              <a:t> a </a:t>
            </a:r>
            <a:r>
              <a:rPr lang="cs-CZ" err="1">
                <a:solidFill>
                  <a:schemeClr val="bg1"/>
                </a:solidFill>
              </a:rPr>
              <a:t>parameter</a:t>
            </a:r>
            <a:r>
              <a:rPr lang="cs-CZ">
                <a:solidFill>
                  <a:schemeClr val="bg1"/>
                </a:solidFill>
              </a:rPr>
              <a:t> to </a:t>
            </a:r>
            <a:r>
              <a:rPr lang="cs-CZ" err="1">
                <a:solidFill>
                  <a:schemeClr val="bg1"/>
                </a:solidFill>
              </a:rPr>
              <a:t>assymetrically</a:t>
            </a:r>
            <a:r>
              <a:rPr lang="cs-CZ">
                <a:solidFill>
                  <a:schemeClr val="bg1"/>
                </a:solidFill>
              </a:rPr>
              <a:t> tax </a:t>
            </a:r>
            <a:r>
              <a:rPr lang="cs-CZ" err="1">
                <a:solidFill>
                  <a:schemeClr val="bg1"/>
                </a:solidFill>
              </a:rPr>
              <a:t>dividends</a:t>
            </a:r>
            <a:r>
              <a:rPr lang="cs-CZ">
                <a:solidFill>
                  <a:schemeClr val="bg1"/>
                </a:solidFill>
              </a:rPr>
              <a:t> (27.5% </a:t>
            </a:r>
            <a:r>
              <a:rPr lang="cs-CZ" err="1">
                <a:solidFill>
                  <a:schemeClr val="bg1"/>
                </a:solidFill>
              </a:rPr>
              <a:t>rate</a:t>
            </a:r>
            <a:r>
              <a:rPr lang="cs-CZ">
                <a:solidFill>
                  <a:schemeClr val="bg1"/>
                </a:solidFill>
              </a:rPr>
              <a:t>) </a:t>
            </a:r>
            <a:r>
              <a:rPr lang="cs-CZ" err="1">
                <a:solidFill>
                  <a:schemeClr val="bg1"/>
                </a:solidFill>
              </a:rPr>
              <a:t>received</a:t>
            </a:r>
            <a:r>
              <a:rPr lang="cs-CZ">
                <a:solidFill>
                  <a:schemeClr val="bg1"/>
                </a:solidFill>
              </a:rPr>
              <a:t> on </a:t>
            </a:r>
            <a:r>
              <a:rPr lang="cs-CZ" err="1">
                <a:solidFill>
                  <a:schemeClr val="bg1"/>
                </a:solidFill>
              </a:rPr>
              <a:t>the</a:t>
            </a:r>
            <a:r>
              <a:rPr lang="cs-CZ">
                <a:solidFill>
                  <a:schemeClr val="bg1"/>
                </a:solidFill>
              </a:rPr>
              <a:t> long leg, </a:t>
            </a:r>
            <a:r>
              <a:rPr lang="cs-CZ" err="1">
                <a:solidFill>
                  <a:schemeClr val="bg1"/>
                </a:solidFill>
              </a:rPr>
              <a:t>while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paying</a:t>
            </a:r>
            <a:r>
              <a:rPr lang="cs-CZ">
                <a:solidFill>
                  <a:schemeClr val="bg1"/>
                </a:solidFill>
              </a:rPr>
              <a:t> 100% </a:t>
            </a:r>
            <a:r>
              <a:rPr lang="cs-CZ" err="1">
                <a:solidFill>
                  <a:schemeClr val="bg1"/>
                </a:solidFill>
              </a:rPr>
              <a:t>of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the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manufactured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dividends</a:t>
            </a:r>
            <a:r>
              <a:rPr lang="cs-CZ">
                <a:solidFill>
                  <a:schemeClr val="bg1"/>
                </a:solidFill>
              </a:rPr>
              <a:t> on </a:t>
            </a:r>
            <a:r>
              <a:rPr lang="cs-CZ" err="1">
                <a:solidFill>
                  <a:schemeClr val="bg1"/>
                </a:solidFill>
              </a:rPr>
              <a:t>the</a:t>
            </a:r>
            <a:r>
              <a:rPr lang="cs-CZ">
                <a:solidFill>
                  <a:schemeClr val="bg1"/>
                </a:solidFill>
              </a:rPr>
              <a:t> </a:t>
            </a:r>
            <a:r>
              <a:rPr lang="cs-CZ" err="1">
                <a:solidFill>
                  <a:schemeClr val="bg1"/>
                </a:solidFill>
              </a:rPr>
              <a:t>short</a:t>
            </a:r>
            <a:r>
              <a:rPr lang="cs-CZ">
                <a:solidFill>
                  <a:schemeClr val="bg1"/>
                </a:solidFill>
              </a:rPr>
              <a:t> leg.</a:t>
            </a:r>
            <a:endParaRPr lang="de-AT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4537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A438B34-A22C-8683-2DE0-FDF75971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A71888-259A-4129-8F02-C6FDC40224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Final Presentation Proposal + Next Steps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5EBC94-58E5-FC84-C505-FA328D5DC4ED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Final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Presentation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Outline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Proposal</a:t>
            </a:r>
            <a:r>
              <a:rPr lang="cs-CZ" sz="1800" b="1" noProof="0">
                <a:solidFill>
                  <a:schemeClr val="bg1"/>
                </a:solidFill>
              </a:rPr>
              <a:t> I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A57A05D-7DAC-CDEE-0DB5-88F047180E7D}"/>
              </a:ext>
            </a:extLst>
          </p:cNvPr>
          <p:cNvSpPr/>
          <p:nvPr/>
        </p:nvSpPr>
        <p:spPr>
          <a:xfrm>
            <a:off x="391886" y="162287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DA2BAF-0BC8-F702-5420-F4CE7CF8AA6D}"/>
              </a:ext>
            </a:extLst>
          </p:cNvPr>
          <p:cNvSpPr/>
          <p:nvPr/>
        </p:nvSpPr>
        <p:spPr>
          <a:xfrm>
            <a:off x="391886" y="3321065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B344E-0B21-8470-7217-0AA28B982535}"/>
              </a:ext>
            </a:extLst>
          </p:cNvPr>
          <p:cNvSpPr/>
          <p:nvPr/>
        </p:nvSpPr>
        <p:spPr>
          <a:xfrm>
            <a:off x="1356124" y="1556951"/>
            <a:ext cx="8961765" cy="14225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b="1" err="1">
                <a:solidFill>
                  <a:schemeClr val="tx1"/>
                </a:solidFill>
              </a:rPr>
              <a:t>Introduce</a:t>
            </a:r>
            <a:r>
              <a:rPr lang="cs-CZ" b="1">
                <a:solidFill>
                  <a:schemeClr val="tx1"/>
                </a:solidFill>
              </a:rPr>
              <a:t> </a:t>
            </a:r>
            <a:r>
              <a:rPr lang="cs-CZ" b="1" err="1">
                <a:solidFill>
                  <a:schemeClr val="tx1"/>
                </a:solidFill>
              </a:rPr>
              <a:t>Factor</a:t>
            </a:r>
            <a:r>
              <a:rPr lang="cs-CZ" b="1">
                <a:solidFill>
                  <a:schemeClr val="tx1"/>
                </a:solidFill>
              </a:rPr>
              <a:t> </a:t>
            </a:r>
            <a:r>
              <a:rPr lang="cs-CZ" b="1" err="1">
                <a:solidFill>
                  <a:schemeClr val="tx1"/>
                </a:solidFill>
              </a:rPr>
              <a:t>Momentum</a:t>
            </a:r>
            <a:r>
              <a:rPr lang="cs-CZ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err="1">
                <a:solidFill>
                  <a:schemeClr val="tx1"/>
                </a:solidFill>
              </a:rPr>
              <a:t>Introduction</a:t>
            </a:r>
            <a:r>
              <a:rPr lang="cs-CZ">
                <a:solidFill>
                  <a:schemeClr val="tx1"/>
                </a:solidFill>
              </a:rPr>
              <a:t> to </a:t>
            </a:r>
            <a:r>
              <a:rPr lang="cs-CZ" err="1">
                <a:solidFill>
                  <a:schemeClr val="tx1"/>
                </a:solidFill>
              </a:rPr>
              <a:t>the</a:t>
            </a:r>
            <a:r>
              <a:rPr lang="cs-CZ">
                <a:solidFill>
                  <a:schemeClr val="tx1"/>
                </a:solidFill>
              </a:rPr>
              <a:t>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Arnott, </a:t>
            </a:r>
            <a:r>
              <a:rPr lang="en-US" err="1">
                <a:solidFill>
                  <a:schemeClr val="tx1"/>
                </a:solidFill>
              </a:rPr>
              <a:t>Kalesnik</a:t>
            </a:r>
            <a:r>
              <a:rPr lang="en-US">
                <a:solidFill>
                  <a:schemeClr val="tx1"/>
                </a:solidFill>
              </a:rPr>
              <a:t> &amp; </a:t>
            </a:r>
            <a:r>
              <a:rPr lang="en-US" err="1">
                <a:solidFill>
                  <a:schemeClr val="tx1"/>
                </a:solidFill>
              </a:rPr>
              <a:t>Linnainmaa</a:t>
            </a:r>
            <a:r>
              <a:rPr lang="en-US">
                <a:solidFill>
                  <a:schemeClr val="tx1"/>
                </a:solidFill>
              </a:rPr>
              <a:t> (2023), Factor Momentum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Ehsani &amp; </a:t>
            </a:r>
            <a:r>
              <a:rPr lang="en-US" err="1">
                <a:solidFill>
                  <a:schemeClr val="tx1"/>
                </a:solidFill>
              </a:rPr>
              <a:t>Linnainmaa</a:t>
            </a:r>
            <a:r>
              <a:rPr lang="en-US">
                <a:solidFill>
                  <a:schemeClr val="tx1"/>
                </a:solidFill>
              </a:rPr>
              <a:t> (2022), Factor Momentum and the Momentum Factor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DCCAF-2D8B-02B6-4D3B-D21CC22FCDA1}"/>
              </a:ext>
            </a:extLst>
          </p:cNvPr>
          <p:cNvSpPr/>
          <p:nvPr/>
        </p:nvSpPr>
        <p:spPr>
          <a:xfrm>
            <a:off x="1356124" y="3309185"/>
            <a:ext cx="8752684" cy="19711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b="1">
                <a:solidFill>
                  <a:schemeClr val="tx1"/>
                </a:solidFill>
              </a:rPr>
              <a:t>1st Part (</a:t>
            </a:r>
            <a:r>
              <a:rPr lang="hu-HU" b="1" err="1">
                <a:solidFill>
                  <a:schemeClr val="tx1"/>
                </a:solidFill>
              </a:rPr>
              <a:t>Factor</a:t>
            </a:r>
            <a:r>
              <a:rPr lang="hu-HU" b="1">
                <a:solidFill>
                  <a:schemeClr val="tx1"/>
                </a:solidFill>
              </a:rPr>
              <a:t> </a:t>
            </a:r>
            <a:r>
              <a:rPr lang="hu-HU" b="1" err="1">
                <a:solidFill>
                  <a:schemeClr val="tx1"/>
                </a:solidFill>
              </a:rPr>
              <a:t>level</a:t>
            </a:r>
            <a:r>
              <a:rPr lang="hu-HU" b="1">
                <a:solidFill>
                  <a:schemeClr val="tx1"/>
                </a:solidFill>
              </a:rPr>
              <a:t>) Performance</a:t>
            </a:r>
            <a:r>
              <a:rPr lang="hu-HU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>
                <a:solidFill>
                  <a:schemeClr val="tx1"/>
                </a:solidFill>
              </a:rPr>
              <a:t>Full</a:t>
            </a:r>
            <a:r>
              <a:rPr lang="hu-HU">
                <a:solidFill>
                  <a:schemeClr val="tx1"/>
                </a:solidFill>
              </a:rPr>
              <a:t> </a:t>
            </a:r>
            <a:r>
              <a:rPr lang="hu-HU" err="1">
                <a:solidFill>
                  <a:schemeClr val="tx1"/>
                </a:solidFill>
              </a:rPr>
              <a:t>sample</a:t>
            </a:r>
            <a:r>
              <a:rPr lang="hu-HU">
                <a:solidFill>
                  <a:schemeClr val="tx1"/>
                </a:solidFill>
              </a:rPr>
              <a:t> </a:t>
            </a:r>
            <a:r>
              <a:rPr lang="hu-HU" err="1">
                <a:solidFill>
                  <a:schemeClr val="tx1"/>
                </a:solidFill>
              </a:rPr>
              <a:t>Replication</a:t>
            </a:r>
            <a:r>
              <a:rPr lang="hu-HU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>
                <a:solidFill>
                  <a:schemeClr val="tx1"/>
                </a:solidFill>
              </a:rPr>
              <a:t>Pre</a:t>
            </a:r>
            <a:r>
              <a:rPr lang="hu-HU">
                <a:solidFill>
                  <a:schemeClr val="tx1"/>
                </a:solidFill>
              </a:rPr>
              <a:t>- &amp; Post-2000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tx1"/>
                </a:solidFill>
              </a:rPr>
              <a:t>25% - 25% </a:t>
            </a:r>
            <a:r>
              <a:rPr lang="hu-HU" err="1">
                <a:solidFill>
                  <a:schemeClr val="tx1"/>
                </a:solidFill>
              </a:rPr>
              <a:t>Factor</a:t>
            </a:r>
            <a:r>
              <a:rPr lang="hu-HU">
                <a:solidFill>
                  <a:schemeClr val="tx1"/>
                </a:solidFill>
              </a:rPr>
              <a:t> Momentum </a:t>
            </a:r>
            <a:r>
              <a:rPr lang="hu-HU" err="1">
                <a:solidFill>
                  <a:schemeClr val="tx1"/>
                </a:solidFill>
              </a:rPr>
              <a:t>Strategy</a:t>
            </a:r>
            <a:r>
              <a:rPr lang="hu-HU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>
                <a:solidFill>
                  <a:schemeClr val="tx1"/>
                </a:solidFill>
              </a:rPr>
              <a:t>Long/</a:t>
            </a:r>
            <a:r>
              <a:rPr lang="hu-HU" err="1">
                <a:solidFill>
                  <a:schemeClr val="tx1"/>
                </a:solidFill>
              </a:rPr>
              <a:t>Short</a:t>
            </a:r>
            <a:r>
              <a:rPr lang="hu-HU">
                <a:solidFill>
                  <a:schemeClr val="tx1"/>
                </a:solidFill>
              </a:rPr>
              <a:t> Leg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>
                <a:solidFill>
                  <a:schemeClr val="tx1"/>
                </a:solidFill>
              </a:rPr>
              <a:t>Crisis</a:t>
            </a:r>
            <a:r>
              <a:rPr lang="hu-HU">
                <a:solidFill>
                  <a:schemeClr val="tx1"/>
                </a:solidFill>
              </a:rPr>
              <a:t> </a:t>
            </a:r>
            <a:r>
              <a:rPr lang="hu-HU" err="1">
                <a:solidFill>
                  <a:schemeClr val="tx1"/>
                </a:solidFill>
              </a:rPr>
              <a:t>Diversifier</a:t>
            </a:r>
            <a:r>
              <a:rPr lang="hu-HU">
                <a:solidFill>
                  <a:schemeClr val="tx1"/>
                </a:solidFill>
              </a:rPr>
              <a:t> </a:t>
            </a:r>
            <a:r>
              <a:rPr lang="hu-HU" err="1">
                <a:solidFill>
                  <a:schemeClr val="tx1"/>
                </a:solidFill>
              </a:rPr>
              <a:t>Role</a:t>
            </a:r>
            <a:endParaRPr lang="hu-HU">
              <a:solidFill>
                <a:schemeClr val="tx1"/>
              </a:solidFill>
            </a:endParaRPr>
          </a:p>
          <a:p>
            <a:r>
              <a:rPr lang="hu-HU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C4909C-AA5F-CBD4-5AC0-692FEC839E71}"/>
              </a:ext>
            </a:extLst>
          </p:cNvPr>
          <p:cNvSpPr/>
          <p:nvPr/>
        </p:nvSpPr>
        <p:spPr>
          <a:xfrm>
            <a:off x="1356124" y="5429601"/>
            <a:ext cx="7646602" cy="1093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b="1">
                <a:solidFill>
                  <a:schemeClr val="tx1"/>
                </a:solidFill>
              </a:rPr>
              <a:t>1st Part (</a:t>
            </a:r>
            <a:r>
              <a:rPr lang="hu-HU" b="1" err="1">
                <a:solidFill>
                  <a:schemeClr val="tx1"/>
                </a:solidFill>
              </a:rPr>
              <a:t>Factor</a:t>
            </a:r>
            <a:r>
              <a:rPr lang="hu-HU" b="1">
                <a:solidFill>
                  <a:schemeClr val="tx1"/>
                </a:solidFill>
              </a:rPr>
              <a:t> </a:t>
            </a:r>
            <a:r>
              <a:rPr lang="hu-HU" b="1" err="1">
                <a:solidFill>
                  <a:schemeClr val="tx1"/>
                </a:solidFill>
              </a:rPr>
              <a:t>level</a:t>
            </a:r>
            <a:r>
              <a:rPr lang="hu-HU" b="1">
                <a:solidFill>
                  <a:schemeClr val="tx1"/>
                </a:solidFill>
              </a:rPr>
              <a:t>) </a:t>
            </a:r>
            <a:r>
              <a:rPr lang="hu-HU" b="1" err="1">
                <a:solidFill>
                  <a:schemeClr val="tx1"/>
                </a:solidFill>
              </a:rPr>
              <a:t>Robustness</a:t>
            </a:r>
            <a:r>
              <a:rPr lang="hu-HU" b="1">
                <a:solidFill>
                  <a:schemeClr val="tx1"/>
                </a:solidFill>
              </a:rPr>
              <a:t> </a:t>
            </a:r>
            <a:r>
              <a:rPr lang="hu-HU" b="1" err="1">
                <a:solidFill>
                  <a:schemeClr val="tx1"/>
                </a:solidFill>
              </a:rPr>
              <a:t>Checks</a:t>
            </a:r>
            <a:r>
              <a:rPr lang="hu-HU">
                <a:solidFill>
                  <a:schemeClr val="tx1"/>
                </a:solidFill>
              </a:rPr>
              <a:t>.</a:t>
            </a:r>
            <a:endParaRPr lang="hu-HU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>
                <a:solidFill>
                  <a:schemeClr val="tx1"/>
                </a:solidFill>
              </a:rPr>
              <a:t>Lags</a:t>
            </a:r>
            <a:r>
              <a:rPr lang="hu-HU">
                <a:solidFill>
                  <a:schemeClr val="tx1"/>
                </a:solidFill>
              </a:rPr>
              <a:t>, </a:t>
            </a:r>
            <a:r>
              <a:rPr lang="hu-HU" err="1">
                <a:solidFill>
                  <a:schemeClr val="tx1"/>
                </a:solidFill>
              </a:rPr>
              <a:t>Clustering</a:t>
            </a:r>
            <a:r>
              <a:rPr lang="hu-HU">
                <a:solidFill>
                  <a:schemeClr val="tx1"/>
                </a:solidFill>
              </a:rPr>
              <a:t>, PCA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>
                <a:solidFill>
                  <a:schemeClr val="tx1"/>
                </a:solidFill>
              </a:rPr>
              <a:t>Factor</a:t>
            </a:r>
            <a:r>
              <a:rPr lang="hu-HU">
                <a:solidFill>
                  <a:schemeClr val="tx1"/>
                </a:solidFill>
              </a:rPr>
              <a:t> </a:t>
            </a:r>
            <a:r>
              <a:rPr lang="hu-HU" err="1">
                <a:solidFill>
                  <a:schemeClr val="tx1"/>
                </a:solidFill>
              </a:rPr>
              <a:t>Selection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14B5D2-1283-1F5E-9982-C6DFB309F069}"/>
              </a:ext>
            </a:extLst>
          </p:cNvPr>
          <p:cNvSpPr/>
          <p:nvPr/>
        </p:nvSpPr>
        <p:spPr>
          <a:xfrm>
            <a:off x="1504406" y="4143764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EE31B3-B779-CC46-DDCB-8CF06A014B99}"/>
              </a:ext>
            </a:extLst>
          </p:cNvPr>
          <p:cNvSpPr/>
          <p:nvPr/>
        </p:nvSpPr>
        <p:spPr>
          <a:xfrm>
            <a:off x="391886" y="548122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D1166C-D12C-A5D4-2AAE-778D2D5B4C6C}"/>
              </a:ext>
            </a:extLst>
          </p:cNvPr>
          <p:cNvSpPr/>
          <p:nvPr/>
        </p:nvSpPr>
        <p:spPr>
          <a:xfrm>
            <a:off x="442178" y="1676489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EB764A-F450-E168-D2E4-7341A877650D}"/>
              </a:ext>
            </a:extLst>
          </p:cNvPr>
          <p:cNvSpPr/>
          <p:nvPr/>
        </p:nvSpPr>
        <p:spPr>
          <a:xfrm>
            <a:off x="442178" y="3374676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E0E689-76D6-F599-9764-2080BCB78815}"/>
              </a:ext>
            </a:extLst>
          </p:cNvPr>
          <p:cNvSpPr/>
          <p:nvPr/>
        </p:nvSpPr>
        <p:spPr>
          <a:xfrm>
            <a:off x="442178" y="5534839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3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1760E9-B23A-5270-5B73-B66F680DC07F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670778" y="2171517"/>
            <a:ext cx="0" cy="11495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F92354-B054-0CD4-D64D-97DCBD027F0D}"/>
              </a:ext>
            </a:extLst>
          </p:cNvPr>
          <p:cNvCxnSpPr>
            <a:cxnSpLocks/>
            <a:stCxn id="5" idx="4"/>
            <a:endCxn id="12" idx="0"/>
          </p:cNvCxnSpPr>
          <p:nvPr/>
        </p:nvCxnSpPr>
        <p:spPr>
          <a:xfrm>
            <a:off x="670778" y="3869705"/>
            <a:ext cx="0" cy="16115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693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E12620A-AE37-DC2B-13F2-683E69A9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5FAD77-E93A-ECE0-EF94-F8CAB2082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Final Presentation Proposal + Next Steps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14E37D-F563-C8CE-90D6-5F9B0B19EE52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Final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Presentation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Outline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Proposal</a:t>
            </a:r>
            <a:r>
              <a:rPr lang="cs-CZ" sz="1800" b="1" noProof="0">
                <a:solidFill>
                  <a:schemeClr val="bg1"/>
                </a:solidFill>
              </a:rPr>
              <a:t> II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B2BE68-2AF3-45AE-3515-C8B694954653}"/>
              </a:ext>
            </a:extLst>
          </p:cNvPr>
          <p:cNvSpPr txBox="1"/>
          <p:nvPr/>
        </p:nvSpPr>
        <p:spPr>
          <a:xfrm>
            <a:off x="1504406" y="1702017"/>
            <a:ext cx="9599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/>
              <a:t>2nd Part (</a:t>
            </a:r>
            <a:r>
              <a:rPr lang="hu-HU" b="1" err="1"/>
              <a:t>Single-stock</a:t>
            </a:r>
            <a:r>
              <a:rPr lang="hu-HU" b="1"/>
              <a:t> </a:t>
            </a:r>
            <a:r>
              <a:rPr lang="hu-HU" b="1" err="1"/>
              <a:t>level</a:t>
            </a:r>
            <a:r>
              <a:rPr lang="hu-HU" b="1"/>
              <a:t>)</a:t>
            </a:r>
            <a:r>
              <a:rPr lang="hu-HU"/>
              <a:t>.</a:t>
            </a:r>
            <a:endParaRPr lang="hu-HU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/>
              <a:t>Factor</a:t>
            </a:r>
            <a:r>
              <a:rPr lang="hu-HU"/>
              <a:t> </a:t>
            </a:r>
            <a:r>
              <a:rPr lang="hu-HU" err="1"/>
              <a:t>Replication</a:t>
            </a:r>
            <a:endParaRPr lang="hu-H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/>
              <a:t>Strategy</a:t>
            </a:r>
            <a:r>
              <a:rPr lang="hu-HU"/>
              <a:t> </a:t>
            </a:r>
            <a:r>
              <a:rPr lang="hu-HU" err="1"/>
              <a:t>Replication</a:t>
            </a:r>
            <a:endParaRPr lang="hu-H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/>
              <a:t>Net </a:t>
            </a:r>
            <a:r>
              <a:rPr lang="hu-HU" err="1"/>
              <a:t>positions</a:t>
            </a:r>
            <a:endParaRPr lang="hu-HU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err="1"/>
              <a:t>Frictions</a:t>
            </a:r>
            <a:r>
              <a:rPr lang="hu-HU"/>
              <a:t> (</a:t>
            </a:r>
            <a:r>
              <a:rPr lang="hu-HU" err="1"/>
              <a:t>Shorting</a:t>
            </a:r>
            <a:r>
              <a:rPr lang="hu-HU"/>
              <a:t> </a:t>
            </a:r>
            <a:r>
              <a:rPr lang="hu-HU" err="1"/>
              <a:t>Costs</a:t>
            </a:r>
            <a:r>
              <a:rPr lang="hu-HU"/>
              <a:t>, </a:t>
            </a:r>
            <a:r>
              <a:rPr lang="hu-HU" err="1"/>
              <a:t>Taxes</a:t>
            </a:r>
            <a:r>
              <a:rPr lang="hu-HU"/>
              <a:t>, </a:t>
            </a:r>
            <a:r>
              <a:rPr lang="hu-HU" err="1"/>
              <a:t>Turnover</a:t>
            </a:r>
            <a:r>
              <a:rPr lang="hu-HU"/>
              <a:t> etc.)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1DD1C7-C5C9-3141-7025-9175EDC0764A}"/>
              </a:ext>
            </a:extLst>
          </p:cNvPr>
          <p:cNvSpPr/>
          <p:nvPr/>
        </p:nvSpPr>
        <p:spPr>
          <a:xfrm>
            <a:off x="1504406" y="4143764"/>
            <a:ext cx="5302826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A4239C-359C-5989-BE90-6A40CDF55CB1}"/>
              </a:ext>
            </a:extLst>
          </p:cNvPr>
          <p:cNvSpPr/>
          <p:nvPr/>
        </p:nvSpPr>
        <p:spPr>
          <a:xfrm>
            <a:off x="391886" y="165609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D871E-2888-BE8E-CB2A-7B9CB8624E94}"/>
              </a:ext>
            </a:extLst>
          </p:cNvPr>
          <p:cNvSpPr/>
          <p:nvPr/>
        </p:nvSpPr>
        <p:spPr>
          <a:xfrm>
            <a:off x="442178" y="1702017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02B988-BFFB-A269-D453-317EC932E066}"/>
              </a:ext>
            </a:extLst>
          </p:cNvPr>
          <p:cNvSpPr/>
          <p:nvPr/>
        </p:nvSpPr>
        <p:spPr>
          <a:xfrm>
            <a:off x="391886" y="3526033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D2AF4B5-41B7-276F-B44B-2527039DD04B}"/>
              </a:ext>
            </a:extLst>
          </p:cNvPr>
          <p:cNvSpPr/>
          <p:nvPr/>
        </p:nvSpPr>
        <p:spPr>
          <a:xfrm>
            <a:off x="391886" y="4731727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E30E0D-92D0-8B91-699E-C13F873AD859}"/>
              </a:ext>
            </a:extLst>
          </p:cNvPr>
          <p:cNvSpPr/>
          <p:nvPr/>
        </p:nvSpPr>
        <p:spPr>
          <a:xfrm>
            <a:off x="442178" y="3579645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9FB6C8-0B9C-EEB3-41D2-C09C4B8F291C}"/>
              </a:ext>
            </a:extLst>
          </p:cNvPr>
          <p:cNvSpPr/>
          <p:nvPr/>
        </p:nvSpPr>
        <p:spPr>
          <a:xfrm>
            <a:off x="442178" y="4785338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6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EE11496-A906-B884-4C7C-31175A752572}"/>
              </a:ext>
            </a:extLst>
          </p:cNvPr>
          <p:cNvCxnSpPr>
            <a:cxnSpLocks/>
            <a:stCxn id="13" idx="4"/>
            <a:endCxn id="22" idx="0"/>
          </p:cNvCxnSpPr>
          <p:nvPr/>
        </p:nvCxnSpPr>
        <p:spPr>
          <a:xfrm>
            <a:off x="670778" y="2204737"/>
            <a:ext cx="0" cy="13212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478AB56-B1B2-6AF9-EA1B-C3BAC122730A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670778" y="4074673"/>
            <a:ext cx="0" cy="6570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EDD5CC-6EC3-7F68-5AA6-D1F4F56D0F37}"/>
              </a:ext>
            </a:extLst>
          </p:cNvPr>
          <p:cNvSpPr txBox="1"/>
          <p:nvPr/>
        </p:nvSpPr>
        <p:spPr>
          <a:xfrm>
            <a:off x="1504406" y="3615687"/>
            <a:ext cx="9216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Strategy</a:t>
            </a:r>
            <a:r>
              <a:rPr lang="cs-CZ"/>
              <a:t> </a:t>
            </a:r>
            <a:r>
              <a:rPr lang="cs-CZ" err="1"/>
              <a:t>Conclusion</a:t>
            </a:r>
            <a:r>
              <a:rPr lang="cs-CZ"/>
              <a:t>, Portfolio </a:t>
            </a:r>
            <a:r>
              <a:rPr lang="cs-CZ" err="1"/>
              <a:t>Implications</a:t>
            </a:r>
            <a:r>
              <a:rPr lang="cs-CZ"/>
              <a:t> &amp; </a:t>
            </a:r>
            <a:r>
              <a:rPr lang="cs-CZ" err="1"/>
              <a:t>Implementation</a:t>
            </a:r>
            <a:r>
              <a:rPr lang="cs-CZ"/>
              <a:t> </a:t>
            </a:r>
            <a:r>
              <a:rPr lang="cs-CZ" err="1"/>
              <a:t>Constraints</a:t>
            </a:r>
            <a:r>
              <a:rPr lang="cs-CZ"/>
              <a:t>. 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DDCBE-F692-30CC-85F7-9FEBD002F6BB}"/>
              </a:ext>
            </a:extLst>
          </p:cNvPr>
          <p:cNvSpPr txBox="1"/>
          <p:nvPr/>
        </p:nvSpPr>
        <p:spPr>
          <a:xfrm>
            <a:off x="1504406" y="4821380"/>
            <a:ext cx="530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/>
              <a:t>R </a:t>
            </a:r>
            <a:r>
              <a:rPr lang="cs-CZ" b="1" err="1"/>
              <a:t>Shiny</a:t>
            </a:r>
            <a:r>
              <a:rPr lang="cs-CZ" b="1"/>
              <a:t> </a:t>
            </a:r>
            <a:r>
              <a:rPr lang="cs-CZ" b="1" err="1"/>
              <a:t>App</a:t>
            </a:r>
            <a:r>
              <a:rPr lang="cs-CZ"/>
              <a:t>, </a:t>
            </a:r>
            <a:r>
              <a:rPr lang="cs-CZ" err="1"/>
              <a:t>usage</a:t>
            </a:r>
            <a:r>
              <a:rPr lang="cs-CZ"/>
              <a:t> </a:t>
            </a:r>
            <a:r>
              <a:rPr lang="cs-CZ" err="1"/>
              <a:t>demonstration</a:t>
            </a:r>
            <a:r>
              <a:rPr lang="cs-CZ"/>
              <a:t>. 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815CC3-2355-6E92-2B69-73F82B8F86CC}"/>
              </a:ext>
            </a:extLst>
          </p:cNvPr>
          <p:cNvSpPr txBox="1"/>
          <p:nvPr/>
        </p:nvSpPr>
        <p:spPr>
          <a:xfrm>
            <a:off x="1504406" y="5936479"/>
            <a:ext cx="7244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Ilab</a:t>
            </a:r>
            <a:r>
              <a:rPr lang="cs-CZ"/>
              <a:t> </a:t>
            </a:r>
            <a:r>
              <a:rPr lang="cs-CZ" err="1"/>
              <a:t>Conclusions</a:t>
            </a:r>
            <a:r>
              <a:rPr lang="cs-CZ"/>
              <a:t>: </a:t>
            </a:r>
            <a:r>
              <a:rPr lang="cs-CZ" err="1"/>
              <a:t>Lessons</a:t>
            </a:r>
            <a:r>
              <a:rPr lang="cs-CZ"/>
              <a:t> </a:t>
            </a:r>
            <a:r>
              <a:rPr lang="cs-CZ" err="1"/>
              <a:t>Learned</a:t>
            </a:r>
            <a:r>
              <a:rPr lang="cs-CZ"/>
              <a:t> + </a:t>
            </a:r>
            <a:r>
              <a:rPr lang="cs-CZ" err="1"/>
              <a:t>Empirical</a:t>
            </a:r>
            <a:r>
              <a:rPr lang="cs-CZ"/>
              <a:t> </a:t>
            </a:r>
            <a:r>
              <a:rPr lang="cs-CZ" err="1"/>
              <a:t>Challenges</a:t>
            </a:r>
            <a:r>
              <a:rPr lang="cs-CZ"/>
              <a:t>.</a:t>
            </a:r>
            <a:endParaRPr lang="en-US"/>
          </a:p>
        </p:txBody>
      </p:sp>
      <p:sp>
        <p:nvSpPr>
          <p:cNvPr id="34" name="Oval 22">
            <a:extLst>
              <a:ext uri="{FF2B5EF4-FFF2-40B4-BE49-F238E27FC236}">
                <a16:creationId xmlns:a16="http://schemas.microsoft.com/office/drawing/2014/main" id="{37C7F05B-2605-F485-6D89-6AFE5ED71B0D}"/>
              </a:ext>
            </a:extLst>
          </p:cNvPr>
          <p:cNvSpPr/>
          <p:nvPr/>
        </p:nvSpPr>
        <p:spPr>
          <a:xfrm>
            <a:off x="391886" y="5846826"/>
            <a:ext cx="557784" cy="54864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6BFE10B4-401D-8EA6-48DC-6B9555F17DE2}"/>
              </a:ext>
            </a:extLst>
          </p:cNvPr>
          <p:cNvSpPr/>
          <p:nvPr/>
        </p:nvSpPr>
        <p:spPr>
          <a:xfrm>
            <a:off x="442178" y="5900437"/>
            <a:ext cx="457200" cy="4414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>
                <a:solidFill>
                  <a:schemeClr val="tx1"/>
                </a:solidFill>
              </a:rPr>
              <a:t>7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Straight Connector 26">
            <a:extLst>
              <a:ext uri="{FF2B5EF4-FFF2-40B4-BE49-F238E27FC236}">
                <a16:creationId xmlns:a16="http://schemas.microsoft.com/office/drawing/2014/main" id="{C7857FDD-181B-DB81-FB7D-76F3032F982F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670778" y="5280367"/>
            <a:ext cx="0" cy="5664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046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E6BE600-FA6F-D56E-646A-A52ABD3F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A23FE9-FD94-35CF-C83E-21F1E1C158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hu-HU"/>
              <a:t>Final Presentation Proposal + Next Steps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784D7F-EB3D-54B0-A606-738F0D1199A3}"/>
              </a:ext>
            </a:extLst>
          </p:cNvPr>
          <p:cNvSpPr/>
          <p:nvPr/>
        </p:nvSpPr>
        <p:spPr>
          <a:xfrm>
            <a:off x="391886" y="881744"/>
            <a:ext cx="11258246" cy="522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noProof="0" err="1">
                <a:solidFill>
                  <a:schemeClr val="bg1"/>
                </a:solidFill>
              </a:rPr>
              <a:t>Outline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of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the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workload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before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the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Final</a:t>
            </a:r>
            <a:r>
              <a:rPr lang="cs-CZ" sz="1800" b="1" noProof="0">
                <a:solidFill>
                  <a:schemeClr val="bg1"/>
                </a:solidFill>
              </a:rPr>
              <a:t> </a:t>
            </a:r>
            <a:r>
              <a:rPr lang="cs-CZ" sz="1800" b="1" noProof="0" err="1">
                <a:solidFill>
                  <a:schemeClr val="bg1"/>
                </a:solidFill>
              </a:rPr>
              <a:t>Presentation</a:t>
            </a:r>
            <a:endParaRPr lang="cs-CZ" sz="1800" b="1" noProof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702C2-2017-27E8-597E-68D7C26DC5CC}"/>
              </a:ext>
            </a:extLst>
          </p:cNvPr>
          <p:cNvSpPr/>
          <p:nvPr/>
        </p:nvSpPr>
        <p:spPr>
          <a:xfrm>
            <a:off x="391886" y="1748308"/>
            <a:ext cx="11258246" cy="3452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b="1" err="1">
                <a:solidFill>
                  <a:schemeClr val="tx1"/>
                </a:solidFill>
              </a:rPr>
              <a:t>Implement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netting</a:t>
            </a:r>
            <a:r>
              <a:rPr lang="cs-CZ" sz="1600" b="1">
                <a:solidFill>
                  <a:schemeClr val="tx1"/>
                </a:solidFill>
              </a:rPr>
              <a:t> to single </a:t>
            </a:r>
            <a:r>
              <a:rPr lang="cs-CZ" sz="1600" b="1" err="1">
                <a:solidFill>
                  <a:schemeClr val="tx1"/>
                </a:solidFill>
              </a:rPr>
              <a:t>stocks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across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factors</a:t>
            </a:r>
            <a:r>
              <a:rPr lang="cs-CZ" sz="1600" b="1">
                <a:solidFill>
                  <a:schemeClr val="tx1"/>
                </a:solidFill>
              </a:rPr>
              <a:t> (limit to a </a:t>
            </a:r>
            <a:r>
              <a:rPr lang="cs-CZ" sz="1600" b="1" err="1">
                <a:solidFill>
                  <a:schemeClr val="tx1"/>
                </a:solidFill>
              </a:rPr>
              <a:t>smaller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number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of</a:t>
            </a:r>
            <a:r>
              <a:rPr lang="cs-CZ" sz="1600" b="1">
                <a:solidFill>
                  <a:schemeClr val="tx1"/>
                </a:solidFill>
              </a:rPr>
              <a:t> net </a:t>
            </a:r>
            <a:r>
              <a:rPr lang="cs-CZ" sz="1600" b="1" err="1">
                <a:solidFill>
                  <a:schemeClr val="tx1"/>
                </a:solidFill>
              </a:rPr>
              <a:t>positions</a:t>
            </a:r>
            <a:r>
              <a:rPr lang="cs-CZ" sz="1600" b="1">
                <a:solidFill>
                  <a:schemeClr val="tx1"/>
                </a:solidFill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b="1" err="1">
                <a:solidFill>
                  <a:schemeClr val="tx1"/>
                </a:solidFill>
              </a:rPr>
              <a:t>Apply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proposed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logic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for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frictions</a:t>
            </a:r>
            <a:r>
              <a:rPr lang="cs-CZ" sz="1600" b="1">
                <a:solidFill>
                  <a:schemeClr val="tx1"/>
                </a:solidFill>
              </a:rPr>
              <a:t> – </a:t>
            </a:r>
            <a:r>
              <a:rPr lang="cs-CZ" sz="1600" b="1" err="1">
                <a:solidFill>
                  <a:schemeClr val="tx1"/>
                </a:solidFill>
              </a:rPr>
              <a:t>taxes</a:t>
            </a:r>
            <a:r>
              <a:rPr lang="cs-CZ" sz="1600" b="1">
                <a:solidFill>
                  <a:schemeClr val="tx1"/>
                </a:solidFill>
              </a:rPr>
              <a:t> on </a:t>
            </a:r>
            <a:r>
              <a:rPr lang="cs-CZ" sz="1600" b="1" err="1">
                <a:solidFill>
                  <a:schemeClr val="tx1"/>
                </a:solidFill>
              </a:rPr>
              <a:t>dividends</a:t>
            </a:r>
            <a:r>
              <a:rPr lang="cs-CZ" sz="1600" b="1">
                <a:solidFill>
                  <a:schemeClr val="tx1"/>
                </a:solidFill>
              </a:rPr>
              <a:t>, </a:t>
            </a:r>
            <a:r>
              <a:rPr lang="cs-CZ" sz="1600" b="1" err="1">
                <a:solidFill>
                  <a:schemeClr val="tx1"/>
                </a:solidFill>
              </a:rPr>
              <a:t>shorting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costs</a:t>
            </a:r>
            <a:r>
              <a:rPr lang="cs-CZ" sz="1600" b="1">
                <a:solidFill>
                  <a:schemeClr val="tx1"/>
                </a:solidFill>
              </a:rPr>
              <a:t> &amp; </a:t>
            </a:r>
            <a:r>
              <a:rPr lang="cs-CZ" sz="1600" b="1" err="1">
                <a:solidFill>
                  <a:schemeClr val="tx1"/>
                </a:solidFill>
              </a:rPr>
              <a:t>transaction</a:t>
            </a:r>
            <a:r>
              <a:rPr lang="cs-CZ" sz="1600" b="1">
                <a:solidFill>
                  <a:schemeClr val="tx1"/>
                </a:solidFill>
              </a:rPr>
              <a:t> </a:t>
            </a:r>
            <a:r>
              <a:rPr lang="cs-CZ" sz="1600" b="1" err="1">
                <a:solidFill>
                  <a:schemeClr val="tx1"/>
                </a:solidFill>
              </a:rPr>
              <a:t>costs</a:t>
            </a:r>
            <a:r>
              <a:rPr lang="cs-CZ" sz="1600" b="1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err="1">
                <a:solidFill>
                  <a:schemeClr val="tx1"/>
                </a:solidFill>
              </a:rPr>
              <a:t>Compare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the</a:t>
            </a:r>
            <a:r>
              <a:rPr lang="cs-CZ" sz="1600">
                <a:solidFill>
                  <a:schemeClr val="tx1"/>
                </a:solidFill>
              </a:rPr>
              <a:t> performance </a:t>
            </a:r>
            <a:r>
              <a:rPr lang="cs-CZ" sz="1600" err="1">
                <a:solidFill>
                  <a:schemeClr val="tx1"/>
                </a:solidFill>
              </a:rPr>
              <a:t>with</a:t>
            </a:r>
            <a:r>
              <a:rPr lang="cs-CZ" sz="1600">
                <a:solidFill>
                  <a:schemeClr val="tx1"/>
                </a:solidFill>
              </a:rPr>
              <a:t> vs. </a:t>
            </a:r>
            <a:r>
              <a:rPr lang="cs-CZ" sz="1600" err="1">
                <a:solidFill>
                  <a:schemeClr val="tx1"/>
                </a:solidFill>
              </a:rPr>
              <a:t>without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frictions</a:t>
            </a:r>
            <a:r>
              <a:rPr lang="cs-CZ" sz="160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err="1">
                <a:solidFill>
                  <a:schemeClr val="tx1"/>
                </a:solidFill>
              </a:rPr>
              <a:t>Implement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the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final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version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of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our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analysis</a:t>
            </a:r>
            <a:r>
              <a:rPr lang="cs-CZ" sz="1600">
                <a:solidFill>
                  <a:schemeClr val="tx1"/>
                </a:solidFill>
              </a:rPr>
              <a:t> in </a:t>
            </a:r>
            <a:r>
              <a:rPr lang="cs-CZ" sz="1600" err="1">
                <a:solidFill>
                  <a:schemeClr val="tx1"/>
                </a:solidFill>
              </a:rPr>
              <a:t>the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Rshiny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app</a:t>
            </a:r>
            <a:r>
              <a:rPr lang="cs-CZ" sz="1600">
                <a:solidFill>
                  <a:schemeClr val="tx1"/>
                </a:solidFill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cs-CZ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cs-CZ" sz="1600" b="1" err="1">
                <a:solidFill>
                  <a:schemeClr val="tx1"/>
                </a:solidFill>
              </a:rPr>
              <a:t>Questions</a:t>
            </a:r>
            <a:endParaRPr lang="cs-CZ" sz="1600" b="1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err="1">
                <a:solidFill>
                  <a:schemeClr val="tx1"/>
                </a:solidFill>
              </a:rPr>
              <a:t>Final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presentation</a:t>
            </a:r>
            <a:r>
              <a:rPr lang="cs-CZ" sz="1600">
                <a:solidFill>
                  <a:schemeClr val="tx1"/>
                </a:solidFill>
              </a:rPr>
              <a:t> – </a:t>
            </a:r>
            <a:r>
              <a:rPr lang="cs-CZ" sz="1600" err="1">
                <a:solidFill>
                  <a:schemeClr val="tx1"/>
                </a:solidFill>
              </a:rPr>
              <a:t>How</a:t>
            </a:r>
            <a:r>
              <a:rPr lang="cs-CZ" sz="1600">
                <a:solidFill>
                  <a:schemeClr val="tx1"/>
                </a:solidFill>
              </a:rPr>
              <a:t> long? </a:t>
            </a:r>
            <a:r>
              <a:rPr lang="cs-CZ" sz="1600" err="1">
                <a:solidFill>
                  <a:schemeClr val="tx1"/>
                </a:solidFill>
              </a:rPr>
              <a:t>Who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will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attend</a:t>
            </a:r>
            <a:r>
              <a:rPr lang="cs-CZ" sz="1600">
                <a:solidFill>
                  <a:schemeClr val="tx1"/>
                </a:solidFill>
              </a:rPr>
              <a:t> and </a:t>
            </a:r>
            <a:r>
              <a:rPr lang="cs-CZ" sz="1600" err="1">
                <a:solidFill>
                  <a:schemeClr val="tx1"/>
                </a:solidFill>
              </a:rPr>
              <a:t>what</a:t>
            </a:r>
            <a:r>
              <a:rPr lang="cs-CZ" sz="1600">
                <a:solidFill>
                  <a:schemeClr val="tx1"/>
                </a:solidFill>
              </a:rPr>
              <a:t> are </a:t>
            </a:r>
            <a:r>
              <a:rPr lang="cs-CZ" sz="1600" err="1">
                <a:solidFill>
                  <a:schemeClr val="tx1"/>
                </a:solidFill>
              </a:rPr>
              <a:t>their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expectations</a:t>
            </a:r>
            <a:r>
              <a:rPr lang="cs-CZ" sz="1600">
                <a:solidFill>
                  <a:schemeClr val="tx1"/>
                </a:solidFill>
              </a:rPr>
              <a:t> (</a:t>
            </a:r>
            <a:r>
              <a:rPr lang="cs-CZ" sz="1600" err="1">
                <a:solidFill>
                  <a:schemeClr val="tx1"/>
                </a:solidFill>
              </a:rPr>
              <a:t>theoretical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insights</a:t>
            </a:r>
            <a:r>
              <a:rPr lang="cs-CZ" sz="1600">
                <a:solidFill>
                  <a:schemeClr val="tx1"/>
                </a:solidFill>
              </a:rPr>
              <a:t>/</a:t>
            </a:r>
            <a:r>
              <a:rPr lang="cs-CZ" sz="1600" err="1">
                <a:solidFill>
                  <a:schemeClr val="tx1"/>
                </a:solidFill>
              </a:rPr>
              <a:t>practical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implications</a:t>
            </a:r>
            <a:r>
              <a:rPr lang="cs-CZ" sz="1600">
                <a:solidFill>
                  <a:schemeClr val="tx1"/>
                </a:solidFill>
              </a:rPr>
              <a:t>)? Online/in-person? </a:t>
            </a:r>
            <a:r>
              <a:rPr lang="cs-CZ" sz="1600" err="1">
                <a:solidFill>
                  <a:schemeClr val="tx1"/>
                </a:solidFill>
              </a:rPr>
              <a:t>How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should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it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differ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from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the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previous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presentations</a:t>
            </a:r>
            <a:r>
              <a:rPr lang="cs-CZ" sz="1600">
                <a:solidFill>
                  <a:schemeClr val="tx1"/>
                </a:solidFill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s-CZ" sz="1600" err="1">
                <a:solidFill>
                  <a:schemeClr val="tx1"/>
                </a:solidFill>
              </a:rPr>
              <a:t>R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Shiny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App</a:t>
            </a:r>
            <a:r>
              <a:rPr lang="cs-CZ" sz="1600">
                <a:solidFill>
                  <a:schemeClr val="tx1"/>
                </a:solidFill>
              </a:rPr>
              <a:t> – </a:t>
            </a:r>
            <a:r>
              <a:rPr lang="cs-CZ" sz="1600" err="1">
                <a:solidFill>
                  <a:schemeClr val="tx1"/>
                </a:solidFill>
              </a:rPr>
              <a:t>feasible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for</a:t>
            </a:r>
            <a:r>
              <a:rPr lang="cs-CZ" sz="1600">
                <a:solidFill>
                  <a:schemeClr val="tx1"/>
                </a:solidFill>
              </a:rPr>
              <a:t> </a:t>
            </a:r>
            <a:r>
              <a:rPr lang="cs-CZ" sz="1600" err="1">
                <a:solidFill>
                  <a:schemeClr val="tx1"/>
                </a:solidFill>
              </a:rPr>
              <a:t>the</a:t>
            </a:r>
            <a:r>
              <a:rPr lang="cs-CZ" sz="1600">
                <a:solidFill>
                  <a:schemeClr val="tx1"/>
                </a:solidFill>
              </a:rPr>
              <a:t> second part data?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311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E9584B9D-1F62-378B-92B2-F1B31080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0">
            <a:extLst>
              <a:ext uri="{FF2B5EF4-FFF2-40B4-BE49-F238E27FC236}">
                <a16:creationId xmlns:a16="http://schemas.microsoft.com/office/drawing/2014/main" id="{95FA6959-3332-0494-3335-086050EEE521}"/>
              </a:ext>
            </a:extLst>
          </p:cNvPr>
          <p:cNvSpPr txBox="1"/>
          <p:nvPr/>
        </p:nvSpPr>
        <p:spPr>
          <a:xfrm>
            <a:off x="716541" y="5441960"/>
            <a:ext cx="8556800" cy="25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400"/>
            </a:pPr>
            <a:endParaRPr sz="1867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09585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</a:pPr>
            <a:br>
              <a:rPr lang="de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50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87397340-73E6-797D-8FEB-B42153401E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748" y="240292"/>
            <a:ext cx="624097" cy="5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>
            <a:extLst>
              <a:ext uri="{FF2B5EF4-FFF2-40B4-BE49-F238E27FC236}">
                <a16:creationId xmlns:a16="http://schemas.microsoft.com/office/drawing/2014/main" id="{68220245-F345-10F5-8420-E57808398330}"/>
              </a:ext>
            </a:extLst>
          </p:cNvPr>
          <p:cNvSpPr/>
          <p:nvPr/>
        </p:nvSpPr>
        <p:spPr>
          <a:xfrm flipH="1">
            <a:off x="1093405" y="1640341"/>
            <a:ext cx="9997440" cy="4878067"/>
          </a:xfrm>
          <a:custGeom>
            <a:avLst/>
            <a:gdLst/>
            <a:ahLst/>
            <a:cxnLst/>
            <a:rect l="l" t="t" r="r" b="b"/>
            <a:pathLst>
              <a:path w="9144000" h="5460523" extrusionOk="0">
                <a:moveTo>
                  <a:pt x="4436018" y="2980724"/>
                </a:moveTo>
                <a:lnTo>
                  <a:pt x="4693763" y="3242405"/>
                </a:lnTo>
                <a:cubicBezTo>
                  <a:pt x="4687415" y="3248693"/>
                  <a:pt x="4664137" y="3264719"/>
                  <a:pt x="4624354" y="3299812"/>
                </a:cubicBezTo>
                <a:cubicBezTo>
                  <a:pt x="4561716" y="3350931"/>
                  <a:pt x="4449138" y="3315838"/>
                  <a:pt x="4392848" y="3296567"/>
                </a:cubicBezTo>
                <a:lnTo>
                  <a:pt x="4376342" y="3293321"/>
                </a:lnTo>
                <a:cubicBezTo>
                  <a:pt x="4445752" y="3168972"/>
                  <a:pt x="4438980" y="2990258"/>
                  <a:pt x="4436018" y="2980724"/>
                </a:cubicBezTo>
                <a:close/>
                <a:moveTo>
                  <a:pt x="4104971" y="2297718"/>
                </a:moveTo>
                <a:cubicBezTo>
                  <a:pt x="4124827" y="2320061"/>
                  <a:pt x="4147978" y="2342404"/>
                  <a:pt x="4167834" y="2364730"/>
                </a:cubicBezTo>
                <a:cubicBezTo>
                  <a:pt x="4194301" y="2390267"/>
                  <a:pt x="4217452" y="2409415"/>
                  <a:pt x="4240623" y="2431758"/>
                </a:cubicBezTo>
                <a:cubicBezTo>
                  <a:pt x="4283630" y="2470055"/>
                  <a:pt x="4329953" y="2508352"/>
                  <a:pt x="4376276" y="2546649"/>
                </a:cubicBezTo>
                <a:cubicBezTo>
                  <a:pt x="4379592" y="2562604"/>
                  <a:pt x="4382887" y="2575364"/>
                  <a:pt x="4382887" y="2591318"/>
                </a:cubicBezTo>
                <a:cubicBezTo>
                  <a:pt x="4386203" y="2607272"/>
                  <a:pt x="4389519" y="2626421"/>
                  <a:pt x="4392815" y="2642375"/>
                </a:cubicBezTo>
                <a:lnTo>
                  <a:pt x="4396131" y="2651958"/>
                </a:lnTo>
                <a:lnTo>
                  <a:pt x="4406059" y="2651958"/>
                </a:lnTo>
                <a:cubicBezTo>
                  <a:pt x="4415987" y="2655152"/>
                  <a:pt x="4429210" y="2655152"/>
                  <a:pt x="4439138" y="2655152"/>
                </a:cubicBezTo>
                <a:cubicBezTo>
                  <a:pt x="4449066" y="2655152"/>
                  <a:pt x="4462309" y="2658330"/>
                  <a:pt x="4472237" y="2658330"/>
                </a:cubicBezTo>
                <a:cubicBezTo>
                  <a:pt x="4495388" y="2661524"/>
                  <a:pt x="4518560" y="2661524"/>
                  <a:pt x="4541711" y="2664718"/>
                </a:cubicBezTo>
                <a:cubicBezTo>
                  <a:pt x="4518560" y="2658330"/>
                  <a:pt x="4498704" y="2648764"/>
                  <a:pt x="4475533" y="2642375"/>
                </a:cubicBezTo>
                <a:cubicBezTo>
                  <a:pt x="4465605" y="2639181"/>
                  <a:pt x="4452382" y="2636004"/>
                  <a:pt x="4442454" y="2632810"/>
                </a:cubicBezTo>
                <a:cubicBezTo>
                  <a:pt x="4435842" y="2629615"/>
                  <a:pt x="4425914" y="2629615"/>
                  <a:pt x="4419303" y="2626421"/>
                </a:cubicBezTo>
                <a:cubicBezTo>
                  <a:pt x="4419303" y="2610467"/>
                  <a:pt x="4415987" y="2597707"/>
                  <a:pt x="4415987" y="2581735"/>
                </a:cubicBezTo>
                <a:cubicBezTo>
                  <a:pt x="4412671" y="2565781"/>
                  <a:pt x="4412671" y="2546632"/>
                  <a:pt x="4409375" y="2530678"/>
                </a:cubicBezTo>
                <a:lnTo>
                  <a:pt x="4409375" y="2524307"/>
                </a:lnTo>
                <a:lnTo>
                  <a:pt x="4402763" y="2521112"/>
                </a:lnTo>
                <a:cubicBezTo>
                  <a:pt x="4356440" y="2479621"/>
                  <a:pt x="4306802" y="2441324"/>
                  <a:pt x="4260479" y="2403027"/>
                </a:cubicBezTo>
                <a:cubicBezTo>
                  <a:pt x="4237328" y="2383878"/>
                  <a:pt x="4210860" y="2364730"/>
                  <a:pt x="4184373" y="2348775"/>
                </a:cubicBezTo>
                <a:cubicBezTo>
                  <a:pt x="4157906" y="2329627"/>
                  <a:pt x="4134754" y="2313672"/>
                  <a:pt x="4104971" y="2297718"/>
                </a:cubicBezTo>
                <a:close/>
                <a:moveTo>
                  <a:pt x="4336577" y="2074331"/>
                </a:moveTo>
                <a:cubicBezTo>
                  <a:pt x="4359736" y="2103048"/>
                  <a:pt x="4379589" y="2122198"/>
                  <a:pt x="4399442" y="2141349"/>
                </a:cubicBezTo>
                <a:cubicBezTo>
                  <a:pt x="4422601" y="2163682"/>
                  <a:pt x="4445760" y="2182833"/>
                  <a:pt x="4465613" y="2205183"/>
                </a:cubicBezTo>
                <a:cubicBezTo>
                  <a:pt x="4508624" y="2243467"/>
                  <a:pt x="4554942" y="2281768"/>
                  <a:pt x="4601259" y="2320069"/>
                </a:cubicBezTo>
                <a:cubicBezTo>
                  <a:pt x="4604565" y="2336019"/>
                  <a:pt x="4607870" y="2348786"/>
                  <a:pt x="4607870" y="2364736"/>
                </a:cubicBezTo>
                <a:cubicBezTo>
                  <a:pt x="4611196" y="2380703"/>
                  <a:pt x="4614501" y="2399836"/>
                  <a:pt x="4617807" y="2415803"/>
                </a:cubicBezTo>
                <a:lnTo>
                  <a:pt x="4621112" y="2425370"/>
                </a:lnTo>
                <a:lnTo>
                  <a:pt x="4631049" y="2425370"/>
                </a:lnTo>
                <a:cubicBezTo>
                  <a:pt x="4640965" y="2428570"/>
                  <a:pt x="4654207" y="2428570"/>
                  <a:pt x="4664124" y="2428570"/>
                </a:cubicBezTo>
                <a:cubicBezTo>
                  <a:pt x="4674061" y="2428570"/>
                  <a:pt x="4687283" y="2431754"/>
                  <a:pt x="4697219" y="2431754"/>
                </a:cubicBezTo>
                <a:cubicBezTo>
                  <a:pt x="4720378" y="2434937"/>
                  <a:pt x="4743537" y="2434937"/>
                  <a:pt x="4766695" y="2438137"/>
                </a:cubicBezTo>
                <a:cubicBezTo>
                  <a:pt x="4743537" y="2431754"/>
                  <a:pt x="4723683" y="2422187"/>
                  <a:pt x="4700525" y="2415803"/>
                </a:cubicBezTo>
                <a:cubicBezTo>
                  <a:pt x="4690588" y="2412603"/>
                  <a:pt x="4677366" y="2409420"/>
                  <a:pt x="4667430" y="2406220"/>
                </a:cubicBezTo>
                <a:cubicBezTo>
                  <a:pt x="4660819" y="2403037"/>
                  <a:pt x="4650902" y="2403037"/>
                  <a:pt x="4644271" y="2399836"/>
                </a:cubicBezTo>
                <a:cubicBezTo>
                  <a:pt x="4644271" y="2383886"/>
                  <a:pt x="4640965" y="2371119"/>
                  <a:pt x="4640965" y="2355169"/>
                </a:cubicBezTo>
                <a:cubicBezTo>
                  <a:pt x="4637660" y="2339202"/>
                  <a:pt x="4637660" y="2320052"/>
                  <a:pt x="4634354" y="2304102"/>
                </a:cubicBezTo>
                <a:lnTo>
                  <a:pt x="4634354" y="2297718"/>
                </a:lnTo>
                <a:lnTo>
                  <a:pt x="4627743" y="2294535"/>
                </a:lnTo>
                <a:cubicBezTo>
                  <a:pt x="4581426" y="2253051"/>
                  <a:pt x="4531783" y="2214750"/>
                  <a:pt x="4485466" y="2176449"/>
                </a:cubicBezTo>
                <a:cubicBezTo>
                  <a:pt x="4462307" y="2157299"/>
                  <a:pt x="4435843" y="2138149"/>
                  <a:pt x="4409359" y="2122198"/>
                </a:cubicBezTo>
                <a:cubicBezTo>
                  <a:pt x="4386200" y="2106248"/>
                  <a:pt x="4363041" y="2090281"/>
                  <a:pt x="4336577" y="2074331"/>
                </a:cubicBezTo>
                <a:close/>
                <a:moveTo>
                  <a:pt x="2457429" y="1905197"/>
                </a:moveTo>
                <a:cubicBezTo>
                  <a:pt x="2533186" y="1905197"/>
                  <a:pt x="2596247" y="1965850"/>
                  <a:pt x="2596247" y="2039283"/>
                </a:cubicBezTo>
                <a:cubicBezTo>
                  <a:pt x="2596247" y="2112715"/>
                  <a:pt x="2533186" y="2173369"/>
                  <a:pt x="2457429" y="2173369"/>
                </a:cubicBezTo>
                <a:cubicBezTo>
                  <a:pt x="2381248" y="2173369"/>
                  <a:pt x="2318187" y="2112715"/>
                  <a:pt x="2318187" y="2039283"/>
                </a:cubicBezTo>
                <a:cubicBezTo>
                  <a:pt x="2318187" y="1965850"/>
                  <a:pt x="2381248" y="1905197"/>
                  <a:pt x="2457429" y="1905197"/>
                </a:cubicBezTo>
                <a:close/>
                <a:moveTo>
                  <a:pt x="6688857" y="1771111"/>
                </a:moveTo>
                <a:cubicBezTo>
                  <a:pt x="6613099" y="1771111"/>
                  <a:pt x="6550039" y="1831764"/>
                  <a:pt x="6550039" y="1905197"/>
                </a:cubicBezTo>
                <a:cubicBezTo>
                  <a:pt x="6550039" y="1978629"/>
                  <a:pt x="6613099" y="2039283"/>
                  <a:pt x="6688857" y="2039283"/>
                </a:cubicBezTo>
                <a:cubicBezTo>
                  <a:pt x="6765038" y="2039283"/>
                  <a:pt x="6828099" y="1978629"/>
                  <a:pt x="6828099" y="1905197"/>
                </a:cubicBezTo>
                <a:cubicBezTo>
                  <a:pt x="6828099" y="1831764"/>
                  <a:pt x="6765038" y="1771111"/>
                  <a:pt x="6688857" y="1771111"/>
                </a:cubicBezTo>
                <a:close/>
                <a:moveTo>
                  <a:pt x="2286" y="0"/>
                </a:moveTo>
                <a:lnTo>
                  <a:pt x="2286" y="989315"/>
                </a:lnTo>
                <a:lnTo>
                  <a:pt x="2286" y="2032791"/>
                </a:lnTo>
                <a:lnTo>
                  <a:pt x="2286" y="3719687"/>
                </a:lnTo>
                <a:lnTo>
                  <a:pt x="0" y="3719687"/>
                </a:lnTo>
                <a:lnTo>
                  <a:pt x="0" y="4081545"/>
                </a:lnTo>
                <a:lnTo>
                  <a:pt x="0" y="5098665"/>
                </a:lnTo>
                <a:lnTo>
                  <a:pt x="0" y="5460523"/>
                </a:lnTo>
                <a:lnTo>
                  <a:pt x="9144000" y="5460523"/>
                </a:lnTo>
                <a:lnTo>
                  <a:pt x="9144000" y="5098665"/>
                </a:lnTo>
                <a:lnTo>
                  <a:pt x="9144000" y="4381628"/>
                </a:lnTo>
                <a:lnTo>
                  <a:pt x="9144000" y="4081545"/>
                </a:lnTo>
                <a:lnTo>
                  <a:pt x="9144000" y="3719687"/>
                </a:lnTo>
                <a:lnTo>
                  <a:pt x="9144000" y="1209410"/>
                </a:lnTo>
                <a:lnTo>
                  <a:pt x="6596170" y="2227530"/>
                </a:lnTo>
                <a:cubicBezTo>
                  <a:pt x="6523375" y="2256335"/>
                  <a:pt x="6467509" y="2233819"/>
                  <a:pt x="6447617" y="2182903"/>
                </a:cubicBezTo>
                <a:lnTo>
                  <a:pt x="6394714" y="2048817"/>
                </a:lnTo>
                <a:lnTo>
                  <a:pt x="6298641" y="2093444"/>
                </a:lnTo>
                <a:cubicBezTo>
                  <a:pt x="6249124" y="2115758"/>
                  <a:pt x="6189449" y="2096690"/>
                  <a:pt x="6166171" y="2048817"/>
                </a:cubicBezTo>
                <a:lnTo>
                  <a:pt x="5736172" y="1148960"/>
                </a:lnTo>
                <a:cubicBezTo>
                  <a:pt x="5607088" y="1209410"/>
                  <a:pt x="5425100" y="1279800"/>
                  <a:pt x="5352305" y="1305157"/>
                </a:cubicBezTo>
                <a:cubicBezTo>
                  <a:pt x="5359076" y="1308403"/>
                  <a:pt x="5365425" y="1308403"/>
                  <a:pt x="5368810" y="1311648"/>
                </a:cubicBezTo>
                <a:cubicBezTo>
                  <a:pt x="5398860" y="1324428"/>
                  <a:pt x="5428486" y="1340251"/>
                  <a:pt x="5451763" y="1359522"/>
                </a:cubicBezTo>
                <a:cubicBezTo>
                  <a:pt x="5458111" y="1365810"/>
                  <a:pt x="5464883" y="1369056"/>
                  <a:pt x="5471232" y="1375547"/>
                </a:cubicBezTo>
                <a:lnTo>
                  <a:pt x="5488161" y="1391370"/>
                </a:lnTo>
                <a:cubicBezTo>
                  <a:pt x="5494509" y="1397861"/>
                  <a:pt x="5497895" y="1404149"/>
                  <a:pt x="5504666" y="1410641"/>
                </a:cubicBezTo>
                <a:lnTo>
                  <a:pt x="5511015" y="1420175"/>
                </a:lnTo>
                <a:lnTo>
                  <a:pt x="5517787" y="1429709"/>
                </a:lnTo>
                <a:cubicBezTo>
                  <a:pt x="5537679" y="1455268"/>
                  <a:pt x="5550798" y="1483871"/>
                  <a:pt x="5560956" y="1515921"/>
                </a:cubicBezTo>
                <a:cubicBezTo>
                  <a:pt x="5547413" y="1487116"/>
                  <a:pt x="5530907" y="1458514"/>
                  <a:pt x="5511015" y="1435997"/>
                </a:cubicBezTo>
                <a:lnTo>
                  <a:pt x="5504666" y="1426463"/>
                </a:lnTo>
                <a:lnTo>
                  <a:pt x="5494509" y="1416929"/>
                </a:lnTo>
                <a:cubicBezTo>
                  <a:pt x="5488161" y="1410641"/>
                  <a:pt x="5484775" y="1407395"/>
                  <a:pt x="5478004" y="1400904"/>
                </a:cubicBezTo>
                <a:lnTo>
                  <a:pt x="5461498" y="1388124"/>
                </a:lnTo>
                <a:cubicBezTo>
                  <a:pt x="5454726" y="1381835"/>
                  <a:pt x="5448378" y="1378590"/>
                  <a:pt x="5441606" y="1375344"/>
                </a:cubicBezTo>
                <a:cubicBezTo>
                  <a:pt x="5415365" y="1359522"/>
                  <a:pt x="5388702" y="1346742"/>
                  <a:pt x="5359076" y="1337208"/>
                </a:cubicBezTo>
                <a:cubicBezTo>
                  <a:pt x="5345533" y="1333962"/>
                  <a:pt x="5329027" y="1327674"/>
                  <a:pt x="5315907" y="1324428"/>
                </a:cubicBezTo>
                <a:cubicBezTo>
                  <a:pt x="5309135" y="1324428"/>
                  <a:pt x="5306173" y="1321182"/>
                  <a:pt x="5299401" y="1321182"/>
                </a:cubicBezTo>
                <a:lnTo>
                  <a:pt x="5296016" y="1321182"/>
                </a:lnTo>
                <a:lnTo>
                  <a:pt x="5292630" y="1321182"/>
                </a:lnTo>
                <a:cubicBezTo>
                  <a:pt x="5120800" y="1295623"/>
                  <a:pt x="4690800" y="1241461"/>
                  <a:pt x="4647631" y="1241461"/>
                </a:cubicBezTo>
                <a:cubicBezTo>
                  <a:pt x="4634511" y="1244504"/>
                  <a:pt x="4574836" y="1276555"/>
                  <a:pt x="4498655" y="1321182"/>
                </a:cubicBezTo>
                <a:lnTo>
                  <a:pt x="4478764" y="1333962"/>
                </a:lnTo>
                <a:cubicBezTo>
                  <a:pt x="4359837" y="1404149"/>
                  <a:pt x="4201126" y="1506387"/>
                  <a:pt x="4081776" y="1579617"/>
                </a:cubicBezTo>
                <a:cubicBezTo>
                  <a:pt x="4072042" y="1614711"/>
                  <a:pt x="4022101" y="1777602"/>
                  <a:pt x="3972583" y="1937045"/>
                </a:cubicBezTo>
                <a:cubicBezTo>
                  <a:pt x="3972583" y="1937045"/>
                  <a:pt x="3899788" y="2144563"/>
                  <a:pt x="3879896" y="2189191"/>
                </a:cubicBezTo>
                <a:cubicBezTo>
                  <a:pt x="3876510" y="2195682"/>
                  <a:pt x="3873548" y="2201971"/>
                  <a:pt x="3873548" y="2208462"/>
                </a:cubicBezTo>
                <a:cubicBezTo>
                  <a:pt x="3873548" y="2211505"/>
                  <a:pt x="3873548" y="2211505"/>
                  <a:pt x="3873548" y="2211505"/>
                </a:cubicBezTo>
                <a:cubicBezTo>
                  <a:pt x="3876510" y="2221039"/>
                  <a:pt x="3883282" y="2227530"/>
                  <a:pt x="3890054" y="2233819"/>
                </a:cubicBezTo>
                <a:cubicBezTo>
                  <a:pt x="3890054" y="2233819"/>
                  <a:pt x="3893016" y="2233819"/>
                  <a:pt x="3896402" y="2237064"/>
                </a:cubicBezTo>
                <a:cubicBezTo>
                  <a:pt x="3903174" y="2240310"/>
                  <a:pt x="3906560" y="2243556"/>
                  <a:pt x="3912908" y="2246598"/>
                </a:cubicBezTo>
                <a:cubicBezTo>
                  <a:pt x="3926451" y="2253090"/>
                  <a:pt x="3946343" y="2256335"/>
                  <a:pt x="3972583" y="2259378"/>
                </a:cubicBezTo>
                <a:cubicBezTo>
                  <a:pt x="4048764" y="2243556"/>
                  <a:pt x="4147799" y="2201971"/>
                  <a:pt x="4190969" y="2160589"/>
                </a:cubicBezTo>
                <a:cubicBezTo>
                  <a:pt x="4256992" y="2099936"/>
                  <a:pt x="4323439" y="2029748"/>
                  <a:pt x="4379728" y="1965850"/>
                </a:cubicBezTo>
                <a:cubicBezTo>
                  <a:pt x="4462258" y="1870103"/>
                  <a:pt x="4528281" y="1796670"/>
                  <a:pt x="4584570" y="1777602"/>
                </a:cubicBezTo>
                <a:cubicBezTo>
                  <a:pt x="4584570" y="1768068"/>
                  <a:pt x="4584570" y="1755288"/>
                  <a:pt x="4584570" y="1745551"/>
                </a:cubicBezTo>
                <a:cubicBezTo>
                  <a:pt x="4581608" y="1723237"/>
                  <a:pt x="4578222" y="1700923"/>
                  <a:pt x="4574836" y="1678610"/>
                </a:cubicBezTo>
                <a:cubicBezTo>
                  <a:pt x="4568065" y="1656296"/>
                  <a:pt x="4561716" y="1633982"/>
                  <a:pt x="4551559" y="1614711"/>
                </a:cubicBezTo>
                <a:cubicBezTo>
                  <a:pt x="4541824" y="1595643"/>
                  <a:pt x="4528281" y="1573329"/>
                  <a:pt x="4515161" y="1557303"/>
                </a:cubicBezTo>
                <a:cubicBezTo>
                  <a:pt x="4531667" y="1573329"/>
                  <a:pt x="4548173" y="1589354"/>
                  <a:pt x="4561716" y="1611668"/>
                </a:cubicBezTo>
                <a:cubicBezTo>
                  <a:pt x="4574836" y="1630736"/>
                  <a:pt x="4584570" y="1653050"/>
                  <a:pt x="4591342" y="1675364"/>
                </a:cubicBezTo>
                <a:cubicBezTo>
                  <a:pt x="4601076" y="1697678"/>
                  <a:pt x="4607848" y="1720195"/>
                  <a:pt x="4611234" y="1742508"/>
                </a:cubicBezTo>
                <a:cubicBezTo>
                  <a:pt x="4614620" y="1752042"/>
                  <a:pt x="4614620" y="1764822"/>
                  <a:pt x="4618005" y="1774356"/>
                </a:cubicBezTo>
                <a:cubicBezTo>
                  <a:pt x="4624354" y="1774356"/>
                  <a:pt x="4627740" y="1774356"/>
                  <a:pt x="4634511" y="1777602"/>
                </a:cubicBezTo>
                <a:cubicBezTo>
                  <a:pt x="4684029" y="1793424"/>
                  <a:pt x="4773330" y="1873349"/>
                  <a:pt x="4852897" y="1940290"/>
                </a:cubicBezTo>
                <a:cubicBezTo>
                  <a:pt x="4889294" y="1972138"/>
                  <a:pt x="4928654" y="2007232"/>
                  <a:pt x="4955318" y="2026503"/>
                </a:cubicBezTo>
                <a:cubicBezTo>
                  <a:pt x="4968437" y="2032791"/>
                  <a:pt x="4988329" y="2039283"/>
                  <a:pt x="4988329" y="2042325"/>
                </a:cubicBezTo>
                <a:cubicBezTo>
                  <a:pt x="4988329" y="2042325"/>
                  <a:pt x="4991715" y="2042325"/>
                  <a:pt x="4991715" y="2042325"/>
                </a:cubicBezTo>
                <a:cubicBezTo>
                  <a:pt x="4998486" y="2042325"/>
                  <a:pt x="5001449" y="2042325"/>
                  <a:pt x="5008221" y="2042325"/>
                </a:cubicBezTo>
                <a:cubicBezTo>
                  <a:pt x="5021341" y="2042325"/>
                  <a:pt x="5031499" y="2042325"/>
                  <a:pt x="5044618" y="2039283"/>
                </a:cubicBezTo>
                <a:cubicBezTo>
                  <a:pt x="5067896" y="2036037"/>
                  <a:pt x="5094136" y="2036037"/>
                  <a:pt x="5117413" y="2032791"/>
                </a:cubicBezTo>
                <a:cubicBezTo>
                  <a:pt x="5163545" y="2026503"/>
                  <a:pt x="5213486" y="2016969"/>
                  <a:pt x="5259618" y="2007232"/>
                </a:cubicBezTo>
                <a:cubicBezTo>
                  <a:pt x="5306173" y="1994655"/>
                  <a:pt x="5352305" y="1981875"/>
                  <a:pt x="5398436" y="1962604"/>
                </a:cubicBezTo>
                <a:cubicBezTo>
                  <a:pt x="5421714" y="1953070"/>
                  <a:pt x="5441606" y="1940290"/>
                  <a:pt x="5461498" y="1924265"/>
                </a:cubicBezTo>
                <a:cubicBezTo>
                  <a:pt x="5481389" y="1908442"/>
                  <a:pt x="5497895" y="1889171"/>
                  <a:pt x="5504666" y="1866857"/>
                </a:cubicBezTo>
                <a:cubicBezTo>
                  <a:pt x="5501281" y="1892417"/>
                  <a:pt x="5484775" y="1911485"/>
                  <a:pt x="5464883" y="1927510"/>
                </a:cubicBezTo>
                <a:cubicBezTo>
                  <a:pt x="5444991" y="1943536"/>
                  <a:pt x="5425100" y="1956316"/>
                  <a:pt x="5401823" y="1969095"/>
                </a:cubicBezTo>
                <a:cubicBezTo>
                  <a:pt x="5359076" y="1991409"/>
                  <a:pt x="5312521" y="2010477"/>
                  <a:pt x="5266390" y="2023257"/>
                </a:cubicBezTo>
                <a:cubicBezTo>
                  <a:pt x="5219835" y="2036037"/>
                  <a:pt x="5170317" y="2048817"/>
                  <a:pt x="5124185" y="2058351"/>
                </a:cubicBezTo>
                <a:cubicBezTo>
                  <a:pt x="5100908" y="2061596"/>
                  <a:pt x="5074244" y="2067885"/>
                  <a:pt x="5051390" y="2071130"/>
                </a:cubicBezTo>
                <a:cubicBezTo>
                  <a:pt x="5048004" y="2071130"/>
                  <a:pt x="5041233" y="2071130"/>
                  <a:pt x="5037847" y="2071130"/>
                </a:cubicBezTo>
                <a:cubicBezTo>
                  <a:pt x="5041233" y="2071130"/>
                  <a:pt x="5041233" y="2074376"/>
                  <a:pt x="5044618" y="2074376"/>
                </a:cubicBezTo>
                <a:cubicBezTo>
                  <a:pt x="5064510" y="2087156"/>
                  <a:pt x="5084402" y="2096690"/>
                  <a:pt x="5107680" y="2102978"/>
                </a:cubicBezTo>
                <a:cubicBezTo>
                  <a:pt x="5130534" y="2112715"/>
                  <a:pt x="5150426" y="2115758"/>
                  <a:pt x="5173703" y="2122250"/>
                </a:cubicBezTo>
                <a:cubicBezTo>
                  <a:pt x="5196981" y="2125495"/>
                  <a:pt x="5219835" y="2128538"/>
                  <a:pt x="5243112" y="2125495"/>
                </a:cubicBezTo>
                <a:cubicBezTo>
                  <a:pt x="5219835" y="2131784"/>
                  <a:pt x="5196981" y="2138072"/>
                  <a:pt x="5170317" y="2138072"/>
                </a:cubicBezTo>
                <a:cubicBezTo>
                  <a:pt x="5147039" y="2141318"/>
                  <a:pt x="5120800" y="2138072"/>
                  <a:pt x="5097522" y="2138072"/>
                </a:cubicBezTo>
                <a:cubicBezTo>
                  <a:pt x="5084402" y="2138072"/>
                  <a:pt x="5071282" y="2135029"/>
                  <a:pt x="5057738" y="2131784"/>
                </a:cubicBezTo>
                <a:lnTo>
                  <a:pt x="5153811" y="2278649"/>
                </a:lnTo>
                <a:cubicBezTo>
                  <a:pt x="5180474" y="2304006"/>
                  <a:pt x="5206715" y="2326523"/>
                  <a:pt x="5229992" y="2348837"/>
                </a:cubicBezTo>
                <a:lnTo>
                  <a:pt x="5444991" y="2600983"/>
                </a:lnTo>
                <a:cubicBezTo>
                  <a:pt x="5448378" y="2600983"/>
                  <a:pt x="5448378" y="2600983"/>
                  <a:pt x="5451763" y="2600983"/>
                </a:cubicBezTo>
                <a:cubicBezTo>
                  <a:pt x="5458111" y="2600983"/>
                  <a:pt x="5464883" y="2600983"/>
                  <a:pt x="5471232" y="2600983"/>
                </a:cubicBezTo>
                <a:cubicBezTo>
                  <a:pt x="5481389" y="2604026"/>
                  <a:pt x="5488161" y="2607272"/>
                  <a:pt x="5497895" y="2610517"/>
                </a:cubicBezTo>
                <a:cubicBezTo>
                  <a:pt x="5507630" y="2613763"/>
                  <a:pt x="5514401" y="2620051"/>
                  <a:pt x="5521172" y="2626340"/>
                </a:cubicBezTo>
                <a:cubicBezTo>
                  <a:pt x="5527521" y="2632831"/>
                  <a:pt x="5534292" y="2639120"/>
                  <a:pt x="5541064" y="2648857"/>
                </a:cubicBezTo>
                <a:cubicBezTo>
                  <a:pt x="5537679" y="2639120"/>
                  <a:pt x="5534292" y="2629585"/>
                  <a:pt x="5527521" y="2620051"/>
                </a:cubicBezTo>
                <a:cubicBezTo>
                  <a:pt x="5521172" y="2610517"/>
                  <a:pt x="5514401" y="2604026"/>
                  <a:pt x="5507630" y="2597738"/>
                </a:cubicBezTo>
                <a:cubicBezTo>
                  <a:pt x="5501281" y="2591246"/>
                  <a:pt x="5491124" y="2584958"/>
                  <a:pt x="5484775" y="2581712"/>
                </a:cubicBezTo>
                <a:cubicBezTo>
                  <a:pt x="5491124" y="2578466"/>
                  <a:pt x="5497895" y="2575424"/>
                  <a:pt x="5507630" y="2572178"/>
                </a:cubicBezTo>
                <a:cubicBezTo>
                  <a:pt x="5560956" y="2549864"/>
                  <a:pt x="5610473" y="2530593"/>
                  <a:pt x="5653219" y="2505237"/>
                </a:cubicBezTo>
                <a:cubicBezTo>
                  <a:pt x="5653219" y="2514771"/>
                  <a:pt x="5656606" y="2524305"/>
                  <a:pt x="5656606" y="2537084"/>
                </a:cubicBezTo>
                <a:cubicBezTo>
                  <a:pt x="5663377" y="2604026"/>
                  <a:pt x="5676497" y="2715798"/>
                  <a:pt x="5640099" y="2802011"/>
                </a:cubicBezTo>
                <a:cubicBezTo>
                  <a:pt x="5590582" y="2884978"/>
                  <a:pt x="5448378" y="2904046"/>
                  <a:pt x="5339185" y="2891266"/>
                </a:cubicBezTo>
                <a:lnTo>
                  <a:pt x="5332413" y="2891266"/>
                </a:lnTo>
                <a:lnTo>
                  <a:pt x="4912148" y="2460406"/>
                </a:lnTo>
                <a:cubicBezTo>
                  <a:pt x="4915534" y="2460406"/>
                  <a:pt x="4918920" y="2457363"/>
                  <a:pt x="4922306" y="2457363"/>
                </a:cubicBezTo>
                <a:cubicBezTo>
                  <a:pt x="4935426" y="2450872"/>
                  <a:pt x="4948546" y="2444583"/>
                  <a:pt x="4962089" y="2435049"/>
                </a:cubicBezTo>
                <a:cubicBezTo>
                  <a:pt x="4945160" y="2431804"/>
                  <a:pt x="4932040" y="2431804"/>
                  <a:pt x="4915534" y="2431804"/>
                </a:cubicBezTo>
                <a:cubicBezTo>
                  <a:pt x="4899028" y="2431804"/>
                  <a:pt x="4885908" y="2435049"/>
                  <a:pt x="4872365" y="2438092"/>
                </a:cubicBezTo>
                <a:cubicBezTo>
                  <a:pt x="4859245" y="2441338"/>
                  <a:pt x="4842739" y="2444583"/>
                  <a:pt x="4829619" y="2450872"/>
                </a:cubicBezTo>
                <a:cubicBezTo>
                  <a:pt x="4816499" y="2457363"/>
                  <a:pt x="4802956" y="2463652"/>
                  <a:pt x="4789836" y="2470143"/>
                </a:cubicBezTo>
                <a:cubicBezTo>
                  <a:pt x="4806342" y="2473186"/>
                  <a:pt x="4822847" y="2473186"/>
                  <a:pt x="4836391" y="2473186"/>
                </a:cubicBezTo>
                <a:cubicBezTo>
                  <a:pt x="4849511" y="2473186"/>
                  <a:pt x="4862631" y="2470143"/>
                  <a:pt x="4875751" y="2466897"/>
                </a:cubicBezTo>
                <a:lnTo>
                  <a:pt x="5315907" y="2916826"/>
                </a:lnTo>
                <a:cubicBezTo>
                  <a:pt x="5289667" y="2990258"/>
                  <a:pt x="5229992" y="3038132"/>
                  <a:pt x="5180474" y="3060446"/>
                </a:cubicBezTo>
                <a:cubicBezTo>
                  <a:pt x="5140691" y="3079514"/>
                  <a:pt x="5100908" y="3082759"/>
                  <a:pt x="5074244" y="3073225"/>
                </a:cubicBezTo>
                <a:lnTo>
                  <a:pt x="4667523" y="2712552"/>
                </a:lnTo>
                <a:cubicBezTo>
                  <a:pt x="4677257" y="2709307"/>
                  <a:pt x="4687415" y="2706264"/>
                  <a:pt x="4697149" y="2703018"/>
                </a:cubicBezTo>
                <a:cubicBezTo>
                  <a:pt x="4710269" y="2696730"/>
                  <a:pt x="4723812" y="2690239"/>
                  <a:pt x="4736932" y="2680704"/>
                </a:cubicBezTo>
                <a:cubicBezTo>
                  <a:pt x="4720426" y="2677459"/>
                  <a:pt x="4707306" y="2677459"/>
                  <a:pt x="4690800" y="2677459"/>
                </a:cubicBezTo>
                <a:cubicBezTo>
                  <a:pt x="4673871" y="2677459"/>
                  <a:pt x="4660751" y="2680704"/>
                  <a:pt x="4647631" y="2683950"/>
                </a:cubicBezTo>
                <a:cubicBezTo>
                  <a:pt x="4634511" y="2686993"/>
                  <a:pt x="4618005" y="2690239"/>
                  <a:pt x="4604462" y="2696730"/>
                </a:cubicBezTo>
                <a:cubicBezTo>
                  <a:pt x="4591342" y="2703018"/>
                  <a:pt x="4578222" y="2709307"/>
                  <a:pt x="4564679" y="2715798"/>
                </a:cubicBezTo>
                <a:cubicBezTo>
                  <a:pt x="4581608" y="2719044"/>
                  <a:pt x="4594728" y="2719044"/>
                  <a:pt x="4611234" y="2719044"/>
                </a:cubicBezTo>
                <a:cubicBezTo>
                  <a:pt x="4618005" y="2719044"/>
                  <a:pt x="4620968" y="2719044"/>
                  <a:pt x="4627740" y="2715798"/>
                </a:cubicBezTo>
                <a:lnTo>
                  <a:pt x="5048004" y="3086005"/>
                </a:lnTo>
                <a:cubicBezTo>
                  <a:pt x="5028112" y="3159438"/>
                  <a:pt x="4945160" y="3229625"/>
                  <a:pt x="4875751" y="3248693"/>
                </a:cubicBezTo>
                <a:cubicBezTo>
                  <a:pt x="4816499" y="3264719"/>
                  <a:pt x="4766558" y="3235914"/>
                  <a:pt x="4750052" y="3226379"/>
                </a:cubicBezTo>
                <a:lnTo>
                  <a:pt x="4743704" y="3223134"/>
                </a:lnTo>
                <a:lnTo>
                  <a:pt x="4405968" y="2881732"/>
                </a:lnTo>
                <a:cubicBezTo>
                  <a:pt x="4389463" y="2859418"/>
                  <a:pt x="4369571" y="2843393"/>
                  <a:pt x="4343331" y="2833859"/>
                </a:cubicBezTo>
                <a:cubicBezTo>
                  <a:pt x="4323439" y="2827570"/>
                  <a:pt x="4303547" y="2830613"/>
                  <a:pt x="4283656" y="2837104"/>
                </a:cubicBezTo>
                <a:cubicBezTo>
                  <a:pt x="4290427" y="2827570"/>
                  <a:pt x="4296776" y="2817833"/>
                  <a:pt x="4300162" y="2808299"/>
                </a:cubicBezTo>
                <a:cubicBezTo>
                  <a:pt x="4329787" y="2760426"/>
                  <a:pt x="4290427" y="2661433"/>
                  <a:pt x="4217632" y="2604026"/>
                </a:cubicBezTo>
                <a:cubicBezTo>
                  <a:pt x="4161343" y="2559398"/>
                  <a:pt x="4101667" y="2549864"/>
                  <a:pt x="4045378" y="2575424"/>
                </a:cubicBezTo>
                <a:cubicBezTo>
                  <a:pt x="4048764" y="2568932"/>
                  <a:pt x="4048764" y="2562644"/>
                  <a:pt x="4052150" y="2556153"/>
                </a:cubicBezTo>
                <a:cubicBezTo>
                  <a:pt x="4058498" y="2514771"/>
                  <a:pt x="4028872" y="2447626"/>
                  <a:pt x="3979355" y="2402999"/>
                </a:cubicBezTo>
                <a:cubicBezTo>
                  <a:pt x="3929414" y="2358371"/>
                  <a:pt x="3873548" y="2339303"/>
                  <a:pt x="3817259" y="2351880"/>
                </a:cubicBezTo>
                <a:cubicBezTo>
                  <a:pt x="3777475" y="2361616"/>
                  <a:pt x="3717800" y="2409490"/>
                  <a:pt x="3645005" y="2495500"/>
                </a:cubicBezTo>
                <a:cubicBezTo>
                  <a:pt x="3651777" y="2463652"/>
                  <a:pt x="3655162" y="2431804"/>
                  <a:pt x="3648391" y="2406244"/>
                </a:cubicBezTo>
                <a:cubicBezTo>
                  <a:pt x="3608607" y="2265870"/>
                  <a:pt x="3509572" y="2281692"/>
                  <a:pt x="3446511" y="2291429"/>
                </a:cubicBezTo>
                <a:cubicBezTo>
                  <a:pt x="3436777" y="2291429"/>
                  <a:pt x="3426620" y="2294472"/>
                  <a:pt x="3420271" y="2294472"/>
                </a:cubicBezTo>
                <a:cubicBezTo>
                  <a:pt x="3383874" y="2297717"/>
                  <a:pt x="3314041" y="2380685"/>
                  <a:pt x="3248018" y="2463652"/>
                </a:cubicBezTo>
                <a:lnTo>
                  <a:pt x="3000006" y="2291429"/>
                </a:lnTo>
                <a:lnTo>
                  <a:pt x="3410114" y="1429709"/>
                </a:lnTo>
                <a:cubicBezTo>
                  <a:pt x="3433391" y="1381835"/>
                  <a:pt x="3410114" y="1327674"/>
                  <a:pt x="3363982" y="1305157"/>
                </a:cubicBezTo>
                <a:lnTo>
                  <a:pt x="3188342" y="1225436"/>
                </a:lnTo>
                <a:lnTo>
                  <a:pt x="3231512" y="1120155"/>
                </a:lnTo>
                <a:cubicBezTo>
                  <a:pt x="3251403" y="1069036"/>
                  <a:pt x="3224740" y="1014874"/>
                  <a:pt x="3171837" y="99560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28567" tIns="28567" rIns="28567" bIns="28567" anchor="ctr" anchorCtr="0">
            <a:noAutofit/>
          </a:bodyPr>
          <a:lstStyle/>
          <a:p>
            <a:pPr>
              <a:buClr>
                <a:srgbClr val="000000"/>
              </a:buClr>
              <a:buSzPts val="1700"/>
            </a:pPr>
            <a:endParaRPr sz="2267">
              <a:solidFill>
                <a:srgbClr val="D8D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0">
            <a:extLst>
              <a:ext uri="{FF2B5EF4-FFF2-40B4-BE49-F238E27FC236}">
                <a16:creationId xmlns:a16="http://schemas.microsoft.com/office/drawing/2014/main" id="{E704B927-D2C0-8674-ACEE-A1FC531A5F8E}"/>
              </a:ext>
            </a:extLst>
          </p:cNvPr>
          <p:cNvSpPr txBox="1"/>
          <p:nvPr/>
        </p:nvSpPr>
        <p:spPr>
          <a:xfrm>
            <a:off x="4677905" y="1963117"/>
            <a:ext cx="2836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>
              <a:buClr>
                <a:srgbClr val="000000"/>
              </a:buClr>
              <a:buSzPts val="1800"/>
            </a:pPr>
            <a:r>
              <a:rPr lang="de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012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téma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B65"/>
      </a:accent1>
      <a:accent2>
        <a:srgbClr val="9BA7C0"/>
      </a:accent2>
      <a:accent3>
        <a:srgbClr val="D0A616"/>
      </a:accent3>
      <a:accent4>
        <a:srgbClr val="D9D9D9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2. egyéni séma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246759795E1504D9402D042697C5BAE" ma:contentTypeVersion="3" ma:contentTypeDescription="Ein neues Dokument erstellen." ma:contentTypeScope="" ma:versionID="c161db7398dce7dd931817d955d758ad">
  <xsd:schema xmlns:xsd="http://www.w3.org/2001/XMLSchema" xmlns:xs="http://www.w3.org/2001/XMLSchema" xmlns:p="http://schemas.microsoft.com/office/2006/metadata/properties" xmlns:ns2="90e81457-e148-4058-bb4c-48b2d4dcffb2" targetNamespace="http://schemas.microsoft.com/office/2006/metadata/properties" ma:root="true" ma:fieldsID="ccaade1d1a545fa3b1a04c333489893a" ns2:_="">
    <xsd:import namespace="90e81457-e148-4058-bb4c-48b2d4dcff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81457-e148-4058-bb4c-48b2d4dcff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EA0AE5-F3BB-4154-92B1-5F70B3E6C2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FA5654-9146-49E4-A9BA-EE4EAE1D09D8}">
  <ds:schemaRefs>
    <ds:schemaRef ds:uri="90e81457-e148-4058-bb4c-48b2d4dcff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412E953-6F6D-499C-9B19-5C01CCEE4166}">
  <ds:schemaRefs>
    <ds:schemaRef ds:uri="90e81457-e148-4058-bb4c-48b2d4dcff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windows</dc:creator>
  <cp:revision>1</cp:revision>
  <dcterms:created xsi:type="dcterms:W3CDTF">2022-03-14T08:11:17Z</dcterms:created>
  <dcterms:modified xsi:type="dcterms:W3CDTF">2026-01-26T09:57:22Z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0x0101008246759795E1504D9402D042697C5BAE</vt:lpwstr>
  </property>
  <property fmtid="{D5CDD505-2E9C-101B-9397-08002B2CF9AE}" pid="3" name="Order">
    <vt:r8>5300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