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98" r:id="rId5"/>
    <p:sldId id="296" r:id="rId6"/>
    <p:sldId id="327" r:id="rId7"/>
    <p:sldId id="319" r:id="rId8"/>
    <p:sldId id="321" r:id="rId9"/>
    <p:sldId id="322" r:id="rId10"/>
    <p:sldId id="325" r:id="rId11"/>
    <p:sldId id="332" r:id="rId12"/>
    <p:sldId id="339" r:id="rId13"/>
    <p:sldId id="338" r:id="rId14"/>
    <p:sldId id="301" r:id="rId15"/>
    <p:sldId id="334" r:id="rId16"/>
    <p:sldId id="335" r:id="rId17"/>
    <p:sldId id="337" r:id="rId18"/>
    <p:sldId id="340" r:id="rId19"/>
    <p:sldId id="336" r:id="rId20"/>
    <p:sldId id="309" r:id="rId21"/>
    <p:sldId id="329" r:id="rId22"/>
    <p:sldId id="331" r:id="rId23"/>
    <p:sldId id="330" r:id="rId24"/>
    <p:sldId id="279" r:id="rId2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  <a:srgbClr val="001090"/>
    <a:srgbClr val="7A1A46"/>
    <a:srgbClr val="FFFFFF"/>
    <a:srgbClr val="F0866E"/>
    <a:srgbClr val="EBE9E1"/>
    <a:srgbClr val="5D9AD9"/>
    <a:srgbClr val="27ACAA"/>
    <a:srgbClr val="FFFF00"/>
    <a:srgbClr val="CCA8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B31872-4002-524E-A802-209BC6DFC50E}" v="198" dt="2025-12-02T21:07:13.877"/>
    <p1510:client id="{6FA8C851-7ED1-EF46-8AED-EC75FB44994A}" v="2451" dt="2025-12-03T08:19:28.510"/>
    <p1510:client id="{CE70B225-B4E1-6F41-8838-4F09EFE6FC5B}" v="69" dt="2025-12-03T08:43:59.512"/>
    <p1510:client id="{D34F5E16-D381-4501-9DB8-FC28EFC981FB}" v="623" dt="2025-12-03T07:46:43.290"/>
    <p1510:client id="{E919943F-11A5-8EEB-D5FD-D60732415310}" v="4" dt="2025-12-03T08:24:32.9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4"/>
  </p:normalViewPr>
  <p:slideViewPr>
    <p:cSldViewPr snapToGrid="0">
      <p:cViewPr varScale="1">
        <p:scale>
          <a:sx n="98" d="100"/>
          <a:sy n="98" d="100"/>
        </p:scale>
        <p:origin x="10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aj, Tomas" userId="24ba87dd-e0d6-46e4-b32b-c6bf33e42df2" providerId="ADAL" clId="{7B1B8F56-5866-4008-9BBB-243D261A6A02}"/>
    <pc:docChg chg="undo custSel addSld delSld modSld sldOrd modMainMaster">
      <pc:chgData name="Samaj, Tomas" userId="24ba87dd-e0d6-46e4-b32b-c6bf33e42df2" providerId="ADAL" clId="{7B1B8F56-5866-4008-9BBB-243D261A6A02}" dt="2025-12-03T07:46:43.290" v="4780" actId="2696"/>
      <pc:docMkLst>
        <pc:docMk/>
      </pc:docMkLst>
      <pc:sldChg chg="delSp modSp mod ord">
        <pc:chgData name="Samaj, Tomas" userId="24ba87dd-e0d6-46e4-b32b-c6bf33e42df2" providerId="ADAL" clId="{7B1B8F56-5866-4008-9BBB-243D261A6A02}" dt="2025-12-02T12:15:49.077" v="3458"/>
        <pc:sldMkLst>
          <pc:docMk/>
          <pc:sldMk cId="0" sldId="279"/>
        </pc:sldMkLst>
        <pc:picChg chg="mod">
          <ac:chgData name="Samaj, Tomas" userId="24ba87dd-e0d6-46e4-b32b-c6bf33e42df2" providerId="ADAL" clId="{7B1B8F56-5866-4008-9BBB-243D261A6A02}" dt="2025-11-15T11:12:57.227" v="264" actId="1076"/>
          <ac:picMkLst>
            <pc:docMk/>
            <pc:sldMk cId="0" sldId="279"/>
            <ac:picMk id="352" creationId="{00000000-0000-0000-0000-000000000000}"/>
          </ac:picMkLst>
        </pc:picChg>
      </pc:sldChg>
      <pc:sldChg chg="addSp modSp mod ord">
        <pc:chgData name="Samaj, Tomas" userId="24ba87dd-e0d6-46e4-b32b-c6bf33e42df2" providerId="ADAL" clId="{7B1B8F56-5866-4008-9BBB-243D261A6A02}" dt="2025-12-02T13:06:33.258" v="4456" actId="20577"/>
        <pc:sldMkLst>
          <pc:docMk/>
          <pc:sldMk cId="361736959" sldId="296"/>
        </pc:sldMkLst>
        <pc:spChg chg="add mod">
          <ac:chgData name="Samaj, Tomas" userId="24ba87dd-e0d6-46e4-b32b-c6bf33e42df2" providerId="ADAL" clId="{7B1B8F56-5866-4008-9BBB-243D261A6A02}" dt="2025-12-02T13:06:33.258" v="4456" actId="20577"/>
          <ac:spMkLst>
            <pc:docMk/>
            <pc:sldMk cId="361736959" sldId="296"/>
            <ac:spMk id="2" creationId="{CCAEEFAC-1EC3-D090-ED33-FE7D63E2E118}"/>
          </ac:spMkLst>
        </pc:spChg>
        <pc:spChg chg="add mod">
          <ac:chgData name="Samaj, Tomas" userId="24ba87dd-e0d6-46e4-b32b-c6bf33e42df2" providerId="ADAL" clId="{7B1B8F56-5866-4008-9BBB-243D261A6A02}" dt="2025-11-28T12:26:13.714" v="1460" actId="14100"/>
          <ac:spMkLst>
            <pc:docMk/>
            <pc:sldMk cId="361736959" sldId="296"/>
            <ac:spMk id="3" creationId="{4FAD5849-CFD1-F784-F1BE-177C8CA651EA}"/>
          </ac:spMkLst>
        </pc:spChg>
        <pc:spChg chg="add mod">
          <ac:chgData name="Samaj, Tomas" userId="24ba87dd-e0d6-46e4-b32b-c6bf33e42df2" providerId="ADAL" clId="{7B1B8F56-5866-4008-9BBB-243D261A6A02}" dt="2025-11-28T12:26:37.835" v="1462" actId="1076"/>
          <ac:spMkLst>
            <pc:docMk/>
            <pc:sldMk cId="361736959" sldId="296"/>
            <ac:spMk id="4" creationId="{47AE7DEB-D27D-D202-A40C-386A25527B27}"/>
          </ac:spMkLst>
        </pc:spChg>
        <pc:spChg chg="mod">
          <ac:chgData name="Samaj, Tomas" userId="24ba87dd-e0d6-46e4-b32b-c6bf33e42df2" providerId="ADAL" clId="{7B1B8F56-5866-4008-9BBB-243D261A6A02}" dt="2025-12-02T13:02:37.687" v="4335"/>
          <ac:spMkLst>
            <pc:docMk/>
            <pc:sldMk cId="361736959" sldId="296"/>
            <ac:spMk id="9" creationId="{0A86FFE2-C5A4-D33E-5242-FF5FB6C1E19E}"/>
          </ac:spMkLst>
        </pc:spChg>
        <pc:spChg chg="mod">
          <ac:chgData name="Samaj, Tomas" userId="24ba87dd-e0d6-46e4-b32b-c6bf33e42df2" providerId="ADAL" clId="{7B1B8F56-5866-4008-9BBB-243D261A6A02}" dt="2025-11-28T12:26:37.835" v="1462" actId="1076"/>
          <ac:spMkLst>
            <pc:docMk/>
            <pc:sldMk cId="361736959" sldId="296"/>
            <ac:spMk id="30" creationId="{A1155EB4-0991-16FF-630B-8600093CB589}"/>
          </ac:spMkLst>
        </pc:spChg>
        <pc:spChg chg="mod">
          <ac:chgData name="Samaj, Tomas" userId="24ba87dd-e0d6-46e4-b32b-c6bf33e42df2" providerId="ADAL" clId="{7B1B8F56-5866-4008-9BBB-243D261A6A02}" dt="2025-12-02T13:01:53.850" v="4270" actId="20577"/>
          <ac:spMkLst>
            <pc:docMk/>
            <pc:sldMk cId="361736959" sldId="296"/>
            <ac:spMk id="31" creationId="{9F07FB2F-E780-7DC7-9AA2-DD190F8DE8CF}"/>
          </ac:spMkLst>
        </pc:spChg>
        <pc:spChg chg="mod">
          <ac:chgData name="Samaj, Tomas" userId="24ba87dd-e0d6-46e4-b32b-c6bf33e42df2" providerId="ADAL" clId="{7B1B8F56-5866-4008-9BBB-243D261A6A02}" dt="2025-12-02T13:02:00.715" v="4291" actId="20577"/>
          <ac:spMkLst>
            <pc:docMk/>
            <pc:sldMk cId="361736959" sldId="296"/>
            <ac:spMk id="32" creationId="{970E8AE1-C503-1217-5863-3C626BE1B311}"/>
          </ac:spMkLst>
        </pc:spChg>
        <pc:spChg chg="mod">
          <ac:chgData name="Samaj, Tomas" userId="24ba87dd-e0d6-46e4-b32b-c6bf33e42df2" providerId="ADAL" clId="{7B1B8F56-5866-4008-9BBB-243D261A6A02}" dt="2025-12-02T13:03:24.984" v="4365" actId="21"/>
          <ac:spMkLst>
            <pc:docMk/>
            <pc:sldMk cId="361736959" sldId="296"/>
            <ac:spMk id="33" creationId="{5751F698-5533-8459-909C-EE5E9D1D31E0}"/>
          </ac:spMkLst>
        </pc:spChg>
        <pc:spChg chg="mod">
          <ac:chgData name="Samaj, Tomas" userId="24ba87dd-e0d6-46e4-b32b-c6bf33e42df2" providerId="ADAL" clId="{7B1B8F56-5866-4008-9BBB-243D261A6A02}" dt="2025-12-02T13:03:48.186" v="4405" actId="20577"/>
          <ac:spMkLst>
            <pc:docMk/>
            <pc:sldMk cId="361736959" sldId="296"/>
            <ac:spMk id="35" creationId="{C23734EC-DFB3-5F1C-72C7-22DBC63EC47F}"/>
          </ac:spMkLst>
        </pc:spChg>
        <pc:spChg chg="mod">
          <ac:chgData name="Samaj, Tomas" userId="24ba87dd-e0d6-46e4-b32b-c6bf33e42df2" providerId="ADAL" clId="{7B1B8F56-5866-4008-9BBB-243D261A6A02}" dt="2025-11-28T12:26:37.835" v="1462" actId="1076"/>
          <ac:spMkLst>
            <pc:docMk/>
            <pc:sldMk cId="361736959" sldId="296"/>
            <ac:spMk id="39" creationId="{659A9A9C-C523-7E3A-1D06-79F69686BFF1}"/>
          </ac:spMkLst>
        </pc:spChg>
        <pc:spChg chg="mod">
          <ac:chgData name="Samaj, Tomas" userId="24ba87dd-e0d6-46e4-b32b-c6bf33e42df2" providerId="ADAL" clId="{7B1B8F56-5866-4008-9BBB-243D261A6A02}" dt="2025-11-28T12:26:37.835" v="1462" actId="1076"/>
          <ac:spMkLst>
            <pc:docMk/>
            <pc:sldMk cId="361736959" sldId="296"/>
            <ac:spMk id="41" creationId="{42A12E38-066B-265B-A0AC-EB5B9B493A3E}"/>
          </ac:spMkLst>
        </pc:spChg>
        <pc:spChg chg="mod">
          <ac:chgData name="Samaj, Tomas" userId="24ba87dd-e0d6-46e4-b32b-c6bf33e42df2" providerId="ADAL" clId="{7B1B8F56-5866-4008-9BBB-243D261A6A02}" dt="2025-11-28T12:26:37.835" v="1462" actId="1076"/>
          <ac:spMkLst>
            <pc:docMk/>
            <pc:sldMk cId="361736959" sldId="296"/>
            <ac:spMk id="44" creationId="{7824D5B7-28B6-333A-1603-CDA04BAFA926}"/>
          </ac:spMkLst>
        </pc:spChg>
        <pc:spChg chg="mod">
          <ac:chgData name="Samaj, Tomas" userId="24ba87dd-e0d6-46e4-b32b-c6bf33e42df2" providerId="ADAL" clId="{7B1B8F56-5866-4008-9BBB-243D261A6A02}" dt="2025-11-28T12:26:37.835" v="1462" actId="1076"/>
          <ac:spMkLst>
            <pc:docMk/>
            <pc:sldMk cId="361736959" sldId="296"/>
            <ac:spMk id="45" creationId="{5E239547-9A86-AD84-8993-54EEAFFB69BF}"/>
          </ac:spMkLst>
        </pc:spChg>
        <pc:cxnChg chg="add mod">
          <ac:chgData name="Samaj, Tomas" userId="24ba87dd-e0d6-46e4-b32b-c6bf33e42df2" providerId="ADAL" clId="{7B1B8F56-5866-4008-9BBB-243D261A6A02}" dt="2025-11-28T12:25:44.977" v="1454" actId="1076"/>
          <ac:cxnSpMkLst>
            <pc:docMk/>
            <pc:sldMk cId="361736959" sldId="296"/>
            <ac:cxnSpMk id="10" creationId="{C73E4DCF-E2CE-F380-CE8E-D9AC82B41A7E}"/>
          </ac:cxnSpMkLst>
        </pc:cxnChg>
      </pc:sldChg>
      <pc:sldChg chg="delSp modSp add del mod">
        <pc:chgData name="Samaj, Tomas" userId="24ba87dd-e0d6-46e4-b32b-c6bf33e42df2" providerId="ADAL" clId="{7B1B8F56-5866-4008-9BBB-243D261A6A02}" dt="2025-11-28T12:19:04.960" v="1277" actId="20577"/>
        <pc:sldMkLst>
          <pc:docMk/>
          <pc:sldMk cId="3443664567" sldId="298"/>
        </pc:sldMkLst>
        <pc:spChg chg="mod">
          <ac:chgData name="Samaj, Tomas" userId="24ba87dd-e0d6-46e4-b32b-c6bf33e42df2" providerId="ADAL" clId="{7B1B8F56-5866-4008-9BBB-243D261A6A02}" dt="2025-11-28T12:18:35.262" v="1199" actId="20577"/>
          <ac:spMkLst>
            <pc:docMk/>
            <pc:sldMk cId="3443664567" sldId="298"/>
            <ac:spMk id="8" creationId="{D2A83BC8-33B0-80E3-64CC-B5C4B4902DAF}"/>
          </ac:spMkLst>
        </pc:spChg>
        <pc:spChg chg="mod">
          <ac:chgData name="Samaj, Tomas" userId="24ba87dd-e0d6-46e4-b32b-c6bf33e42df2" providerId="ADAL" clId="{7B1B8F56-5866-4008-9BBB-243D261A6A02}" dt="2025-11-28T12:18:58.519" v="1271" actId="1036"/>
          <ac:spMkLst>
            <pc:docMk/>
            <pc:sldMk cId="3443664567" sldId="298"/>
            <ac:spMk id="9" creationId="{7F397B07-A739-A37D-09CD-A8561FBB4B96}"/>
          </ac:spMkLst>
        </pc:spChg>
        <pc:spChg chg="mod">
          <ac:chgData name="Samaj, Tomas" userId="24ba87dd-e0d6-46e4-b32b-c6bf33e42df2" providerId="ADAL" clId="{7B1B8F56-5866-4008-9BBB-243D261A6A02}" dt="2025-11-28T12:19:04.960" v="1277" actId="20577"/>
          <ac:spMkLst>
            <pc:docMk/>
            <pc:sldMk cId="3443664567" sldId="298"/>
            <ac:spMk id="10" creationId="{F8B0A37E-7A11-EECA-1CD9-E4DD56413B52}"/>
          </ac:spMkLst>
        </pc:spChg>
      </pc:sldChg>
      <pc:sldChg chg="modSp add mod">
        <pc:chgData name="Samaj, Tomas" userId="24ba87dd-e0d6-46e4-b32b-c6bf33e42df2" providerId="ADAL" clId="{7B1B8F56-5866-4008-9BBB-243D261A6A02}" dt="2025-11-15T11:34:11.313" v="1138" actId="1035"/>
        <pc:sldMkLst>
          <pc:docMk/>
          <pc:sldMk cId="2637423123" sldId="301"/>
        </pc:sldMkLst>
        <pc:spChg chg="mod">
          <ac:chgData name="Samaj, Tomas" userId="24ba87dd-e0d6-46e4-b32b-c6bf33e42df2" providerId="ADAL" clId="{7B1B8F56-5866-4008-9BBB-243D261A6A02}" dt="2025-11-15T11:18:17.464" v="471" actId="20577"/>
          <ac:spMkLst>
            <pc:docMk/>
            <pc:sldMk cId="2637423123" sldId="301"/>
            <ac:spMk id="8" creationId="{6C28CA53-AA48-A242-FD2B-EE97628FEFDC}"/>
          </ac:spMkLst>
        </pc:spChg>
        <pc:picChg chg="mod">
          <ac:chgData name="Samaj, Tomas" userId="24ba87dd-e0d6-46e4-b32b-c6bf33e42df2" providerId="ADAL" clId="{7B1B8F56-5866-4008-9BBB-243D261A6A02}" dt="2025-11-15T11:34:11.313" v="1138" actId="1035"/>
          <ac:picMkLst>
            <pc:docMk/>
            <pc:sldMk cId="2637423123" sldId="301"/>
            <ac:picMk id="9" creationId="{41D19504-4158-0EAC-71ED-4E1D2C2A2DBC}"/>
          </ac:picMkLst>
        </pc:picChg>
      </pc:sldChg>
      <pc:sldChg chg="delSp modSp add del mod">
        <pc:chgData name="Samaj, Tomas" userId="24ba87dd-e0d6-46e4-b32b-c6bf33e42df2" providerId="ADAL" clId="{7B1B8F56-5866-4008-9BBB-243D261A6A02}" dt="2025-12-03T07:46:25.178" v="4779" actId="2696"/>
        <pc:sldMkLst>
          <pc:docMk/>
          <pc:sldMk cId="1818501597" sldId="303"/>
        </pc:sldMkLst>
      </pc:sldChg>
      <pc:sldChg chg="addSp delSp modSp mod ord">
        <pc:chgData name="Samaj, Tomas" userId="24ba87dd-e0d6-46e4-b32b-c6bf33e42df2" providerId="ADAL" clId="{7B1B8F56-5866-4008-9BBB-243D261A6A02}" dt="2025-12-02T12:48:03.677" v="3795" actId="1076"/>
        <pc:sldMkLst>
          <pc:docMk/>
          <pc:sldMk cId="1041337751" sldId="309"/>
        </pc:sldMkLst>
        <pc:spChg chg="mod">
          <ac:chgData name="Samaj, Tomas" userId="24ba87dd-e0d6-46e4-b32b-c6bf33e42df2" providerId="ADAL" clId="{7B1B8F56-5866-4008-9BBB-243D261A6A02}" dt="2025-12-02T12:47:50.678" v="3793" actId="20577"/>
          <ac:spMkLst>
            <pc:docMk/>
            <pc:sldMk cId="1041337751" sldId="309"/>
            <ac:spMk id="2" creationId="{BE07D50A-2561-8567-655F-AF9418AD496A}"/>
          </ac:spMkLst>
        </pc:spChg>
        <pc:spChg chg="add del mod">
          <ac:chgData name="Samaj, Tomas" userId="24ba87dd-e0d6-46e4-b32b-c6bf33e42df2" providerId="ADAL" clId="{7B1B8F56-5866-4008-9BBB-243D261A6A02}" dt="2025-12-02T12:45:48.528" v="3757" actId="478"/>
          <ac:spMkLst>
            <pc:docMk/>
            <pc:sldMk cId="1041337751" sldId="309"/>
            <ac:spMk id="3" creationId="{84383B60-976A-437A-6DE6-5B69AA44D916}"/>
          </ac:spMkLst>
        </pc:spChg>
        <pc:spChg chg="add">
          <ac:chgData name="Samaj, Tomas" userId="24ba87dd-e0d6-46e4-b32b-c6bf33e42df2" providerId="ADAL" clId="{7B1B8F56-5866-4008-9BBB-243D261A6A02}" dt="2025-12-02T12:45:48.854" v="3758"/>
          <ac:spMkLst>
            <pc:docMk/>
            <pc:sldMk cId="1041337751" sldId="309"/>
            <ac:spMk id="4" creationId="{4475EA8C-135C-416F-EEA6-4D5F1B811BCA}"/>
          </ac:spMkLst>
        </pc:spChg>
        <pc:spChg chg="add">
          <ac:chgData name="Samaj, Tomas" userId="24ba87dd-e0d6-46e4-b32b-c6bf33e42df2" providerId="ADAL" clId="{7B1B8F56-5866-4008-9BBB-243D261A6A02}" dt="2025-12-02T12:46:06.803" v="3763"/>
          <ac:spMkLst>
            <pc:docMk/>
            <pc:sldMk cId="1041337751" sldId="309"/>
            <ac:spMk id="6" creationId="{E70C414B-25FD-79B5-9657-7BF7022D110D}"/>
          </ac:spMkLst>
        </pc:spChg>
        <pc:spChg chg="mod">
          <ac:chgData name="Samaj, Tomas" userId="24ba87dd-e0d6-46e4-b32b-c6bf33e42df2" providerId="ADAL" clId="{7B1B8F56-5866-4008-9BBB-243D261A6A02}" dt="2025-12-01T13:15:27.635" v="2327" actId="20577"/>
          <ac:spMkLst>
            <pc:docMk/>
            <pc:sldMk cId="1041337751" sldId="309"/>
            <ac:spMk id="7" creationId="{9377CD60-4F28-68DE-B3AD-E6F97D02A6D8}"/>
          </ac:spMkLst>
        </pc:spChg>
        <pc:spChg chg="mod">
          <ac:chgData name="Samaj, Tomas" userId="24ba87dd-e0d6-46e4-b32b-c6bf33e42df2" providerId="ADAL" clId="{7B1B8F56-5866-4008-9BBB-243D261A6A02}" dt="2025-12-01T13:15:53.801" v="2416" actId="20577"/>
          <ac:spMkLst>
            <pc:docMk/>
            <pc:sldMk cId="1041337751" sldId="309"/>
            <ac:spMk id="8" creationId="{B3E4F77A-9416-A67E-0939-3EDAD70EF20A}"/>
          </ac:spMkLst>
        </pc:spChg>
        <pc:picChg chg="add del mod">
          <ac:chgData name="Samaj, Tomas" userId="24ba87dd-e0d6-46e4-b32b-c6bf33e42df2" providerId="ADAL" clId="{7B1B8F56-5866-4008-9BBB-243D261A6A02}" dt="2025-12-02T12:45:57.586" v="3762" actId="478"/>
          <ac:picMkLst>
            <pc:docMk/>
            <pc:sldMk cId="1041337751" sldId="309"/>
            <ac:picMk id="5" creationId="{6988C671-D232-BD33-F4AD-35F398A9118A}"/>
          </ac:picMkLst>
        </pc:picChg>
        <pc:picChg chg="add mod">
          <ac:chgData name="Samaj, Tomas" userId="24ba87dd-e0d6-46e4-b32b-c6bf33e42df2" providerId="ADAL" clId="{7B1B8F56-5866-4008-9BBB-243D261A6A02}" dt="2025-12-02T12:48:03.677" v="3795" actId="1076"/>
          <ac:picMkLst>
            <pc:docMk/>
            <pc:sldMk cId="1041337751" sldId="309"/>
            <ac:picMk id="9" creationId="{F49993D0-F183-DDFD-0DDD-6681E3A31EC5}"/>
          </ac:picMkLst>
        </pc:picChg>
      </pc:sldChg>
      <pc:sldChg chg="add del">
        <pc:chgData name="Samaj, Tomas" userId="24ba87dd-e0d6-46e4-b32b-c6bf33e42df2" providerId="ADAL" clId="{7B1B8F56-5866-4008-9BBB-243D261A6A02}" dt="2025-12-03T07:46:43.290" v="4780" actId="2696"/>
        <pc:sldMkLst>
          <pc:docMk/>
          <pc:sldMk cId="2695662652" sldId="313"/>
        </pc:sldMkLst>
      </pc:sldChg>
      <pc:sldChg chg="del">
        <pc:chgData name="Samaj, Tomas" userId="24ba87dd-e0d6-46e4-b32b-c6bf33e42df2" providerId="ADAL" clId="{7B1B8F56-5866-4008-9BBB-243D261A6A02}" dt="2025-12-03T07:46:20.879" v="4778" actId="2696"/>
        <pc:sldMkLst>
          <pc:docMk/>
          <pc:sldMk cId="791091923" sldId="314"/>
        </pc:sldMkLst>
      </pc:sldChg>
      <pc:sldChg chg="addSp delSp modSp add mod">
        <pc:chgData name="Samaj, Tomas" userId="24ba87dd-e0d6-46e4-b32b-c6bf33e42df2" providerId="ADAL" clId="{7B1B8F56-5866-4008-9BBB-243D261A6A02}" dt="2025-11-28T12:54:55.349" v="2138" actId="122"/>
        <pc:sldMkLst>
          <pc:docMk/>
          <pc:sldMk cId="3556147786" sldId="319"/>
        </pc:sldMkLst>
        <pc:spChg chg="mod">
          <ac:chgData name="Samaj, Tomas" userId="24ba87dd-e0d6-46e4-b32b-c6bf33e42df2" providerId="ADAL" clId="{7B1B8F56-5866-4008-9BBB-243D261A6A02}" dt="2025-11-28T12:46:29.312" v="1929" actId="20577"/>
          <ac:spMkLst>
            <pc:docMk/>
            <pc:sldMk cId="3556147786" sldId="319"/>
            <ac:spMk id="7" creationId="{4E474119-918C-74A7-49C3-C1845F19DC28}"/>
          </ac:spMkLst>
        </pc:spChg>
        <pc:spChg chg="mod">
          <ac:chgData name="Samaj, Tomas" userId="24ba87dd-e0d6-46e4-b32b-c6bf33e42df2" providerId="ADAL" clId="{7B1B8F56-5866-4008-9BBB-243D261A6A02}" dt="2025-11-28T12:46:50.530" v="1931"/>
          <ac:spMkLst>
            <pc:docMk/>
            <pc:sldMk cId="3556147786" sldId="319"/>
            <ac:spMk id="8" creationId="{D91FC12F-5F7D-6412-EFE2-80649120930C}"/>
          </ac:spMkLst>
        </pc:spChg>
      </pc:sldChg>
      <pc:sldChg chg="addSp modSp add">
        <pc:chgData name="Samaj, Tomas" userId="24ba87dd-e0d6-46e4-b32b-c6bf33e42df2" providerId="ADAL" clId="{7B1B8F56-5866-4008-9BBB-243D261A6A02}" dt="2025-11-28T12:55:01.125" v="2140"/>
        <pc:sldMkLst>
          <pc:docMk/>
          <pc:sldMk cId="3546382590" sldId="321"/>
        </pc:sldMkLst>
      </pc:sldChg>
      <pc:sldChg chg="modSp add mod ord">
        <pc:chgData name="Samaj, Tomas" userId="24ba87dd-e0d6-46e4-b32b-c6bf33e42df2" providerId="ADAL" clId="{7B1B8F56-5866-4008-9BBB-243D261A6A02}" dt="2025-11-28T12:54:04.230" v="2107" actId="20577"/>
        <pc:sldMkLst>
          <pc:docMk/>
          <pc:sldMk cId="3340008971" sldId="322"/>
        </pc:sldMkLst>
        <pc:spChg chg="mod">
          <ac:chgData name="Samaj, Tomas" userId="24ba87dd-e0d6-46e4-b32b-c6bf33e42df2" providerId="ADAL" clId="{7B1B8F56-5866-4008-9BBB-243D261A6A02}" dt="2025-11-28T12:48:33.260" v="1970" actId="20577"/>
          <ac:spMkLst>
            <pc:docMk/>
            <pc:sldMk cId="3340008971" sldId="322"/>
            <ac:spMk id="7" creationId="{E6C3E29E-9749-A424-B4CB-1AC983E483FA}"/>
          </ac:spMkLst>
        </pc:spChg>
        <pc:spChg chg="mod">
          <ac:chgData name="Samaj, Tomas" userId="24ba87dd-e0d6-46e4-b32b-c6bf33e42df2" providerId="ADAL" clId="{7B1B8F56-5866-4008-9BBB-243D261A6A02}" dt="2025-11-28T12:54:04.230" v="2107" actId="20577"/>
          <ac:spMkLst>
            <pc:docMk/>
            <pc:sldMk cId="3340008971" sldId="322"/>
            <ac:spMk id="8" creationId="{5F1EA95C-B423-614F-9B3A-EBF53D6E7C4C}"/>
          </ac:spMkLst>
        </pc:spChg>
        <pc:spChg chg="mod">
          <ac:chgData name="Samaj, Tomas" userId="24ba87dd-e0d6-46e4-b32b-c6bf33e42df2" providerId="ADAL" clId="{7B1B8F56-5866-4008-9BBB-243D261A6A02}" dt="2025-11-28T12:53:50.310" v="2101" actId="14100"/>
          <ac:spMkLst>
            <pc:docMk/>
            <pc:sldMk cId="3340008971" sldId="322"/>
            <ac:spMk id="11" creationId="{6E84092B-241C-7B63-013C-338F65229163}"/>
          </ac:spMkLst>
        </pc:spChg>
      </pc:sldChg>
      <pc:sldChg chg="addSp delSp modSp add mod ord">
        <pc:chgData name="Samaj, Tomas" userId="24ba87dd-e0d6-46e4-b32b-c6bf33e42df2" providerId="ADAL" clId="{7B1B8F56-5866-4008-9BBB-243D261A6A02}" dt="2025-12-02T12:59:11.972" v="4237" actId="14100"/>
        <pc:sldMkLst>
          <pc:docMk/>
          <pc:sldMk cId="2853515888" sldId="329"/>
        </pc:sldMkLst>
        <pc:spChg chg="del mod">
          <ac:chgData name="Samaj, Tomas" userId="24ba87dd-e0d6-46e4-b32b-c6bf33e42df2" providerId="ADAL" clId="{7B1B8F56-5866-4008-9BBB-243D261A6A02}" dt="2025-12-02T12:09:56.920" v="3403" actId="478"/>
          <ac:spMkLst>
            <pc:docMk/>
            <pc:sldMk cId="2853515888" sldId="329"/>
            <ac:spMk id="2" creationId="{6DD87A68-E025-CB8A-87B6-45EF1CB18CA0}"/>
          </ac:spMkLst>
        </pc:spChg>
        <pc:spChg chg="add mod topLvl">
          <ac:chgData name="Samaj, Tomas" userId="24ba87dd-e0d6-46e4-b32b-c6bf33e42df2" providerId="ADAL" clId="{7B1B8F56-5866-4008-9BBB-243D261A6A02}" dt="2025-12-02T12:59:11.972" v="4237" actId="14100"/>
          <ac:spMkLst>
            <pc:docMk/>
            <pc:sldMk cId="2853515888" sldId="329"/>
            <ac:spMk id="3" creationId="{70DB3408-61EE-801B-0A19-E44E8F145B2D}"/>
          </ac:spMkLst>
        </pc:spChg>
        <pc:spChg chg="add mod topLvl">
          <ac:chgData name="Samaj, Tomas" userId="24ba87dd-e0d6-46e4-b32b-c6bf33e42df2" providerId="ADAL" clId="{7B1B8F56-5866-4008-9BBB-243D261A6A02}" dt="2025-12-02T12:59:09.068" v="4236" actId="14100"/>
          <ac:spMkLst>
            <pc:docMk/>
            <pc:sldMk cId="2853515888" sldId="329"/>
            <ac:spMk id="4" creationId="{EC4A2F4A-550B-37F6-23B5-E2BB2D6359D0}"/>
          </ac:spMkLst>
        </pc:spChg>
        <pc:spChg chg="add mod topLvl">
          <ac:chgData name="Samaj, Tomas" userId="24ba87dd-e0d6-46e4-b32b-c6bf33e42df2" providerId="ADAL" clId="{7B1B8F56-5866-4008-9BBB-243D261A6A02}" dt="2025-12-02T12:59:02.327" v="4234" actId="14100"/>
          <ac:spMkLst>
            <pc:docMk/>
            <pc:sldMk cId="2853515888" sldId="329"/>
            <ac:spMk id="5" creationId="{965AA7E0-98D8-275D-03CE-779A68796A59}"/>
          </ac:spMkLst>
        </pc:spChg>
        <pc:spChg chg="add mod topLvl">
          <ac:chgData name="Samaj, Tomas" userId="24ba87dd-e0d6-46e4-b32b-c6bf33e42df2" providerId="ADAL" clId="{7B1B8F56-5866-4008-9BBB-243D261A6A02}" dt="2025-12-02T12:59:04.793" v="4235" actId="14100"/>
          <ac:spMkLst>
            <pc:docMk/>
            <pc:sldMk cId="2853515888" sldId="329"/>
            <ac:spMk id="6" creationId="{B7F77D8D-1D69-527C-E113-A6221BE9573E}"/>
          </ac:spMkLst>
        </pc:spChg>
        <pc:spChg chg="mod">
          <ac:chgData name="Samaj, Tomas" userId="24ba87dd-e0d6-46e4-b32b-c6bf33e42df2" providerId="ADAL" clId="{7B1B8F56-5866-4008-9BBB-243D261A6A02}" dt="2025-12-01T13:16:55.005" v="2469" actId="20577"/>
          <ac:spMkLst>
            <pc:docMk/>
            <pc:sldMk cId="2853515888" sldId="329"/>
            <ac:spMk id="7" creationId="{2D29C4B0-C894-0E7B-6891-6BB884FB6CEC}"/>
          </ac:spMkLst>
        </pc:spChg>
        <pc:spChg chg="mod">
          <ac:chgData name="Samaj, Tomas" userId="24ba87dd-e0d6-46e4-b32b-c6bf33e42df2" providerId="ADAL" clId="{7B1B8F56-5866-4008-9BBB-243D261A6A02}" dt="2025-12-01T13:30:49.020" v="3047" actId="20577"/>
          <ac:spMkLst>
            <pc:docMk/>
            <pc:sldMk cId="2853515888" sldId="329"/>
            <ac:spMk id="8" creationId="{5A4FCF40-32D8-F159-53DC-D3572FB9AD99}"/>
          </ac:spMkLst>
        </pc:spChg>
        <pc:spChg chg="add del mod">
          <ac:chgData name="Samaj, Tomas" userId="24ba87dd-e0d6-46e4-b32b-c6bf33e42df2" providerId="ADAL" clId="{7B1B8F56-5866-4008-9BBB-243D261A6A02}" dt="2025-12-02T12:57:16.721" v="4211" actId="478"/>
          <ac:spMkLst>
            <pc:docMk/>
            <pc:sldMk cId="2853515888" sldId="329"/>
            <ac:spMk id="10" creationId="{9F1137BE-6D4C-5EFC-879D-A8F36FE8A8A0}"/>
          </ac:spMkLst>
        </pc:spChg>
        <pc:spChg chg="add mod">
          <ac:chgData name="Samaj, Tomas" userId="24ba87dd-e0d6-46e4-b32b-c6bf33e42df2" providerId="ADAL" clId="{7B1B8F56-5866-4008-9BBB-243D261A6A02}" dt="2025-12-02T12:57:36.200" v="4215" actId="122"/>
          <ac:spMkLst>
            <pc:docMk/>
            <pc:sldMk cId="2853515888" sldId="329"/>
            <ac:spMk id="11" creationId="{AC9E2B51-C447-1400-156B-87868D936CEF}"/>
          </ac:spMkLst>
        </pc:spChg>
        <pc:grpChg chg="add del mod">
          <ac:chgData name="Samaj, Tomas" userId="24ba87dd-e0d6-46e4-b32b-c6bf33e42df2" providerId="ADAL" clId="{7B1B8F56-5866-4008-9BBB-243D261A6A02}" dt="2025-12-02T12:57:50.103" v="4217" actId="165"/>
          <ac:grpSpMkLst>
            <pc:docMk/>
            <pc:sldMk cId="2853515888" sldId="329"/>
            <ac:grpSpMk id="9" creationId="{052AAD86-949F-08CC-3A34-65135A724BE3}"/>
          </ac:grpSpMkLst>
        </pc:grpChg>
      </pc:sldChg>
      <pc:sldChg chg="modSp add mod ord">
        <pc:chgData name="Samaj, Tomas" userId="24ba87dd-e0d6-46e4-b32b-c6bf33e42df2" providerId="ADAL" clId="{7B1B8F56-5866-4008-9BBB-243D261A6A02}" dt="2025-12-02T17:00:25.526" v="4777" actId="20577"/>
        <pc:sldMkLst>
          <pc:docMk/>
          <pc:sldMk cId="2251769621" sldId="330"/>
        </pc:sldMkLst>
        <pc:spChg chg="mod">
          <ac:chgData name="Samaj, Tomas" userId="24ba87dd-e0d6-46e4-b32b-c6bf33e42df2" providerId="ADAL" clId="{7B1B8F56-5866-4008-9BBB-243D261A6A02}" dt="2025-12-02T17:00:25.526" v="4777" actId="20577"/>
          <ac:spMkLst>
            <pc:docMk/>
            <pc:sldMk cId="2251769621" sldId="330"/>
            <ac:spMk id="2" creationId="{34EB4662-D653-E6DF-6F4B-7C5F9319EA2D}"/>
          </ac:spMkLst>
        </pc:spChg>
        <pc:spChg chg="mod">
          <ac:chgData name="Samaj, Tomas" userId="24ba87dd-e0d6-46e4-b32b-c6bf33e42df2" providerId="ADAL" clId="{7B1B8F56-5866-4008-9BBB-243D261A6A02}" dt="2025-12-01T13:17:35.289" v="2536" actId="20577"/>
          <ac:spMkLst>
            <pc:docMk/>
            <pc:sldMk cId="2251769621" sldId="330"/>
            <ac:spMk id="7" creationId="{2DD7AE76-757D-530B-73D3-A49D4F0CE029}"/>
          </ac:spMkLst>
        </pc:spChg>
        <pc:spChg chg="mod">
          <ac:chgData name="Samaj, Tomas" userId="24ba87dd-e0d6-46e4-b32b-c6bf33e42df2" providerId="ADAL" clId="{7B1B8F56-5866-4008-9BBB-243D261A6A02}" dt="2025-12-01T13:18:04.982" v="2626" actId="20577"/>
          <ac:spMkLst>
            <pc:docMk/>
            <pc:sldMk cId="2251769621" sldId="330"/>
            <ac:spMk id="8" creationId="{171226F7-2360-D3D2-A2E5-0E3749434C0E}"/>
          </ac:spMkLst>
        </pc:spChg>
      </pc:sldChg>
      <pc:sldChg chg="addSp delSp modSp add mod ord">
        <pc:chgData name="Samaj, Tomas" userId="24ba87dd-e0d6-46e4-b32b-c6bf33e42df2" providerId="ADAL" clId="{7B1B8F56-5866-4008-9BBB-243D261A6A02}" dt="2025-12-02T12:54:48.533" v="4034" actId="20577"/>
        <pc:sldMkLst>
          <pc:docMk/>
          <pc:sldMk cId="1386796280" sldId="331"/>
        </pc:sldMkLst>
        <pc:spChg chg="del">
          <ac:chgData name="Samaj, Tomas" userId="24ba87dd-e0d6-46e4-b32b-c6bf33e42df2" providerId="ADAL" clId="{7B1B8F56-5866-4008-9BBB-243D261A6A02}" dt="2025-12-02T12:18:01.254" v="3461" actId="478"/>
          <ac:spMkLst>
            <pc:docMk/>
            <pc:sldMk cId="1386796280" sldId="331"/>
            <ac:spMk id="2" creationId="{FD4F5A00-2E4E-2B01-02B3-3FF217C60451}"/>
          </ac:spMkLst>
        </pc:spChg>
        <pc:spChg chg="add mod">
          <ac:chgData name="Samaj, Tomas" userId="24ba87dd-e0d6-46e4-b32b-c6bf33e42df2" providerId="ADAL" clId="{7B1B8F56-5866-4008-9BBB-243D261A6A02}" dt="2025-12-02T12:30:07.890" v="3679" actId="1076"/>
          <ac:spMkLst>
            <pc:docMk/>
            <pc:sldMk cId="1386796280" sldId="331"/>
            <ac:spMk id="3" creationId="{D59AE244-796A-57C0-C67C-71A52A8AC0CE}"/>
          </ac:spMkLst>
        </pc:spChg>
        <pc:spChg chg="add mod">
          <ac:chgData name="Samaj, Tomas" userId="24ba87dd-e0d6-46e4-b32b-c6bf33e42df2" providerId="ADAL" clId="{7B1B8F56-5866-4008-9BBB-243D261A6A02}" dt="2025-12-02T12:30:12.714" v="3681" actId="1076"/>
          <ac:spMkLst>
            <pc:docMk/>
            <pc:sldMk cId="1386796280" sldId="331"/>
            <ac:spMk id="4" creationId="{7C7050BE-C520-A816-5F3E-B9C39EA1345A}"/>
          </ac:spMkLst>
        </pc:spChg>
        <pc:spChg chg="add del mod">
          <ac:chgData name="Samaj, Tomas" userId="24ba87dd-e0d6-46e4-b32b-c6bf33e42df2" providerId="ADAL" clId="{7B1B8F56-5866-4008-9BBB-243D261A6A02}" dt="2025-12-02T12:25:20.836" v="3563" actId="478"/>
          <ac:spMkLst>
            <pc:docMk/>
            <pc:sldMk cId="1386796280" sldId="331"/>
            <ac:spMk id="5" creationId="{447E674B-C537-7A00-25C8-3298E32BCDF0}"/>
          </ac:spMkLst>
        </pc:spChg>
        <pc:spChg chg="add mod">
          <ac:chgData name="Samaj, Tomas" userId="24ba87dd-e0d6-46e4-b32b-c6bf33e42df2" providerId="ADAL" clId="{7B1B8F56-5866-4008-9BBB-243D261A6A02}" dt="2025-12-02T12:31:22.551" v="3716" actId="20577"/>
          <ac:spMkLst>
            <pc:docMk/>
            <pc:sldMk cId="1386796280" sldId="331"/>
            <ac:spMk id="6" creationId="{D3B5E55A-5785-5FF4-1E62-C0CAE7C03162}"/>
          </ac:spMkLst>
        </pc:spChg>
        <pc:spChg chg="mod">
          <ac:chgData name="Samaj, Tomas" userId="24ba87dd-e0d6-46e4-b32b-c6bf33e42df2" providerId="ADAL" clId="{7B1B8F56-5866-4008-9BBB-243D261A6A02}" dt="2025-12-01T13:30:56.831" v="3072" actId="20577"/>
          <ac:spMkLst>
            <pc:docMk/>
            <pc:sldMk cId="1386796280" sldId="331"/>
            <ac:spMk id="8" creationId="{8CD746A4-4CBB-2F7F-C4D7-DBAC40F4F701}"/>
          </ac:spMkLst>
        </pc:spChg>
        <pc:spChg chg="add mod">
          <ac:chgData name="Samaj, Tomas" userId="24ba87dd-e0d6-46e4-b32b-c6bf33e42df2" providerId="ADAL" clId="{7B1B8F56-5866-4008-9BBB-243D261A6A02}" dt="2025-12-02T12:18:01.543" v="3462"/>
          <ac:spMkLst>
            <pc:docMk/>
            <pc:sldMk cId="1386796280" sldId="331"/>
            <ac:spMk id="9" creationId="{C3E1BDC6-140D-82A0-CB74-15D6757AD92D}"/>
          </ac:spMkLst>
        </pc:spChg>
        <pc:spChg chg="add mod">
          <ac:chgData name="Samaj, Tomas" userId="24ba87dd-e0d6-46e4-b32b-c6bf33e42df2" providerId="ADAL" clId="{7B1B8F56-5866-4008-9BBB-243D261A6A02}" dt="2025-12-02T12:18:01.543" v="3462"/>
          <ac:spMkLst>
            <pc:docMk/>
            <pc:sldMk cId="1386796280" sldId="331"/>
            <ac:spMk id="10" creationId="{6BAB757E-0A86-CAF4-39D8-74E3C7027D7B}"/>
          </ac:spMkLst>
        </pc:spChg>
        <pc:spChg chg="add mod">
          <ac:chgData name="Samaj, Tomas" userId="24ba87dd-e0d6-46e4-b32b-c6bf33e42df2" providerId="ADAL" clId="{7B1B8F56-5866-4008-9BBB-243D261A6A02}" dt="2025-12-02T12:29:18.774" v="3672" actId="1076"/>
          <ac:spMkLst>
            <pc:docMk/>
            <pc:sldMk cId="1386796280" sldId="331"/>
            <ac:spMk id="11" creationId="{26DFE5F0-BCD4-A4C4-2D56-1DF1F18A16F0}"/>
          </ac:spMkLst>
        </pc:spChg>
        <pc:spChg chg="add del mod">
          <ac:chgData name="Samaj, Tomas" userId="24ba87dd-e0d6-46e4-b32b-c6bf33e42df2" providerId="ADAL" clId="{7B1B8F56-5866-4008-9BBB-243D261A6A02}" dt="2025-12-02T12:25:17.129" v="3562" actId="478"/>
          <ac:spMkLst>
            <pc:docMk/>
            <pc:sldMk cId="1386796280" sldId="331"/>
            <ac:spMk id="12" creationId="{780B194F-238C-26B0-3607-43E1AD2AD7B3}"/>
          </ac:spMkLst>
        </pc:spChg>
        <pc:spChg chg="add del mod">
          <ac:chgData name="Samaj, Tomas" userId="24ba87dd-e0d6-46e4-b32b-c6bf33e42df2" providerId="ADAL" clId="{7B1B8F56-5866-4008-9BBB-243D261A6A02}" dt="2025-12-02T12:25:29.989" v="3566" actId="478"/>
          <ac:spMkLst>
            <pc:docMk/>
            <pc:sldMk cId="1386796280" sldId="331"/>
            <ac:spMk id="13" creationId="{B89D1579-D1BF-91CC-2D67-DAC306A2C85E}"/>
          </ac:spMkLst>
        </pc:spChg>
        <pc:spChg chg="add mod">
          <ac:chgData name="Samaj, Tomas" userId="24ba87dd-e0d6-46e4-b32b-c6bf33e42df2" providerId="ADAL" clId="{7B1B8F56-5866-4008-9BBB-243D261A6A02}" dt="2025-12-02T12:54:48.533" v="4034" actId="20577"/>
          <ac:spMkLst>
            <pc:docMk/>
            <pc:sldMk cId="1386796280" sldId="331"/>
            <ac:spMk id="14" creationId="{C1A7CCA2-FA4F-FB82-B2F3-16C1A2E283B2}"/>
          </ac:spMkLst>
        </pc:spChg>
        <pc:spChg chg="add mod">
          <ac:chgData name="Samaj, Tomas" userId="24ba87dd-e0d6-46e4-b32b-c6bf33e42df2" providerId="ADAL" clId="{7B1B8F56-5866-4008-9BBB-243D261A6A02}" dt="2025-12-02T12:29:18.774" v="3672" actId="1076"/>
          <ac:spMkLst>
            <pc:docMk/>
            <pc:sldMk cId="1386796280" sldId="331"/>
            <ac:spMk id="15" creationId="{DEAADE41-FC90-4627-03D2-B42B398F23D2}"/>
          </ac:spMkLst>
        </pc:spChg>
      </pc:sldChg>
      <pc:sldMasterChg chg="modSldLayout">
        <pc:chgData name="Samaj, Tomas" userId="24ba87dd-e0d6-46e4-b32b-c6bf33e42df2" providerId="ADAL" clId="{7B1B8F56-5866-4008-9BBB-243D261A6A02}" dt="2025-11-15T11:12:19.406" v="257" actId="14100"/>
        <pc:sldMasterMkLst>
          <pc:docMk/>
          <pc:sldMasterMk cId="798062927" sldId="2147483648"/>
        </pc:sldMasterMkLst>
        <pc:sldLayoutChg chg="delSp modSp mod">
          <pc:chgData name="Samaj, Tomas" userId="24ba87dd-e0d6-46e4-b32b-c6bf33e42df2" providerId="ADAL" clId="{7B1B8F56-5866-4008-9BBB-243D261A6A02}" dt="2025-11-15T11:12:19.406" v="257" actId="14100"/>
          <pc:sldLayoutMkLst>
            <pc:docMk/>
            <pc:sldMasterMk cId="798062927" sldId="2147483648"/>
            <pc:sldLayoutMk cId="2715244599" sldId="2147483664"/>
          </pc:sldLayoutMkLst>
          <pc:spChg chg="mod">
            <ac:chgData name="Samaj, Tomas" userId="24ba87dd-e0d6-46e4-b32b-c6bf33e42df2" providerId="ADAL" clId="{7B1B8F56-5866-4008-9BBB-243D261A6A02}" dt="2025-11-15T11:12:19.406" v="257" actId="14100"/>
            <ac:spMkLst>
              <pc:docMk/>
              <pc:sldMasterMk cId="798062927" sldId="2147483648"/>
              <pc:sldLayoutMk cId="2715244599" sldId="2147483664"/>
              <ac:spMk id="18" creationId="{7A2B6DAA-3D2E-4851-803C-B1FAE19AE4B0}"/>
            </ac:spMkLst>
          </pc:spChg>
          <pc:picChg chg="mod">
            <ac:chgData name="Samaj, Tomas" userId="24ba87dd-e0d6-46e4-b32b-c6bf33e42df2" providerId="ADAL" clId="{7B1B8F56-5866-4008-9BBB-243D261A6A02}" dt="2025-11-15T11:12:09.970" v="255" actId="1076"/>
            <ac:picMkLst>
              <pc:docMk/>
              <pc:sldMasterMk cId="798062927" sldId="2147483648"/>
              <pc:sldLayoutMk cId="2715244599" sldId="2147483664"/>
              <ac:picMk id="3" creationId="{910648F3-FB8E-D9F3-3FE7-7042347B3A9C}"/>
            </ac:picMkLst>
          </pc:picChg>
        </pc:sldLayoutChg>
      </pc:sldMasterChg>
    </pc:docChg>
  </pc:docChgLst>
  <pc:docChgLst>
    <pc:chgData name="Iepure, Giulio-Robert" userId="S::h12427782@s.wu.ac.at::67277953-3767-40ff-8a1a-02d47f4f8f7f" providerId="AD" clId="Web-{E919943F-11A5-8EEB-D5FD-D60732415310}"/>
    <pc:docChg chg="modSld">
      <pc:chgData name="Iepure, Giulio-Robert" userId="S::h12427782@s.wu.ac.at::67277953-3767-40ff-8a1a-02d47f4f8f7f" providerId="AD" clId="Web-{E919943F-11A5-8EEB-D5FD-D60732415310}" dt="2025-12-03T08:24:32.958" v="2" actId="1076"/>
      <pc:docMkLst>
        <pc:docMk/>
      </pc:docMkLst>
      <pc:sldChg chg="modSp">
        <pc:chgData name="Iepure, Giulio-Robert" userId="S::h12427782@s.wu.ac.at::67277953-3767-40ff-8a1a-02d47f4f8f7f" providerId="AD" clId="Web-{E919943F-11A5-8EEB-D5FD-D60732415310}" dt="2025-12-03T08:23:58.769" v="1" actId="20577"/>
        <pc:sldMkLst>
          <pc:docMk/>
          <pc:sldMk cId="684989005" sldId="332"/>
        </pc:sldMkLst>
        <pc:spChg chg="mod">
          <ac:chgData name="Iepure, Giulio-Robert" userId="S::h12427782@s.wu.ac.at::67277953-3767-40ff-8a1a-02d47f4f8f7f" providerId="AD" clId="Web-{E919943F-11A5-8EEB-D5FD-D60732415310}" dt="2025-12-03T08:23:58.769" v="1" actId="20577"/>
          <ac:spMkLst>
            <pc:docMk/>
            <pc:sldMk cId="684989005" sldId="332"/>
            <ac:spMk id="10" creationId="{20F6A583-8BF1-FD8E-B673-948DF0F4B1F0}"/>
          </ac:spMkLst>
        </pc:spChg>
      </pc:sldChg>
      <pc:sldChg chg="modSp">
        <pc:chgData name="Iepure, Giulio-Robert" userId="S::h12427782@s.wu.ac.at::67277953-3767-40ff-8a1a-02d47f4f8f7f" providerId="AD" clId="Web-{E919943F-11A5-8EEB-D5FD-D60732415310}" dt="2025-12-03T08:24:32.958" v="2" actId="1076"/>
        <pc:sldMkLst>
          <pc:docMk/>
          <pc:sldMk cId="2404087227" sldId="333"/>
        </pc:sldMkLst>
        <pc:spChg chg="mod">
          <ac:chgData name="Iepure, Giulio-Robert" userId="S::h12427782@s.wu.ac.at::67277953-3767-40ff-8a1a-02d47f4f8f7f" providerId="AD" clId="Web-{E919943F-11A5-8EEB-D5FD-D60732415310}" dt="2025-12-03T08:23:44.501" v="0" actId="1076"/>
          <ac:spMkLst>
            <pc:docMk/>
            <pc:sldMk cId="2404087227" sldId="333"/>
            <ac:spMk id="9" creationId="{9F7D0DD8-D3FA-F69A-FE96-F429D8D6E680}"/>
          </ac:spMkLst>
        </pc:spChg>
        <pc:spChg chg="mod">
          <ac:chgData name="Iepure, Giulio-Robert" userId="S::h12427782@s.wu.ac.at::67277953-3767-40ff-8a1a-02d47f4f8f7f" providerId="AD" clId="Web-{E919943F-11A5-8EEB-D5FD-D60732415310}" dt="2025-12-03T08:24:32.958" v="2" actId="1076"/>
          <ac:spMkLst>
            <pc:docMk/>
            <pc:sldMk cId="2404087227" sldId="333"/>
            <ac:spMk id="11" creationId="{CDDE0433-98B1-8246-5A2A-1E5C33C61F06}"/>
          </ac:spMkLst>
        </pc:spChg>
      </pc:sldChg>
    </pc:docChg>
  </pc:docChgLst>
  <pc:docChgLst>
    <pc:chgData name="Tallos, Farkas Pal" userId="86c36b7f-01a8-446e-ba97-4074199c5aa5" providerId="ADAL" clId="{AC718F3F-4AF9-5DC4-BCC8-87FB61EEB03E}"/>
    <pc:docChg chg="undo redo custSel addSld delSld modSld sldOrd">
      <pc:chgData name="Tallos, Farkas Pal" userId="86c36b7f-01a8-446e-ba97-4074199c5aa5" providerId="ADAL" clId="{AC718F3F-4AF9-5DC4-BCC8-87FB61EEB03E}" dt="2025-12-03T08:47:59.849" v="1053" actId="2696"/>
      <pc:docMkLst>
        <pc:docMk/>
      </pc:docMkLst>
      <pc:sldChg chg="modSp mod">
        <pc:chgData name="Tallos, Farkas Pal" userId="86c36b7f-01a8-446e-ba97-4074199c5aa5" providerId="ADAL" clId="{AC718F3F-4AF9-5DC4-BCC8-87FB61EEB03E}" dt="2025-12-01T20:23:28.199" v="33" actId="1076"/>
        <pc:sldMkLst>
          <pc:docMk/>
          <pc:sldMk cId="3443664567" sldId="298"/>
        </pc:sldMkLst>
        <pc:spChg chg="mod">
          <ac:chgData name="Tallos, Farkas Pal" userId="86c36b7f-01a8-446e-ba97-4074199c5aa5" providerId="ADAL" clId="{AC718F3F-4AF9-5DC4-BCC8-87FB61EEB03E}" dt="2025-12-01T20:23:25.320" v="31" actId="1076"/>
          <ac:spMkLst>
            <pc:docMk/>
            <pc:sldMk cId="3443664567" sldId="298"/>
            <ac:spMk id="9" creationId="{7F397B07-A739-A37D-09CD-A8561FBB4B96}"/>
          </ac:spMkLst>
        </pc:spChg>
        <pc:picChg chg="mod">
          <ac:chgData name="Tallos, Farkas Pal" userId="86c36b7f-01a8-446e-ba97-4074199c5aa5" providerId="ADAL" clId="{AC718F3F-4AF9-5DC4-BCC8-87FB61EEB03E}" dt="2025-12-01T20:23:28.199" v="33" actId="1076"/>
          <ac:picMkLst>
            <pc:docMk/>
            <pc:sldMk cId="3443664567" sldId="298"/>
            <ac:picMk id="2" creationId="{DBD9CD5C-D8DF-5A5F-6665-5D3EB1AB0FC8}"/>
          </ac:picMkLst>
        </pc:picChg>
      </pc:sldChg>
      <pc:sldChg chg="add del">
        <pc:chgData name="Tallos, Farkas Pal" userId="86c36b7f-01a8-446e-ba97-4074199c5aa5" providerId="ADAL" clId="{AC718F3F-4AF9-5DC4-BCC8-87FB61EEB03E}" dt="2025-12-03T08:47:59.769" v="1043" actId="2696"/>
        <pc:sldMkLst>
          <pc:docMk/>
          <pc:sldMk cId="2558002867" sldId="299"/>
        </pc:sldMkLst>
      </pc:sldChg>
      <pc:sldChg chg="add del ord">
        <pc:chgData name="Tallos, Farkas Pal" userId="86c36b7f-01a8-446e-ba97-4074199c5aa5" providerId="ADAL" clId="{AC718F3F-4AF9-5DC4-BCC8-87FB61EEB03E}" dt="2025-12-03T08:47:59.762" v="1042" actId="2696"/>
        <pc:sldMkLst>
          <pc:docMk/>
          <pc:sldMk cId="1029923139" sldId="300"/>
        </pc:sldMkLst>
      </pc:sldChg>
      <pc:sldChg chg="ord">
        <pc:chgData name="Tallos, Farkas Pal" userId="86c36b7f-01a8-446e-ba97-4074199c5aa5" providerId="ADAL" clId="{AC718F3F-4AF9-5DC4-BCC8-87FB61EEB03E}" dt="2025-12-03T08:38:12.422" v="1014" actId="20578"/>
        <pc:sldMkLst>
          <pc:docMk/>
          <pc:sldMk cId="2637423123" sldId="301"/>
        </pc:sldMkLst>
      </pc:sldChg>
      <pc:sldChg chg="add del">
        <pc:chgData name="Tallos, Farkas Pal" userId="86c36b7f-01a8-446e-ba97-4074199c5aa5" providerId="ADAL" clId="{AC718F3F-4AF9-5DC4-BCC8-87FB61EEB03E}" dt="2025-12-03T08:47:59.840" v="1050" actId="2696"/>
        <pc:sldMkLst>
          <pc:docMk/>
          <pc:sldMk cId="671357987" sldId="302"/>
        </pc:sldMkLst>
      </pc:sldChg>
      <pc:sldChg chg="add del">
        <pc:chgData name="Tallos, Farkas Pal" userId="86c36b7f-01a8-446e-ba97-4074199c5aa5" providerId="ADAL" clId="{AC718F3F-4AF9-5DC4-BCC8-87FB61EEB03E}" dt="2025-12-03T08:47:59.813" v="1047" actId="2696"/>
        <pc:sldMkLst>
          <pc:docMk/>
          <pc:sldMk cId="1358173030" sldId="304"/>
        </pc:sldMkLst>
      </pc:sldChg>
      <pc:sldChg chg="add del">
        <pc:chgData name="Tallos, Farkas Pal" userId="86c36b7f-01a8-446e-ba97-4074199c5aa5" providerId="ADAL" clId="{AC718F3F-4AF9-5DC4-BCC8-87FB61EEB03E}" dt="2025-12-03T08:47:59.844" v="1051" actId="2696"/>
        <pc:sldMkLst>
          <pc:docMk/>
          <pc:sldMk cId="1831038472" sldId="305"/>
        </pc:sldMkLst>
      </pc:sldChg>
      <pc:sldChg chg="addSp delSp modSp add del mod">
        <pc:chgData name="Tallos, Farkas Pal" userId="86c36b7f-01a8-446e-ba97-4074199c5aa5" providerId="ADAL" clId="{AC718F3F-4AF9-5DC4-BCC8-87FB61EEB03E}" dt="2025-12-03T08:47:59.817" v="1048" actId="2696"/>
        <pc:sldMkLst>
          <pc:docMk/>
          <pc:sldMk cId="4253474625" sldId="306"/>
        </pc:sldMkLst>
      </pc:sldChg>
      <pc:sldChg chg="add del">
        <pc:chgData name="Tallos, Farkas Pal" userId="86c36b7f-01a8-446e-ba97-4074199c5aa5" providerId="ADAL" clId="{AC718F3F-4AF9-5DC4-BCC8-87FB61EEB03E}" dt="2025-12-03T08:47:59.835" v="1049" actId="2696"/>
        <pc:sldMkLst>
          <pc:docMk/>
          <pc:sldMk cId="2655942713" sldId="307"/>
        </pc:sldMkLst>
      </pc:sldChg>
      <pc:sldChg chg="add del">
        <pc:chgData name="Tallos, Farkas Pal" userId="86c36b7f-01a8-446e-ba97-4074199c5aa5" providerId="ADAL" clId="{AC718F3F-4AF9-5DC4-BCC8-87FB61EEB03E}" dt="2025-12-03T08:47:59.849" v="1053" actId="2696"/>
        <pc:sldMkLst>
          <pc:docMk/>
          <pc:sldMk cId="2234285471" sldId="308"/>
        </pc:sldMkLst>
      </pc:sldChg>
      <pc:sldChg chg="modSp mod">
        <pc:chgData name="Tallos, Farkas Pal" userId="86c36b7f-01a8-446e-ba97-4074199c5aa5" providerId="ADAL" clId="{AC718F3F-4AF9-5DC4-BCC8-87FB61EEB03E}" dt="2025-12-03T07:58:54.835" v="995" actId="14826"/>
        <pc:sldMkLst>
          <pc:docMk/>
          <pc:sldMk cId="1041337751" sldId="309"/>
        </pc:sldMkLst>
        <pc:picChg chg="mod">
          <ac:chgData name="Tallos, Farkas Pal" userId="86c36b7f-01a8-446e-ba97-4074199c5aa5" providerId="ADAL" clId="{AC718F3F-4AF9-5DC4-BCC8-87FB61EEB03E}" dt="2025-12-03T07:58:54.835" v="995" actId="14826"/>
          <ac:picMkLst>
            <pc:docMk/>
            <pc:sldMk cId="1041337751" sldId="309"/>
            <ac:picMk id="9" creationId="{F49993D0-F183-DDFD-0DDD-6681E3A31EC5}"/>
          </ac:picMkLst>
        </pc:picChg>
      </pc:sldChg>
      <pc:sldChg chg="add del">
        <pc:chgData name="Tallos, Farkas Pal" userId="86c36b7f-01a8-446e-ba97-4074199c5aa5" providerId="ADAL" clId="{AC718F3F-4AF9-5DC4-BCC8-87FB61EEB03E}" dt="2025-12-03T08:47:59.797" v="1045" actId="2696"/>
        <pc:sldMkLst>
          <pc:docMk/>
          <pc:sldMk cId="3296314721" sldId="310"/>
        </pc:sldMkLst>
      </pc:sldChg>
      <pc:sldChg chg="add del">
        <pc:chgData name="Tallos, Farkas Pal" userId="86c36b7f-01a8-446e-ba97-4074199c5aa5" providerId="ADAL" clId="{AC718F3F-4AF9-5DC4-BCC8-87FB61EEB03E}" dt="2025-12-03T08:47:59.807" v="1046" actId="2696"/>
        <pc:sldMkLst>
          <pc:docMk/>
          <pc:sldMk cId="3438206939" sldId="311"/>
        </pc:sldMkLst>
      </pc:sldChg>
      <pc:sldChg chg="add del">
        <pc:chgData name="Tallos, Farkas Pal" userId="86c36b7f-01a8-446e-ba97-4074199c5aa5" providerId="ADAL" clId="{AC718F3F-4AF9-5DC4-BCC8-87FB61EEB03E}" dt="2025-12-03T08:47:59.846" v="1052" actId="2696"/>
        <pc:sldMkLst>
          <pc:docMk/>
          <pc:sldMk cId="1621703401" sldId="312"/>
        </pc:sldMkLst>
      </pc:sldChg>
      <pc:sldChg chg="modSp mod">
        <pc:chgData name="Tallos, Farkas Pal" userId="86c36b7f-01a8-446e-ba97-4074199c5aa5" providerId="ADAL" clId="{AC718F3F-4AF9-5DC4-BCC8-87FB61EEB03E}" dt="2025-12-01T20:48:07.961" v="36" actId="14826"/>
        <pc:sldMkLst>
          <pc:docMk/>
          <pc:sldMk cId="3340008971" sldId="322"/>
        </pc:sldMkLst>
        <pc:picChg chg="mod">
          <ac:chgData name="Tallos, Farkas Pal" userId="86c36b7f-01a8-446e-ba97-4074199c5aa5" providerId="ADAL" clId="{AC718F3F-4AF9-5DC4-BCC8-87FB61EEB03E}" dt="2025-12-01T20:48:07.961" v="36" actId="14826"/>
          <ac:picMkLst>
            <pc:docMk/>
            <pc:sldMk cId="3340008971" sldId="322"/>
            <ac:picMk id="5" creationId="{8C61B613-B41F-A056-4379-26351781B1E3}"/>
          </ac:picMkLst>
        </pc:picChg>
      </pc:sldChg>
      <pc:sldChg chg="modSp mod">
        <pc:chgData name="Tallos, Farkas Pal" userId="86c36b7f-01a8-446e-ba97-4074199c5aa5" providerId="ADAL" clId="{AC718F3F-4AF9-5DC4-BCC8-87FB61EEB03E}" dt="2025-12-02T19:51:22.754" v="989" actId="14100"/>
        <pc:sldMkLst>
          <pc:docMk/>
          <pc:sldMk cId="2362282143" sldId="327"/>
        </pc:sldMkLst>
        <pc:spChg chg="mod">
          <ac:chgData name="Tallos, Farkas Pal" userId="86c36b7f-01a8-446e-ba97-4074199c5aa5" providerId="ADAL" clId="{AC718F3F-4AF9-5DC4-BCC8-87FB61EEB03E}" dt="2025-12-02T19:51:22.754" v="989" actId="14100"/>
          <ac:spMkLst>
            <pc:docMk/>
            <pc:sldMk cId="2362282143" sldId="327"/>
            <ac:spMk id="8" creationId="{DA90A538-4FA2-B5AF-DBE3-5C710B300E3C}"/>
          </ac:spMkLst>
        </pc:spChg>
      </pc:sldChg>
      <pc:sldChg chg="delSp modSp add mod">
        <pc:chgData name="Tallos, Farkas Pal" userId="86c36b7f-01a8-446e-ba97-4074199c5aa5" providerId="ADAL" clId="{AC718F3F-4AF9-5DC4-BCC8-87FB61EEB03E}" dt="2025-12-01T20:49:39.324" v="52" actId="20577"/>
        <pc:sldMkLst>
          <pc:docMk/>
          <pc:sldMk cId="684989005" sldId="332"/>
        </pc:sldMkLst>
        <pc:spChg chg="mod">
          <ac:chgData name="Tallos, Farkas Pal" userId="86c36b7f-01a8-446e-ba97-4074199c5aa5" providerId="ADAL" clId="{AC718F3F-4AF9-5DC4-BCC8-87FB61EEB03E}" dt="2025-12-01T20:49:39.324" v="52" actId="20577"/>
          <ac:spMkLst>
            <pc:docMk/>
            <pc:sldMk cId="684989005" sldId="332"/>
            <ac:spMk id="7" creationId="{0E228571-EFB7-7472-6461-2C10765AE1CE}"/>
          </ac:spMkLst>
        </pc:spChg>
        <pc:spChg chg="mod">
          <ac:chgData name="Tallos, Farkas Pal" userId="86c36b7f-01a8-446e-ba97-4074199c5aa5" providerId="ADAL" clId="{AC718F3F-4AF9-5DC4-BCC8-87FB61EEB03E}" dt="2025-12-01T20:49:32.590" v="51" actId="20577"/>
          <ac:spMkLst>
            <pc:docMk/>
            <pc:sldMk cId="684989005" sldId="332"/>
            <ac:spMk id="8" creationId="{D0B4EA86-8FF9-1D6F-4486-B057E4659E22}"/>
          </ac:spMkLst>
        </pc:spChg>
      </pc:sldChg>
      <pc:sldChg chg="add del">
        <pc:chgData name="Tallos, Farkas Pal" userId="86c36b7f-01a8-446e-ba97-4074199c5aa5" providerId="ADAL" clId="{AC718F3F-4AF9-5DC4-BCC8-87FB61EEB03E}" dt="2025-12-03T08:47:59.791" v="1044" actId="2696"/>
        <pc:sldMkLst>
          <pc:docMk/>
          <pc:sldMk cId="1420953659" sldId="333"/>
        </pc:sldMkLst>
      </pc:sldChg>
      <pc:sldChg chg="modSp add del mod">
        <pc:chgData name="Tallos, Farkas Pal" userId="86c36b7f-01a8-446e-ba97-4074199c5aa5" providerId="ADAL" clId="{AC718F3F-4AF9-5DC4-BCC8-87FB61EEB03E}" dt="2025-12-03T08:38:16.715" v="1015" actId="2696"/>
        <pc:sldMkLst>
          <pc:docMk/>
          <pc:sldMk cId="2404087227" sldId="333"/>
        </pc:sldMkLst>
      </pc:sldChg>
      <pc:sldChg chg="addSp modSp add mod">
        <pc:chgData name="Tallos, Farkas Pal" userId="86c36b7f-01a8-446e-ba97-4074199c5aa5" providerId="ADAL" clId="{AC718F3F-4AF9-5DC4-BCC8-87FB61EEB03E}" dt="2025-12-03T07:44:26.881" v="990" actId="14826"/>
        <pc:sldMkLst>
          <pc:docMk/>
          <pc:sldMk cId="2911385746" sldId="334"/>
        </pc:sldMkLst>
        <pc:spChg chg="mod">
          <ac:chgData name="Tallos, Farkas Pal" userId="86c36b7f-01a8-446e-ba97-4074199c5aa5" providerId="ADAL" clId="{AC718F3F-4AF9-5DC4-BCC8-87FB61EEB03E}" dt="2025-12-01T20:53:57.294" v="136" actId="20577"/>
          <ac:spMkLst>
            <pc:docMk/>
            <pc:sldMk cId="2911385746" sldId="334"/>
            <ac:spMk id="2" creationId="{810E0825-B69E-17F3-FD76-E0F4DF794A1A}"/>
          </ac:spMkLst>
        </pc:spChg>
        <pc:spChg chg="mod">
          <ac:chgData name="Tallos, Farkas Pal" userId="86c36b7f-01a8-446e-ba97-4074199c5aa5" providerId="ADAL" clId="{AC718F3F-4AF9-5DC4-BCC8-87FB61EEB03E}" dt="2025-12-01T20:54:29.166" v="178" actId="20577"/>
          <ac:spMkLst>
            <pc:docMk/>
            <pc:sldMk cId="2911385746" sldId="334"/>
            <ac:spMk id="7" creationId="{6329562D-CF38-6254-228D-29B0C7BA2E63}"/>
          </ac:spMkLst>
        </pc:spChg>
        <pc:spChg chg="mod">
          <ac:chgData name="Tallos, Farkas Pal" userId="86c36b7f-01a8-446e-ba97-4074199c5aa5" providerId="ADAL" clId="{AC718F3F-4AF9-5DC4-BCC8-87FB61EEB03E}" dt="2025-12-01T20:54:05.451" v="147" actId="20577"/>
          <ac:spMkLst>
            <pc:docMk/>
            <pc:sldMk cId="2911385746" sldId="334"/>
            <ac:spMk id="8" creationId="{6D2DC770-8891-98BC-C462-FA288F1A4195}"/>
          </ac:spMkLst>
        </pc:spChg>
        <pc:picChg chg="add mod">
          <ac:chgData name="Tallos, Farkas Pal" userId="86c36b7f-01a8-446e-ba97-4074199c5aa5" providerId="ADAL" clId="{AC718F3F-4AF9-5DC4-BCC8-87FB61EEB03E}" dt="2025-12-03T07:44:26.881" v="990" actId="14826"/>
          <ac:picMkLst>
            <pc:docMk/>
            <pc:sldMk cId="2911385746" sldId="334"/>
            <ac:picMk id="3" creationId="{97F897D6-666E-4719-822F-8A527478E1A3}"/>
          </ac:picMkLst>
        </pc:picChg>
      </pc:sldChg>
      <pc:sldChg chg="addSp delSp modSp add mod">
        <pc:chgData name="Tallos, Farkas Pal" userId="86c36b7f-01a8-446e-ba97-4074199c5aa5" providerId="ADAL" clId="{AC718F3F-4AF9-5DC4-BCC8-87FB61EEB03E}" dt="2025-12-01T22:02:50.045" v="540" actId="20577"/>
        <pc:sldMkLst>
          <pc:docMk/>
          <pc:sldMk cId="3989720971" sldId="335"/>
        </pc:sldMkLst>
        <pc:spChg chg="mod">
          <ac:chgData name="Tallos, Farkas Pal" userId="86c36b7f-01a8-446e-ba97-4074199c5aa5" providerId="ADAL" clId="{AC718F3F-4AF9-5DC4-BCC8-87FB61EEB03E}" dt="2025-12-01T21:57:28.328" v="479" actId="20577"/>
          <ac:spMkLst>
            <pc:docMk/>
            <pc:sldMk cId="3989720971" sldId="335"/>
            <ac:spMk id="2" creationId="{83318758-0891-565F-3E33-D930D94BFF6F}"/>
          </ac:spMkLst>
        </pc:spChg>
        <pc:spChg chg="mod">
          <ac:chgData name="Tallos, Farkas Pal" userId="86c36b7f-01a8-446e-ba97-4074199c5aa5" providerId="ADAL" clId="{AC718F3F-4AF9-5DC4-BCC8-87FB61EEB03E}" dt="2025-12-01T21:52:39.304" v="441" actId="20577"/>
          <ac:spMkLst>
            <pc:docMk/>
            <pc:sldMk cId="3989720971" sldId="335"/>
            <ac:spMk id="8" creationId="{0356EEB1-2A72-00A5-4EFE-E292BC220EAD}"/>
          </ac:spMkLst>
        </pc:spChg>
        <pc:spChg chg="add mod">
          <ac:chgData name="Tallos, Farkas Pal" userId="86c36b7f-01a8-446e-ba97-4074199c5aa5" providerId="ADAL" clId="{AC718F3F-4AF9-5DC4-BCC8-87FB61EEB03E}" dt="2025-12-01T22:02:50.045" v="540" actId="20577"/>
          <ac:spMkLst>
            <pc:docMk/>
            <pc:sldMk cId="3989720971" sldId="335"/>
            <ac:spMk id="13" creationId="{C722B416-7373-8FFF-CD3D-5D55E096E04E}"/>
          </ac:spMkLst>
        </pc:spChg>
        <pc:picChg chg="add mod">
          <ac:chgData name="Tallos, Farkas Pal" userId="86c36b7f-01a8-446e-ba97-4074199c5aa5" providerId="ADAL" clId="{AC718F3F-4AF9-5DC4-BCC8-87FB61EEB03E}" dt="2025-12-01T21:38:44.186" v="276" actId="14826"/>
          <ac:picMkLst>
            <pc:docMk/>
            <pc:sldMk cId="3989720971" sldId="335"/>
            <ac:picMk id="11" creationId="{5F0DDE79-2C8E-9421-5278-700B3207E072}"/>
          </ac:picMkLst>
        </pc:picChg>
        <pc:picChg chg="add mod">
          <ac:chgData name="Tallos, Farkas Pal" userId="86c36b7f-01a8-446e-ba97-4074199c5aa5" providerId="ADAL" clId="{AC718F3F-4AF9-5DC4-BCC8-87FB61EEB03E}" dt="2025-12-01T21:39:02.788" v="277" actId="14826"/>
          <ac:picMkLst>
            <pc:docMk/>
            <pc:sldMk cId="3989720971" sldId="335"/>
            <ac:picMk id="12" creationId="{B77F5C1E-FF13-4B07-4783-FDCEF3285F22}"/>
          </ac:picMkLst>
        </pc:picChg>
      </pc:sldChg>
      <pc:sldChg chg="addSp delSp modSp add mod">
        <pc:chgData name="Tallos, Farkas Pal" userId="86c36b7f-01a8-446e-ba97-4074199c5aa5" providerId="ADAL" clId="{AC718F3F-4AF9-5DC4-BCC8-87FB61EEB03E}" dt="2025-12-02T15:29:33.655" v="988" actId="14100"/>
        <pc:sldMkLst>
          <pc:docMk/>
          <pc:sldMk cId="793516716" sldId="336"/>
        </pc:sldMkLst>
        <pc:spChg chg="mod">
          <ac:chgData name="Tallos, Farkas Pal" userId="86c36b7f-01a8-446e-ba97-4074199c5aa5" providerId="ADAL" clId="{AC718F3F-4AF9-5DC4-BCC8-87FB61EEB03E}" dt="2025-12-02T15:25:45.411" v="983" actId="20577"/>
          <ac:spMkLst>
            <pc:docMk/>
            <pc:sldMk cId="793516716" sldId="336"/>
            <ac:spMk id="2" creationId="{65C6C69F-E89D-02CD-EAAC-34D55C08C78F}"/>
          </ac:spMkLst>
        </pc:spChg>
        <pc:spChg chg="add mod">
          <ac:chgData name="Tallos, Farkas Pal" userId="86c36b7f-01a8-446e-ba97-4074199c5aa5" providerId="ADAL" clId="{AC718F3F-4AF9-5DC4-BCC8-87FB61EEB03E}" dt="2025-12-02T15:29:15.581" v="986" actId="20577"/>
          <ac:spMkLst>
            <pc:docMk/>
            <pc:sldMk cId="793516716" sldId="336"/>
            <ac:spMk id="4" creationId="{B8771BF3-FEB7-7D92-8F27-19ADA68620D2}"/>
          </ac:spMkLst>
        </pc:spChg>
        <pc:spChg chg="add del mod">
          <ac:chgData name="Tallos, Farkas Pal" userId="86c36b7f-01a8-446e-ba97-4074199c5aa5" providerId="ADAL" clId="{AC718F3F-4AF9-5DC4-BCC8-87FB61EEB03E}" dt="2025-12-02T14:39:21.385" v="574" actId="478"/>
          <ac:spMkLst>
            <pc:docMk/>
            <pc:sldMk cId="793516716" sldId="336"/>
            <ac:spMk id="6" creationId="{8FF69923-0EBA-571B-A420-1ECCCF39A4DC}"/>
          </ac:spMkLst>
        </pc:spChg>
        <pc:spChg chg="mod">
          <ac:chgData name="Tallos, Farkas Pal" userId="86c36b7f-01a8-446e-ba97-4074199c5aa5" providerId="ADAL" clId="{AC718F3F-4AF9-5DC4-BCC8-87FB61EEB03E}" dt="2025-12-02T14:58:59.693" v="632" actId="113"/>
          <ac:spMkLst>
            <pc:docMk/>
            <pc:sldMk cId="793516716" sldId="336"/>
            <ac:spMk id="8" creationId="{080059C4-6C32-AB89-C80E-F9F64BC4AEE9}"/>
          </ac:spMkLst>
        </pc:spChg>
        <pc:spChg chg="add del mod">
          <ac:chgData name="Tallos, Farkas Pal" userId="86c36b7f-01a8-446e-ba97-4074199c5aa5" providerId="ADAL" clId="{AC718F3F-4AF9-5DC4-BCC8-87FB61EEB03E}" dt="2025-12-02T15:07:34.287" v="738"/>
          <ac:spMkLst>
            <pc:docMk/>
            <pc:sldMk cId="793516716" sldId="336"/>
            <ac:spMk id="9" creationId="{8706FF31-5EBB-586D-1A85-B0A74A2A7618}"/>
          </ac:spMkLst>
        </pc:spChg>
        <pc:spChg chg="add del mod">
          <ac:chgData name="Tallos, Farkas Pal" userId="86c36b7f-01a8-446e-ba97-4074199c5aa5" providerId="ADAL" clId="{AC718F3F-4AF9-5DC4-BCC8-87FB61EEB03E}" dt="2025-12-02T14:39:14.926" v="572" actId="478"/>
          <ac:spMkLst>
            <pc:docMk/>
            <pc:sldMk cId="793516716" sldId="336"/>
            <ac:spMk id="9" creationId="{C53BF2F5-9850-77BE-06F1-FFDCE671C9A2}"/>
          </ac:spMkLst>
        </pc:spChg>
        <pc:spChg chg="add mod">
          <ac:chgData name="Tallos, Farkas Pal" userId="86c36b7f-01a8-446e-ba97-4074199c5aa5" providerId="ADAL" clId="{AC718F3F-4AF9-5DC4-BCC8-87FB61EEB03E}" dt="2025-12-02T15:29:33.655" v="988" actId="14100"/>
          <ac:spMkLst>
            <pc:docMk/>
            <pc:sldMk cId="793516716" sldId="336"/>
            <ac:spMk id="10" creationId="{DFE3ADA7-4A14-4D04-E846-98B5962DEF5D}"/>
          </ac:spMkLst>
        </pc:spChg>
        <pc:picChg chg="add del mod">
          <ac:chgData name="Tallos, Farkas Pal" userId="86c36b7f-01a8-446e-ba97-4074199c5aa5" providerId="ADAL" clId="{AC718F3F-4AF9-5DC4-BCC8-87FB61EEB03E}" dt="2025-12-02T14:30:57.152" v="553" actId="478"/>
          <ac:picMkLst>
            <pc:docMk/>
            <pc:sldMk cId="793516716" sldId="336"/>
            <ac:picMk id="3" creationId="{9CB35E67-A168-6EB4-2BE2-6ADBD6F02DEE}"/>
          </ac:picMkLst>
        </pc:picChg>
        <pc:picChg chg="add del mod">
          <ac:chgData name="Tallos, Farkas Pal" userId="86c36b7f-01a8-446e-ba97-4074199c5aa5" providerId="ADAL" clId="{AC718F3F-4AF9-5DC4-BCC8-87FB61EEB03E}" dt="2025-12-02T14:33:28.384" v="559" actId="478"/>
          <ac:picMkLst>
            <pc:docMk/>
            <pc:sldMk cId="793516716" sldId="336"/>
            <ac:picMk id="4" creationId="{F8AECA05-D656-11B2-3FAE-11F5BB81D352}"/>
          </ac:picMkLst>
        </pc:picChg>
        <pc:picChg chg="add mod">
          <ac:chgData name="Tallos, Farkas Pal" userId="86c36b7f-01a8-446e-ba97-4074199c5aa5" providerId="ADAL" clId="{AC718F3F-4AF9-5DC4-BCC8-87FB61EEB03E}" dt="2025-12-02T15:15:46.524" v="757" actId="14100"/>
          <ac:picMkLst>
            <pc:docMk/>
            <pc:sldMk cId="793516716" sldId="336"/>
            <ac:picMk id="5" creationId="{76A96330-6297-E2A0-B035-A22EAAC15074}"/>
          </ac:picMkLst>
        </pc:picChg>
      </pc:sldChg>
      <pc:sldChg chg="addSp delSp modSp add mod">
        <pc:chgData name="Tallos, Farkas Pal" userId="86c36b7f-01a8-446e-ba97-4074199c5aa5" providerId="ADAL" clId="{AC718F3F-4AF9-5DC4-BCC8-87FB61EEB03E}" dt="2025-12-01T22:04:19.030" v="551" actId="1076"/>
        <pc:sldMkLst>
          <pc:docMk/>
          <pc:sldMk cId="3492829462" sldId="337"/>
        </pc:sldMkLst>
        <pc:picChg chg="add mod">
          <ac:chgData name="Tallos, Farkas Pal" userId="86c36b7f-01a8-446e-ba97-4074199c5aa5" providerId="ADAL" clId="{AC718F3F-4AF9-5DC4-BCC8-87FB61EEB03E}" dt="2025-12-01T22:04:19.030" v="551" actId="1076"/>
          <ac:picMkLst>
            <pc:docMk/>
            <pc:sldMk cId="3492829462" sldId="337"/>
            <ac:picMk id="4" creationId="{D662B1FA-EFC8-FC9F-20D0-46A01D41E84C}"/>
          </ac:picMkLst>
        </pc:picChg>
      </pc:sldChg>
      <pc:sldChg chg="modSp add mod">
        <pc:chgData name="Tallos, Farkas Pal" userId="86c36b7f-01a8-446e-ba97-4074199c5aa5" providerId="ADAL" clId="{AC718F3F-4AF9-5DC4-BCC8-87FB61EEB03E}" dt="2025-12-03T08:08:08.052" v="1013" actId="123"/>
        <pc:sldMkLst>
          <pc:docMk/>
          <pc:sldMk cId="1399541042" sldId="340"/>
        </pc:sldMkLst>
        <pc:spChg chg="mod">
          <ac:chgData name="Tallos, Farkas Pal" userId="86c36b7f-01a8-446e-ba97-4074199c5aa5" providerId="ADAL" clId="{AC718F3F-4AF9-5DC4-BCC8-87FB61EEB03E}" dt="2025-12-03T08:08:08.052" v="1013" actId="123"/>
          <ac:spMkLst>
            <pc:docMk/>
            <pc:sldMk cId="1399541042" sldId="340"/>
            <ac:spMk id="2" creationId="{F0AD875C-B5FC-60AE-9712-533F1F40BF02}"/>
          </ac:spMkLst>
        </pc:spChg>
        <pc:spChg chg="mod">
          <ac:chgData name="Tallos, Farkas Pal" userId="86c36b7f-01a8-446e-ba97-4074199c5aa5" providerId="ADAL" clId="{AC718F3F-4AF9-5DC4-BCC8-87FB61EEB03E}" dt="2025-12-03T08:07:23.029" v="1006" actId="113"/>
          <ac:spMkLst>
            <pc:docMk/>
            <pc:sldMk cId="1399541042" sldId="340"/>
            <ac:spMk id="8" creationId="{20CBFE80-10BD-AA69-05E0-6D1AA86BC8CF}"/>
          </ac:spMkLst>
        </pc:spChg>
        <pc:picChg chg="mod">
          <ac:chgData name="Tallos, Farkas Pal" userId="86c36b7f-01a8-446e-ba97-4074199c5aa5" providerId="ADAL" clId="{AC718F3F-4AF9-5DC4-BCC8-87FB61EEB03E}" dt="2025-12-03T08:07:42.312" v="1008" actId="1076"/>
          <ac:picMkLst>
            <pc:docMk/>
            <pc:sldMk cId="1399541042" sldId="340"/>
            <ac:picMk id="4" creationId="{EFA40CCB-41BE-9344-948E-E9597A3EACEC}"/>
          </ac:picMkLst>
        </pc:picChg>
      </pc:sldChg>
    </pc:docChg>
  </pc:docChgLst>
  <pc:docChgLst>
    <pc:chgData name="Iepure, Giulio-Robert" userId="67277953-3767-40ff-8a1a-02d47f4f8f7f" providerId="ADAL" clId="{059C56E9-D8A9-5C3D-A13C-05BE381C40C2}"/>
    <pc:docChg chg="undo custSel addSld delSld modSld">
      <pc:chgData name="Iepure, Giulio-Robert" userId="67277953-3767-40ff-8a1a-02d47f4f8f7f" providerId="ADAL" clId="{059C56E9-D8A9-5C3D-A13C-05BE381C40C2}" dt="2025-12-02T21:07:13.877" v="861" actId="20577"/>
      <pc:docMkLst>
        <pc:docMk/>
      </pc:docMkLst>
      <pc:sldChg chg="addSp delSp modSp mod">
        <pc:chgData name="Iepure, Giulio-Robert" userId="67277953-3767-40ff-8a1a-02d47f4f8f7f" providerId="ADAL" clId="{059C56E9-D8A9-5C3D-A13C-05BE381C40C2}" dt="2025-11-15T11:11:22.834" v="176" actId="478"/>
        <pc:sldMkLst>
          <pc:docMk/>
          <pc:sldMk cId="361736959" sldId="296"/>
        </pc:sldMkLst>
        <pc:spChg chg="add mod">
          <ac:chgData name="Iepure, Giulio-Robert" userId="67277953-3767-40ff-8a1a-02d47f4f8f7f" providerId="ADAL" clId="{059C56E9-D8A9-5C3D-A13C-05BE381C40C2}" dt="2025-11-15T11:09:12.371" v="114" actId="20577"/>
          <ac:spMkLst>
            <pc:docMk/>
            <pc:sldMk cId="361736959" sldId="296"/>
            <ac:spMk id="9" creationId="{0A86FFE2-C5A4-D33E-5242-FF5FB6C1E19E}"/>
          </ac:spMkLst>
        </pc:spChg>
        <pc:spChg chg="mod">
          <ac:chgData name="Iepure, Giulio-Robert" userId="67277953-3767-40ff-8a1a-02d47f4f8f7f" providerId="ADAL" clId="{059C56E9-D8A9-5C3D-A13C-05BE381C40C2}" dt="2025-11-15T11:05:59.467" v="22" actId="20577"/>
          <ac:spMkLst>
            <pc:docMk/>
            <pc:sldMk cId="361736959" sldId="296"/>
            <ac:spMk id="31" creationId="{9F07FB2F-E780-7DC7-9AA2-DD190F8DE8CF}"/>
          </ac:spMkLst>
        </pc:spChg>
        <pc:spChg chg="mod">
          <ac:chgData name="Iepure, Giulio-Robert" userId="67277953-3767-40ff-8a1a-02d47f4f8f7f" providerId="ADAL" clId="{059C56E9-D8A9-5C3D-A13C-05BE381C40C2}" dt="2025-11-15T11:06:20.580" v="33" actId="20577"/>
          <ac:spMkLst>
            <pc:docMk/>
            <pc:sldMk cId="361736959" sldId="296"/>
            <ac:spMk id="32" creationId="{970E8AE1-C503-1217-5863-3C626BE1B311}"/>
          </ac:spMkLst>
        </pc:spChg>
        <pc:spChg chg="mod">
          <ac:chgData name="Iepure, Giulio-Robert" userId="67277953-3767-40ff-8a1a-02d47f4f8f7f" providerId="ADAL" clId="{059C56E9-D8A9-5C3D-A13C-05BE381C40C2}" dt="2025-11-15T11:11:11.687" v="175" actId="20577"/>
          <ac:spMkLst>
            <pc:docMk/>
            <pc:sldMk cId="361736959" sldId="296"/>
            <ac:spMk id="33" creationId="{5751F698-5533-8459-909C-EE5E9D1D31E0}"/>
          </ac:spMkLst>
        </pc:spChg>
        <pc:spChg chg="mod">
          <ac:chgData name="Iepure, Giulio-Robert" userId="67277953-3767-40ff-8a1a-02d47f4f8f7f" providerId="ADAL" clId="{059C56E9-D8A9-5C3D-A13C-05BE381C40C2}" dt="2025-11-15T11:07:23.032" v="62" actId="20577"/>
          <ac:spMkLst>
            <pc:docMk/>
            <pc:sldMk cId="361736959" sldId="296"/>
            <ac:spMk id="34" creationId="{9FF43879-9D51-BC85-DBBC-2EF22D8ECA66}"/>
          </ac:spMkLst>
        </pc:spChg>
        <pc:spChg chg="mod">
          <ac:chgData name="Iepure, Giulio-Robert" userId="67277953-3767-40ff-8a1a-02d47f4f8f7f" providerId="ADAL" clId="{059C56E9-D8A9-5C3D-A13C-05BE381C40C2}" dt="2025-11-15T11:09:40.887" v="126" actId="20577"/>
          <ac:spMkLst>
            <pc:docMk/>
            <pc:sldMk cId="361736959" sldId="296"/>
            <ac:spMk id="35" creationId="{C23734EC-DFB3-5F1C-72C7-22DBC63EC47F}"/>
          </ac:spMkLst>
        </pc:spChg>
      </pc:sldChg>
      <pc:sldChg chg="addSp delSp modSp mod">
        <pc:chgData name="Iepure, Giulio-Robert" userId="67277953-3767-40ff-8a1a-02d47f4f8f7f" providerId="ADAL" clId="{059C56E9-D8A9-5C3D-A13C-05BE381C40C2}" dt="2025-11-15T11:46:08.152" v="252" actId="478"/>
        <pc:sldMkLst>
          <pc:docMk/>
          <pc:sldMk cId="2637423123" sldId="301"/>
        </pc:sldMkLst>
        <pc:spChg chg="mod">
          <ac:chgData name="Iepure, Giulio-Robert" userId="67277953-3767-40ff-8a1a-02d47f4f8f7f" providerId="ADAL" clId="{059C56E9-D8A9-5C3D-A13C-05BE381C40C2}" dt="2025-11-15T11:32:32.763" v="213" actId="5793"/>
          <ac:spMkLst>
            <pc:docMk/>
            <pc:sldMk cId="2637423123" sldId="301"/>
            <ac:spMk id="2" creationId="{4F3046A7-4A8C-602F-7E18-28B733CEB611}"/>
          </ac:spMkLst>
        </pc:spChg>
        <pc:picChg chg="add del mod">
          <ac:chgData name="Iepure, Giulio-Robert" userId="67277953-3767-40ff-8a1a-02d47f4f8f7f" providerId="ADAL" clId="{059C56E9-D8A9-5C3D-A13C-05BE381C40C2}" dt="2025-11-15T11:46:08.152" v="252" actId="478"/>
          <ac:picMkLst>
            <pc:docMk/>
            <pc:sldMk cId="2637423123" sldId="301"/>
            <ac:picMk id="9" creationId="{41D19504-4158-0EAC-71ED-4E1D2C2A2DBC}"/>
          </ac:picMkLst>
        </pc:picChg>
      </pc:sldChg>
      <pc:sldChg chg="addSp delSp modSp mod">
        <pc:chgData name="Iepure, Giulio-Robert" userId="67277953-3767-40ff-8a1a-02d47f4f8f7f" providerId="ADAL" clId="{059C56E9-D8A9-5C3D-A13C-05BE381C40C2}" dt="2025-12-01T23:46:23.082" v="700" actId="1076"/>
        <pc:sldMkLst>
          <pc:docMk/>
          <pc:sldMk cId="684989005" sldId="332"/>
        </pc:sldMkLst>
        <pc:spChg chg="mod">
          <ac:chgData name="Iepure, Giulio-Robert" userId="67277953-3767-40ff-8a1a-02d47f4f8f7f" providerId="ADAL" clId="{059C56E9-D8A9-5C3D-A13C-05BE381C40C2}" dt="2025-12-01T23:30:34.153" v="614" actId="20577"/>
          <ac:spMkLst>
            <pc:docMk/>
            <pc:sldMk cId="684989005" sldId="332"/>
            <ac:spMk id="7" creationId="{0E228571-EFB7-7472-6461-2C10765AE1CE}"/>
          </ac:spMkLst>
        </pc:spChg>
        <pc:spChg chg="mod">
          <ac:chgData name="Iepure, Giulio-Robert" userId="67277953-3767-40ff-8a1a-02d47f4f8f7f" providerId="ADAL" clId="{059C56E9-D8A9-5C3D-A13C-05BE381C40C2}" dt="2025-12-01T23:26:57.632" v="604" actId="20577"/>
          <ac:spMkLst>
            <pc:docMk/>
            <pc:sldMk cId="684989005" sldId="332"/>
            <ac:spMk id="8" creationId="{D0B4EA86-8FF9-1D6F-4486-B057E4659E22}"/>
          </ac:spMkLst>
        </pc:spChg>
        <pc:spChg chg="add mod">
          <ac:chgData name="Iepure, Giulio-Robert" userId="67277953-3767-40ff-8a1a-02d47f4f8f7f" providerId="ADAL" clId="{059C56E9-D8A9-5C3D-A13C-05BE381C40C2}" dt="2025-12-01T23:46:23.082" v="700" actId="1076"/>
          <ac:spMkLst>
            <pc:docMk/>
            <pc:sldMk cId="684989005" sldId="332"/>
            <ac:spMk id="10" creationId="{20F6A583-8BF1-FD8E-B673-948DF0F4B1F0}"/>
          </ac:spMkLst>
        </pc:spChg>
        <pc:graphicFrameChg chg="add mod modGraphic">
          <ac:chgData name="Iepure, Giulio-Robert" userId="67277953-3767-40ff-8a1a-02d47f4f8f7f" providerId="ADAL" clId="{059C56E9-D8A9-5C3D-A13C-05BE381C40C2}" dt="2025-12-01T23:46:16.131" v="699" actId="1076"/>
          <ac:graphicFrameMkLst>
            <pc:docMk/>
            <pc:sldMk cId="684989005" sldId="332"/>
            <ac:graphicFrameMk id="5" creationId="{51B16DE9-4A1F-2E3E-02AA-5CD35E94CC1A}"/>
          </ac:graphicFrameMkLst>
        </pc:graphicFrameChg>
      </pc:sldChg>
      <pc:sldChg chg="addSp delSp modSp mod">
        <pc:chgData name="Iepure, Giulio-Robert" userId="67277953-3767-40ff-8a1a-02d47f4f8f7f" providerId="ADAL" clId="{059C56E9-D8A9-5C3D-A13C-05BE381C40C2}" dt="2025-12-02T21:07:13.877" v="861" actId="20577"/>
        <pc:sldMkLst>
          <pc:docMk/>
          <pc:sldMk cId="2404087227" sldId="333"/>
        </pc:sldMkLst>
        <pc:spChg chg="del mod">
          <ac:chgData name="Iepure, Giulio-Robert" userId="67277953-3767-40ff-8a1a-02d47f4f8f7f" providerId="ADAL" clId="{059C56E9-D8A9-5C3D-A13C-05BE381C40C2}" dt="2025-12-02T20:33:54.794" v="708" actId="478"/>
          <ac:spMkLst>
            <pc:docMk/>
            <pc:sldMk cId="2404087227" sldId="333"/>
            <ac:spMk id="2" creationId="{1E1A1702-07E2-BC3A-ADF9-0BDAB010348D}"/>
          </ac:spMkLst>
        </pc:spChg>
        <pc:spChg chg="add">
          <ac:chgData name="Iepure, Giulio-Robert" userId="67277953-3767-40ff-8a1a-02d47f4f8f7f" providerId="ADAL" clId="{059C56E9-D8A9-5C3D-A13C-05BE381C40C2}" dt="2025-12-02T20:33:19.115" v="701"/>
          <ac:spMkLst>
            <pc:docMk/>
            <pc:sldMk cId="2404087227" sldId="333"/>
            <ac:spMk id="3" creationId="{05D4B63C-99CF-1E78-0278-F2DF603BED43}"/>
          </ac:spMkLst>
        </pc:spChg>
        <pc:spChg chg="add">
          <ac:chgData name="Iepure, Giulio-Robert" userId="67277953-3767-40ff-8a1a-02d47f4f8f7f" providerId="ADAL" clId="{059C56E9-D8A9-5C3D-A13C-05BE381C40C2}" dt="2025-12-02T20:33:58.375" v="709"/>
          <ac:spMkLst>
            <pc:docMk/>
            <pc:sldMk cId="2404087227" sldId="333"/>
            <ac:spMk id="5" creationId="{688115ED-0D95-9C76-E36F-D6481209727D}"/>
          </ac:spMkLst>
        </pc:spChg>
        <pc:spChg chg="mod">
          <ac:chgData name="Iepure, Giulio-Robert" userId="67277953-3767-40ff-8a1a-02d47f4f8f7f" providerId="ADAL" clId="{059C56E9-D8A9-5C3D-A13C-05BE381C40C2}" dt="2025-12-02T21:07:13.877" v="861" actId="20577"/>
          <ac:spMkLst>
            <pc:docMk/>
            <pc:sldMk cId="2404087227" sldId="333"/>
            <ac:spMk id="7" creationId="{0414DF07-161A-E1C6-1D12-5467B17C895E}"/>
          </ac:spMkLst>
        </pc:spChg>
        <pc:spChg chg="mod">
          <ac:chgData name="Iepure, Giulio-Robert" userId="67277953-3767-40ff-8a1a-02d47f4f8f7f" providerId="ADAL" clId="{059C56E9-D8A9-5C3D-A13C-05BE381C40C2}" dt="2025-12-02T20:34:43.923" v="734" actId="20577"/>
          <ac:spMkLst>
            <pc:docMk/>
            <pc:sldMk cId="2404087227" sldId="333"/>
            <ac:spMk id="8" creationId="{27D98FFD-D421-8FBE-BFB2-09442E850623}"/>
          </ac:spMkLst>
        </pc:spChg>
        <pc:spChg chg="add mod">
          <ac:chgData name="Iepure, Giulio-Robert" userId="67277953-3767-40ff-8a1a-02d47f4f8f7f" providerId="ADAL" clId="{059C56E9-D8A9-5C3D-A13C-05BE381C40C2}" dt="2025-12-02T21:06:40.754" v="849" actId="14100"/>
          <ac:spMkLst>
            <pc:docMk/>
            <pc:sldMk cId="2404087227" sldId="333"/>
            <ac:spMk id="9" creationId="{9F7D0DD8-D3FA-F69A-FE96-F429D8D6E680}"/>
          </ac:spMkLst>
        </pc:spChg>
        <pc:spChg chg="add del mod">
          <ac:chgData name="Iepure, Giulio-Robert" userId="67277953-3767-40ff-8a1a-02d47f4f8f7f" providerId="ADAL" clId="{059C56E9-D8A9-5C3D-A13C-05BE381C40C2}" dt="2025-12-02T20:40:17.671" v="750"/>
          <ac:spMkLst>
            <pc:docMk/>
            <pc:sldMk cId="2404087227" sldId="333"/>
            <ac:spMk id="10" creationId="{A43FFD20-2E16-D546-669A-9029F94A0300}"/>
          </ac:spMkLst>
        </pc:spChg>
        <pc:spChg chg="add mod">
          <ac:chgData name="Iepure, Giulio-Robert" userId="67277953-3767-40ff-8a1a-02d47f4f8f7f" providerId="ADAL" clId="{059C56E9-D8A9-5C3D-A13C-05BE381C40C2}" dt="2025-12-02T21:06:35.975" v="848" actId="12"/>
          <ac:spMkLst>
            <pc:docMk/>
            <pc:sldMk cId="2404087227" sldId="333"/>
            <ac:spMk id="11" creationId="{CDDE0433-98B1-8246-5A2A-1E5C33C61F06}"/>
          </ac:spMkLst>
        </pc:spChg>
        <pc:picChg chg="add del mod">
          <ac:chgData name="Iepure, Giulio-Robert" userId="67277953-3767-40ff-8a1a-02d47f4f8f7f" providerId="ADAL" clId="{059C56E9-D8A9-5C3D-A13C-05BE381C40C2}" dt="2025-12-02T20:35:03.834" v="742" actId="478"/>
          <ac:picMkLst>
            <pc:docMk/>
            <pc:sldMk cId="2404087227" sldId="333"/>
            <ac:picMk id="4" creationId="{AC3856A7-C478-72EF-7D8A-98381EF5861E}"/>
          </ac:picMkLst>
        </pc:picChg>
        <pc:picChg chg="add mod">
          <ac:chgData name="Iepure, Giulio-Robert" userId="67277953-3767-40ff-8a1a-02d47f4f8f7f" providerId="ADAL" clId="{059C56E9-D8A9-5C3D-A13C-05BE381C40C2}" dt="2025-12-02T20:35:07.486" v="743" actId="1076"/>
          <ac:picMkLst>
            <pc:docMk/>
            <pc:sldMk cId="2404087227" sldId="333"/>
            <ac:picMk id="6" creationId="{B4D3C1E1-3500-AA18-E4CE-7B102C260520}"/>
          </ac:picMkLst>
        </pc:picChg>
      </pc:sldChg>
      <pc:sldChg chg="modSp mod">
        <pc:chgData name="Iepure, Giulio-Robert" userId="67277953-3767-40ff-8a1a-02d47f4f8f7f" providerId="ADAL" clId="{059C56E9-D8A9-5C3D-A13C-05BE381C40C2}" dt="2025-12-02T20:39:05.171" v="744" actId="1035"/>
        <pc:sldMkLst>
          <pc:docMk/>
          <pc:sldMk cId="3989720971" sldId="335"/>
        </pc:sldMkLst>
        <pc:picChg chg="mod">
          <ac:chgData name="Iepure, Giulio-Robert" userId="67277953-3767-40ff-8a1a-02d47f4f8f7f" providerId="ADAL" clId="{059C56E9-D8A9-5C3D-A13C-05BE381C40C2}" dt="2025-12-02T20:39:05.171" v="744" actId="1035"/>
          <ac:picMkLst>
            <pc:docMk/>
            <pc:sldMk cId="3989720971" sldId="335"/>
            <ac:picMk id="12" creationId="{B77F5C1E-FF13-4B07-4783-FDCEF3285F22}"/>
          </ac:picMkLst>
        </pc:picChg>
      </pc:sldChg>
      <pc:sldChg chg="addSp delSp modSp new mod">
        <pc:chgData name="Iepure, Giulio-Robert" userId="67277953-3767-40ff-8a1a-02d47f4f8f7f" providerId="ADAL" clId="{059C56E9-D8A9-5C3D-A13C-05BE381C40C2}" dt="2025-12-01T23:36:42.790" v="696" actId="20577"/>
        <pc:sldMkLst>
          <pc:docMk/>
          <pc:sldMk cId="3725205047" sldId="338"/>
        </pc:sldMkLst>
        <pc:spChg chg="mod">
          <ac:chgData name="Iepure, Giulio-Robert" userId="67277953-3767-40ff-8a1a-02d47f4f8f7f" providerId="ADAL" clId="{059C56E9-D8A9-5C3D-A13C-05BE381C40C2}" dt="2025-12-01T23:36:42.790" v="696" actId="20577"/>
          <ac:spMkLst>
            <pc:docMk/>
            <pc:sldMk cId="3725205047" sldId="338"/>
            <ac:spMk id="2" creationId="{7378BE45-3D2A-7879-D9A9-212F28BA2E2D}"/>
          </ac:spMkLst>
        </pc:spChg>
        <pc:picChg chg="add mod">
          <ac:chgData name="Iepure, Giulio-Robert" userId="67277953-3767-40ff-8a1a-02d47f4f8f7f" providerId="ADAL" clId="{059C56E9-D8A9-5C3D-A13C-05BE381C40C2}" dt="2025-12-01T23:24:57.404" v="574" actId="14100"/>
          <ac:picMkLst>
            <pc:docMk/>
            <pc:sldMk cId="3725205047" sldId="338"/>
            <ac:picMk id="8" creationId="{64C9795B-2FEF-4362-B90A-FE0B62A0CCBC}"/>
          </ac:picMkLst>
        </pc:picChg>
      </pc:sldChg>
      <pc:sldChg chg="addSp delSp modSp new mod">
        <pc:chgData name="Iepure, Giulio-Robert" userId="67277953-3767-40ff-8a1a-02d47f4f8f7f" providerId="ADAL" clId="{059C56E9-D8A9-5C3D-A13C-05BE381C40C2}" dt="2025-12-01T23:36:36.868" v="684" actId="20577"/>
        <pc:sldMkLst>
          <pc:docMk/>
          <pc:sldMk cId="4171016288" sldId="339"/>
        </pc:sldMkLst>
        <pc:spChg chg="mod">
          <ac:chgData name="Iepure, Giulio-Robert" userId="67277953-3767-40ff-8a1a-02d47f4f8f7f" providerId="ADAL" clId="{059C56E9-D8A9-5C3D-A13C-05BE381C40C2}" dt="2025-12-01T23:36:36.868" v="684" actId="20577"/>
          <ac:spMkLst>
            <pc:docMk/>
            <pc:sldMk cId="4171016288" sldId="339"/>
            <ac:spMk id="2" creationId="{BABF3990-35D6-3FB3-C025-ED4C0B7F9BEC}"/>
          </ac:spMkLst>
        </pc:spChg>
        <pc:picChg chg="add mod">
          <ac:chgData name="Iepure, Giulio-Robert" userId="67277953-3767-40ff-8a1a-02d47f4f8f7f" providerId="ADAL" clId="{059C56E9-D8A9-5C3D-A13C-05BE381C40C2}" dt="2025-12-01T23:25:24.737" v="579" actId="1076"/>
          <ac:picMkLst>
            <pc:docMk/>
            <pc:sldMk cId="4171016288" sldId="339"/>
            <ac:picMk id="5" creationId="{9E2C3B61-48B4-F543-1D3F-0C7B3A02FA63}"/>
          </ac:picMkLst>
        </pc:picChg>
      </pc:sldChg>
    </pc:docChg>
  </pc:docChgLst>
  <pc:docChgLst>
    <pc:chgData name="Piacentini, Caterina" userId="f5cc0bf0-ba5e-47a2-9f46-1ab04c78f108" providerId="ADAL" clId="{33458103-1E0D-5382-9B65-34EE54475687}"/>
    <pc:docChg chg="undo custSel addSld delSld modSld sldOrd modMainMaster">
      <pc:chgData name="Piacentini, Caterina" userId="f5cc0bf0-ba5e-47a2-9f46-1ab04c78f108" providerId="ADAL" clId="{33458103-1E0D-5382-9B65-34EE54475687}" dt="2025-12-03T08:19:28.510" v="4623" actId="113"/>
      <pc:docMkLst>
        <pc:docMk/>
      </pc:docMkLst>
      <pc:sldChg chg="addSp delSp modSp mod">
        <pc:chgData name="Piacentini, Caterina" userId="f5cc0bf0-ba5e-47a2-9f46-1ab04c78f108" providerId="ADAL" clId="{33458103-1E0D-5382-9B65-34EE54475687}" dt="2025-11-15T15:09:37.025" v="712" actId="1036"/>
        <pc:sldMkLst>
          <pc:docMk/>
          <pc:sldMk cId="2637423123" sldId="301"/>
        </pc:sldMkLst>
        <pc:spChg chg="add mod">
          <ac:chgData name="Piacentini, Caterina" userId="f5cc0bf0-ba5e-47a2-9f46-1ab04c78f108" providerId="ADAL" clId="{33458103-1E0D-5382-9B65-34EE54475687}" dt="2025-11-15T15:09:34.277" v="707" actId="1036"/>
          <ac:spMkLst>
            <pc:docMk/>
            <pc:sldMk cId="2637423123" sldId="301"/>
            <ac:spMk id="6" creationId="{2947C342-AF08-B533-D3E5-CB5C266324FF}"/>
          </ac:spMkLst>
        </pc:spChg>
        <pc:picChg chg="mod">
          <ac:chgData name="Piacentini, Caterina" userId="f5cc0bf0-ba5e-47a2-9f46-1ab04c78f108" providerId="ADAL" clId="{33458103-1E0D-5382-9B65-34EE54475687}" dt="2025-11-15T15:09:37.025" v="712" actId="1036"/>
          <ac:picMkLst>
            <pc:docMk/>
            <pc:sldMk cId="2637423123" sldId="301"/>
            <ac:picMk id="9" creationId="{41D19504-4158-0EAC-71ED-4E1D2C2A2DBC}"/>
          </ac:picMkLst>
        </pc:picChg>
      </pc:sldChg>
      <pc:sldChg chg="addSp modSp add mod">
        <pc:chgData name="Piacentini, Caterina" userId="f5cc0bf0-ba5e-47a2-9f46-1ab04c78f108" providerId="ADAL" clId="{33458103-1E0D-5382-9B65-34EE54475687}" dt="2025-11-17T08:35:20.773" v="1938" actId="2710"/>
        <pc:sldMkLst>
          <pc:docMk/>
          <pc:sldMk cId="1041337751" sldId="309"/>
        </pc:sldMkLst>
        <pc:spChg chg="add mod">
          <ac:chgData name="Piacentini, Caterina" userId="f5cc0bf0-ba5e-47a2-9f46-1ab04c78f108" providerId="ADAL" clId="{33458103-1E0D-5382-9B65-34EE54475687}" dt="2025-11-17T08:35:20.773" v="1938" actId="2710"/>
          <ac:spMkLst>
            <pc:docMk/>
            <pc:sldMk cId="1041337751" sldId="309"/>
            <ac:spMk id="2" creationId="{BE07D50A-2561-8567-655F-AF9418AD496A}"/>
          </ac:spMkLst>
        </pc:spChg>
        <pc:spChg chg="mod">
          <ac:chgData name="Piacentini, Caterina" userId="f5cc0bf0-ba5e-47a2-9f46-1ab04c78f108" providerId="ADAL" clId="{33458103-1E0D-5382-9B65-34EE54475687}" dt="2025-11-15T15:28:00.251" v="1686" actId="20577"/>
          <ac:spMkLst>
            <pc:docMk/>
            <pc:sldMk cId="1041337751" sldId="309"/>
            <ac:spMk id="7" creationId="{9377CD60-4F28-68DE-B3AD-E6F97D02A6D8}"/>
          </ac:spMkLst>
        </pc:spChg>
        <pc:spChg chg="mod">
          <ac:chgData name="Piacentini, Caterina" userId="f5cc0bf0-ba5e-47a2-9f46-1ab04c78f108" providerId="ADAL" clId="{33458103-1E0D-5382-9B65-34EE54475687}" dt="2025-11-15T15:28:04.869" v="1695" actId="20577"/>
          <ac:spMkLst>
            <pc:docMk/>
            <pc:sldMk cId="1041337751" sldId="309"/>
            <ac:spMk id="8" creationId="{B3E4F77A-9416-A67E-0939-3EDAD70EF20A}"/>
          </ac:spMkLst>
        </pc:spChg>
      </pc:sldChg>
      <pc:sldChg chg="addSp delSp modSp mod">
        <pc:chgData name="Piacentini, Caterina" userId="f5cc0bf0-ba5e-47a2-9f46-1ab04c78f108" providerId="ADAL" clId="{33458103-1E0D-5382-9B65-34EE54475687}" dt="2025-12-02T11:36:13.001" v="4461" actId="20577"/>
        <pc:sldMkLst>
          <pc:docMk/>
          <pc:sldMk cId="3556147786" sldId="319"/>
        </pc:sldMkLst>
        <pc:spChg chg="add mod">
          <ac:chgData name="Piacentini, Caterina" userId="f5cc0bf0-ba5e-47a2-9f46-1ab04c78f108" providerId="ADAL" clId="{33458103-1E0D-5382-9B65-34EE54475687}" dt="2025-12-02T11:36:13.001" v="4461" actId="20577"/>
          <ac:spMkLst>
            <pc:docMk/>
            <pc:sldMk cId="3556147786" sldId="319"/>
            <ac:spMk id="3" creationId="{BB97E845-0C3A-525F-C1B2-E724E146CD51}"/>
          </ac:spMkLst>
        </pc:spChg>
        <pc:picChg chg="add mod">
          <ac:chgData name="Piacentini, Caterina" userId="f5cc0bf0-ba5e-47a2-9f46-1ab04c78f108" providerId="ADAL" clId="{33458103-1E0D-5382-9B65-34EE54475687}" dt="2025-12-01T10:49:17.425" v="2237" actId="1076"/>
          <ac:picMkLst>
            <pc:docMk/>
            <pc:sldMk cId="3556147786" sldId="319"/>
            <ac:picMk id="2" creationId="{7D04322B-5994-F512-45DA-8CB27AB95CC6}"/>
          </ac:picMkLst>
        </pc:picChg>
      </pc:sldChg>
      <pc:sldChg chg="addSp delSp modSp mod">
        <pc:chgData name="Piacentini, Caterina" userId="f5cc0bf0-ba5e-47a2-9f46-1ab04c78f108" providerId="ADAL" clId="{33458103-1E0D-5382-9B65-34EE54475687}" dt="2025-12-03T08:19:28.510" v="4623" actId="113"/>
        <pc:sldMkLst>
          <pc:docMk/>
          <pc:sldMk cId="3546382590" sldId="321"/>
        </pc:sldMkLst>
        <pc:spChg chg="add mod">
          <ac:chgData name="Piacentini, Caterina" userId="f5cc0bf0-ba5e-47a2-9f46-1ab04c78f108" providerId="ADAL" clId="{33458103-1E0D-5382-9B65-34EE54475687}" dt="2025-12-03T08:19:28.510" v="4623" actId="113"/>
          <ac:spMkLst>
            <pc:docMk/>
            <pc:sldMk cId="3546382590" sldId="321"/>
            <ac:spMk id="2" creationId="{BB9792BC-591B-B715-11F0-B8D9520D5F27}"/>
          </ac:spMkLst>
        </pc:spChg>
        <pc:picChg chg="add del mod">
          <ac:chgData name="Piacentini, Caterina" userId="f5cc0bf0-ba5e-47a2-9f46-1ab04c78f108" providerId="ADAL" clId="{33458103-1E0D-5382-9B65-34EE54475687}" dt="2025-12-02T11:38:53.406" v="4484" actId="478"/>
          <ac:picMkLst>
            <pc:docMk/>
            <pc:sldMk cId="3546382590" sldId="321"/>
            <ac:picMk id="3" creationId="{8A28AE61-137D-6C14-03D6-D09090985CE9}"/>
          </ac:picMkLst>
        </pc:picChg>
        <pc:picChg chg="add del mod">
          <ac:chgData name="Piacentini, Caterina" userId="f5cc0bf0-ba5e-47a2-9f46-1ab04c78f108" providerId="ADAL" clId="{33458103-1E0D-5382-9B65-34EE54475687}" dt="2025-12-02T12:06:03.547" v="4486" actId="478"/>
          <ac:picMkLst>
            <pc:docMk/>
            <pc:sldMk cId="3546382590" sldId="321"/>
            <ac:picMk id="4" creationId="{BAA22ACD-F75A-3953-B8A6-2D9D2B4C4321}"/>
          </ac:picMkLst>
        </pc:picChg>
        <pc:picChg chg="add mod">
          <ac:chgData name="Piacentini, Caterina" userId="f5cc0bf0-ba5e-47a2-9f46-1ab04c78f108" providerId="ADAL" clId="{33458103-1E0D-5382-9B65-34EE54475687}" dt="2025-12-02T12:21:28.246" v="4540" actId="1076"/>
          <ac:picMkLst>
            <pc:docMk/>
            <pc:sldMk cId="3546382590" sldId="321"/>
            <ac:picMk id="5" creationId="{DF9EB608-2DE2-A022-7A35-7FEB22C8F7DA}"/>
          </ac:picMkLst>
        </pc:picChg>
        <pc:picChg chg="add del mod modCrop">
          <ac:chgData name="Piacentini, Caterina" userId="f5cc0bf0-ba5e-47a2-9f46-1ab04c78f108" providerId="ADAL" clId="{33458103-1E0D-5382-9B65-34EE54475687}" dt="2025-12-02T12:21:25.958" v="4539" actId="478"/>
          <ac:picMkLst>
            <pc:docMk/>
            <pc:sldMk cId="3546382590" sldId="321"/>
            <ac:picMk id="6" creationId="{57B39650-18FB-007E-457E-CD7AF922416E}"/>
          </ac:picMkLst>
        </pc:picChg>
      </pc:sldChg>
      <pc:sldChg chg="addSp delSp modSp add del mod">
        <pc:chgData name="Piacentini, Caterina" userId="f5cc0bf0-ba5e-47a2-9f46-1ab04c78f108" providerId="ADAL" clId="{33458103-1E0D-5382-9B65-34EE54475687}" dt="2025-12-02T12:25:56.167" v="4602" actId="1076"/>
        <pc:sldMkLst>
          <pc:docMk/>
          <pc:sldMk cId="3340008971" sldId="322"/>
        </pc:sldMkLst>
        <pc:spChg chg="add del mod">
          <ac:chgData name="Piacentini, Caterina" userId="f5cc0bf0-ba5e-47a2-9f46-1ab04c78f108" providerId="ADAL" clId="{33458103-1E0D-5382-9B65-34EE54475687}" dt="2025-12-02T12:25:50.890" v="4601" actId="478"/>
          <ac:spMkLst>
            <pc:docMk/>
            <pc:sldMk cId="3340008971" sldId="322"/>
            <ac:spMk id="2" creationId="{F9D4FC58-8591-1B32-D157-42E9B671DAAF}"/>
          </ac:spMkLst>
        </pc:spChg>
        <pc:spChg chg="mod">
          <ac:chgData name="Piacentini, Caterina" userId="f5cc0bf0-ba5e-47a2-9f46-1ab04c78f108" providerId="ADAL" clId="{33458103-1E0D-5382-9B65-34EE54475687}" dt="2025-12-01T10:49:41.272" v="2252" actId="20577"/>
          <ac:spMkLst>
            <pc:docMk/>
            <pc:sldMk cId="3340008971" sldId="322"/>
            <ac:spMk id="7" creationId="{E6C3E29E-9749-A424-B4CB-1AC983E483FA}"/>
          </ac:spMkLst>
        </pc:spChg>
        <pc:spChg chg="mod">
          <ac:chgData name="Piacentini, Caterina" userId="f5cc0bf0-ba5e-47a2-9f46-1ab04c78f108" providerId="ADAL" clId="{33458103-1E0D-5382-9B65-34EE54475687}" dt="2025-12-02T11:38:34.338" v="4483" actId="20577"/>
          <ac:spMkLst>
            <pc:docMk/>
            <pc:sldMk cId="3340008971" sldId="322"/>
            <ac:spMk id="11" creationId="{6E84092B-241C-7B63-013C-338F65229163}"/>
          </ac:spMkLst>
        </pc:spChg>
        <pc:picChg chg="add mod">
          <ac:chgData name="Piacentini, Caterina" userId="f5cc0bf0-ba5e-47a2-9f46-1ab04c78f108" providerId="ADAL" clId="{33458103-1E0D-5382-9B65-34EE54475687}" dt="2025-12-02T12:25:56.167" v="4602" actId="1076"/>
          <ac:picMkLst>
            <pc:docMk/>
            <pc:sldMk cId="3340008971" sldId="322"/>
            <ac:picMk id="4" creationId="{EC0DE19F-6DDD-20BE-E9A3-96C2373F6259}"/>
          </ac:picMkLst>
        </pc:picChg>
        <pc:picChg chg="add mod modCrop">
          <ac:chgData name="Piacentini, Caterina" userId="f5cc0bf0-ba5e-47a2-9f46-1ab04c78f108" providerId="ADAL" clId="{33458103-1E0D-5382-9B65-34EE54475687}" dt="2025-12-01T11:26:04.504" v="4418" actId="732"/>
          <ac:picMkLst>
            <pc:docMk/>
            <pc:sldMk cId="3340008971" sldId="322"/>
            <ac:picMk id="5" creationId="{8C61B613-B41F-A056-4379-26351781B1E3}"/>
          </ac:picMkLst>
        </pc:picChg>
      </pc:sldChg>
      <pc:sldChg chg="addSp delSp modSp add mod">
        <pc:chgData name="Piacentini, Caterina" userId="f5cc0bf0-ba5e-47a2-9f46-1ab04c78f108" providerId="ADAL" clId="{33458103-1E0D-5382-9B65-34EE54475687}" dt="2025-12-02T12:24:23.813" v="4576" actId="1076"/>
        <pc:sldMkLst>
          <pc:docMk/>
          <pc:sldMk cId="3019480427" sldId="325"/>
        </pc:sldMkLst>
        <pc:spChg chg="add mod">
          <ac:chgData name="Piacentini, Caterina" userId="f5cc0bf0-ba5e-47a2-9f46-1ab04c78f108" providerId="ADAL" clId="{33458103-1E0D-5382-9B65-34EE54475687}" dt="2025-12-02T12:24:23.813" v="4576" actId="1076"/>
          <ac:spMkLst>
            <pc:docMk/>
            <pc:sldMk cId="3019480427" sldId="325"/>
            <ac:spMk id="2" creationId="{034248AF-7553-DC12-3EA9-3702CD6AC8D7}"/>
          </ac:spMkLst>
        </pc:spChg>
        <pc:spChg chg="mod">
          <ac:chgData name="Piacentini, Caterina" userId="f5cc0bf0-ba5e-47a2-9f46-1ab04c78f108" providerId="ADAL" clId="{33458103-1E0D-5382-9B65-34EE54475687}" dt="2025-12-01T11:21:41.742" v="4187" actId="790"/>
          <ac:spMkLst>
            <pc:docMk/>
            <pc:sldMk cId="3019480427" sldId="325"/>
            <ac:spMk id="7" creationId="{4882324C-1ABA-268F-D784-3A163E1B689F}"/>
          </ac:spMkLst>
        </pc:spChg>
        <pc:spChg chg="mod">
          <ac:chgData name="Piacentini, Caterina" userId="f5cc0bf0-ba5e-47a2-9f46-1ab04c78f108" providerId="ADAL" clId="{33458103-1E0D-5382-9B65-34EE54475687}" dt="2025-12-01T11:21:41.742" v="4187" actId="790"/>
          <ac:spMkLst>
            <pc:docMk/>
            <pc:sldMk cId="3019480427" sldId="325"/>
            <ac:spMk id="8" creationId="{54480C54-16DB-D10F-F796-DEB8557C24B3}"/>
          </ac:spMkLst>
        </pc:spChg>
        <pc:picChg chg="mod">
          <ac:chgData name="Piacentini, Caterina" userId="f5cc0bf0-ba5e-47a2-9f46-1ab04c78f108" providerId="ADAL" clId="{33458103-1E0D-5382-9B65-34EE54475687}" dt="2025-12-01T11:17:39.695" v="3794" actId="1076"/>
          <ac:picMkLst>
            <pc:docMk/>
            <pc:sldMk cId="3019480427" sldId="325"/>
            <ac:picMk id="3" creationId="{BAD642CA-12D1-5404-7528-AA96566038A1}"/>
          </ac:picMkLst>
        </pc:picChg>
      </pc:sldChg>
      <pc:sldChg chg="addSp modSp add mod">
        <pc:chgData name="Piacentini, Caterina" userId="f5cc0bf0-ba5e-47a2-9f46-1ab04c78f108" providerId="ADAL" clId="{33458103-1E0D-5382-9B65-34EE54475687}" dt="2025-12-02T12:26:22.161" v="4606" actId="255"/>
        <pc:sldMkLst>
          <pc:docMk/>
          <pc:sldMk cId="2362282143" sldId="327"/>
        </pc:sldMkLst>
        <pc:spChg chg="add mod">
          <ac:chgData name="Piacentini, Caterina" userId="f5cc0bf0-ba5e-47a2-9f46-1ab04c78f108" providerId="ADAL" clId="{33458103-1E0D-5382-9B65-34EE54475687}" dt="2025-12-02T12:26:18.689" v="4605" actId="255"/>
          <ac:spMkLst>
            <pc:docMk/>
            <pc:sldMk cId="2362282143" sldId="327"/>
            <ac:spMk id="2" creationId="{1786D7E1-4A30-7E5F-45BB-D6EC3026A5F1}"/>
          </ac:spMkLst>
        </pc:spChg>
        <pc:spChg chg="add mod">
          <ac:chgData name="Piacentini, Caterina" userId="f5cc0bf0-ba5e-47a2-9f46-1ab04c78f108" providerId="ADAL" clId="{33458103-1E0D-5382-9B65-34EE54475687}" dt="2025-12-02T12:26:22.161" v="4606" actId="255"/>
          <ac:spMkLst>
            <pc:docMk/>
            <pc:sldMk cId="2362282143" sldId="327"/>
            <ac:spMk id="3" creationId="{A4832966-EA4F-6436-6125-728312B67C24}"/>
          </ac:spMkLst>
        </pc:spChg>
        <pc:spChg chg="add mod">
          <ac:chgData name="Piacentini, Caterina" userId="f5cc0bf0-ba5e-47a2-9f46-1ab04c78f108" providerId="ADAL" clId="{33458103-1E0D-5382-9B65-34EE54475687}" dt="2025-12-02T12:26:15.390" v="4604" actId="255"/>
          <ac:spMkLst>
            <pc:docMk/>
            <pc:sldMk cId="2362282143" sldId="327"/>
            <ac:spMk id="4" creationId="{95CA65BD-3A08-26CF-12A7-C1E3CC7D9729}"/>
          </ac:spMkLst>
        </pc:spChg>
        <pc:spChg chg="add mod">
          <ac:chgData name="Piacentini, Caterina" userId="f5cc0bf0-ba5e-47a2-9f46-1ab04c78f108" providerId="ADAL" clId="{33458103-1E0D-5382-9B65-34EE54475687}" dt="2025-12-01T11:19:13.635" v="3807" actId="14100"/>
          <ac:spMkLst>
            <pc:docMk/>
            <pc:sldMk cId="2362282143" sldId="327"/>
            <ac:spMk id="5" creationId="{D269C8B3-D24A-A607-DB05-2B8C5752984D}"/>
          </ac:spMkLst>
        </pc:spChg>
        <pc:spChg chg="add mod">
          <ac:chgData name="Piacentini, Caterina" userId="f5cc0bf0-ba5e-47a2-9f46-1ab04c78f108" providerId="ADAL" clId="{33458103-1E0D-5382-9B65-34EE54475687}" dt="2025-12-01T11:19:18.675" v="3808" actId="14100"/>
          <ac:spMkLst>
            <pc:docMk/>
            <pc:sldMk cId="2362282143" sldId="327"/>
            <ac:spMk id="6" creationId="{03B95D00-2CA0-4287-EA0D-0574FDBB6B69}"/>
          </ac:spMkLst>
        </pc:spChg>
        <pc:spChg chg="mod">
          <ac:chgData name="Piacentini, Caterina" userId="f5cc0bf0-ba5e-47a2-9f46-1ab04c78f108" providerId="ADAL" clId="{33458103-1E0D-5382-9B65-34EE54475687}" dt="2025-12-01T10:29:43.247" v="2023" actId="790"/>
          <ac:spMkLst>
            <pc:docMk/>
            <pc:sldMk cId="2362282143" sldId="327"/>
            <ac:spMk id="7" creationId="{44635FD9-F625-24D1-0057-4FDA4A4A4699}"/>
          </ac:spMkLst>
        </pc:spChg>
        <pc:spChg chg="mod">
          <ac:chgData name="Piacentini, Caterina" userId="f5cc0bf0-ba5e-47a2-9f46-1ab04c78f108" providerId="ADAL" clId="{33458103-1E0D-5382-9B65-34EE54475687}" dt="2025-12-01T10:50:34.194" v="2269" actId="20577"/>
          <ac:spMkLst>
            <pc:docMk/>
            <pc:sldMk cId="2362282143" sldId="327"/>
            <ac:spMk id="8" creationId="{DA90A538-4FA2-B5AF-DBE3-5C710B300E3C}"/>
          </ac:spMkLst>
        </pc:spChg>
        <pc:spChg chg="add mod">
          <ac:chgData name="Piacentini, Caterina" userId="f5cc0bf0-ba5e-47a2-9f46-1ab04c78f108" providerId="ADAL" clId="{33458103-1E0D-5382-9B65-34EE54475687}" dt="2025-12-01T10:47:29.651" v="2223" actId="14100"/>
          <ac:spMkLst>
            <pc:docMk/>
            <pc:sldMk cId="2362282143" sldId="327"/>
            <ac:spMk id="9" creationId="{48A8DA30-BB07-4227-4674-22D2F5135C65}"/>
          </ac:spMkLst>
        </pc:spChg>
        <pc:spChg chg="add mod">
          <ac:chgData name="Piacentini, Caterina" userId="f5cc0bf0-ba5e-47a2-9f46-1ab04c78f108" providerId="ADAL" clId="{33458103-1E0D-5382-9B65-34EE54475687}" dt="2025-12-01T10:47:36.222" v="2225" actId="1076"/>
          <ac:spMkLst>
            <pc:docMk/>
            <pc:sldMk cId="2362282143" sldId="327"/>
            <ac:spMk id="10" creationId="{F371BCA4-2944-8E0F-9DC9-8659F272845D}"/>
          </ac:spMkLst>
        </pc:spChg>
        <pc:spChg chg="mod">
          <ac:chgData name="Piacentini, Caterina" userId="f5cc0bf0-ba5e-47a2-9f46-1ab04c78f108" providerId="ADAL" clId="{33458103-1E0D-5382-9B65-34EE54475687}" dt="2025-12-02T12:26:11.465" v="4603" actId="255"/>
          <ac:spMkLst>
            <pc:docMk/>
            <pc:sldMk cId="2362282143" sldId="327"/>
            <ac:spMk id="11" creationId="{2993670B-D792-6554-99A2-403E29990DD4}"/>
          </ac:spMkLst>
        </pc:spChg>
      </pc:sldChg>
      <pc:sldMasterChg chg="modSldLayout">
        <pc:chgData name="Piacentini, Caterina" userId="f5cc0bf0-ba5e-47a2-9f46-1ab04c78f108" providerId="ADAL" clId="{33458103-1E0D-5382-9B65-34EE54475687}" dt="2025-12-01T10:10:24.366" v="1999" actId="1076"/>
        <pc:sldMasterMkLst>
          <pc:docMk/>
          <pc:sldMasterMk cId="798062927" sldId="2147483648"/>
        </pc:sldMasterMkLst>
        <pc:sldLayoutChg chg="modSp">
          <pc:chgData name="Piacentini, Caterina" userId="f5cc0bf0-ba5e-47a2-9f46-1ab04c78f108" providerId="ADAL" clId="{33458103-1E0D-5382-9B65-34EE54475687}" dt="2025-12-01T10:09:36.134" v="1993" actId="735"/>
          <pc:sldLayoutMkLst>
            <pc:docMk/>
            <pc:sldMasterMk cId="798062927" sldId="2147483648"/>
            <pc:sldLayoutMk cId="2715244599" sldId="214748366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96DC88-90A2-4C9C-9402-4663D4C025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9EC8A-50EC-45A3-B810-5AE96CB729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8AA3E-9629-40AD-8C92-953C091CF8B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F226B3-7CD0-4D50-9EDC-E5E05803FB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698AEF-1BC2-4BE3-80F7-CABE69E8AB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48504-D590-417E-951D-5AF89501B3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907524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D1F3C-C481-4FCB-8E73-2F7BF5DD3209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3B1D7-79F0-40D6-A314-F8CC7725E1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416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/>
              <a:t>Tags: divider, simple, no image, left aligned header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AF6D-BA0E-4594-94DB-478664329D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10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A607FD67-848C-A6C6-F2B3-6826C7E92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A4B6D142-49BE-D41E-8926-268B002A58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C8F89C83-08C5-D7F9-E00A-B5259CD6AC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00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163FA5C1-FCF2-FBBD-6C79-F339C9746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5D52156C-DAF0-40C3-1D87-F4A2063D16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F30A540D-8290-FCBA-0985-CBB5FC9F2E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194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DF6DFBAD-6A9B-48F4-3DEE-F42487671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405A8B51-8C62-A8F6-55E5-8843618B64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BE15F18A-AC91-EF40-A8EB-1DD170EB6A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963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8FD58C63-1042-7CAA-3DA3-6BBA257AD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ADEADF62-6E63-68D9-A04E-6EFC1AB099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8AD57943-75EF-D0DF-2429-B1D232BA59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80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8F16C255-A553-1240-F1E9-B6313AE1A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108A8D3D-3E99-1A18-55F0-F743989446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33EFFAC7-254C-3BB8-EFE3-E1650171D4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83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DCA1FE38-73DD-D7BF-BC20-1C4A716E5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659D9CE9-011D-71EE-E15D-3A40815837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E49C6A26-6ACB-FD61-3B6C-E0E1DF50EA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278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3B1D7-79F0-40D6-A314-F8CC7725E1AF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13298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3B1D7-79F0-40D6-A314-F8CC7725E1AF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305686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F7442D44-96EF-5851-AE38-6A762566B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A3002580-0147-6FDF-F132-96BA39DA5A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0D2B7D14-E585-EC5A-E4A4-DEC8DB024B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5549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1AB63D80-28B8-C2BA-B4D3-743C90179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7BC31162-19B4-3ABA-CF25-83BA21B82B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526E6392-06C8-27A0-F569-6E2B4F2DA4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831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6BAE1AF4-84B9-6436-A5D1-33953B05C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9307B667-51F3-06BB-A911-E7D07A65E3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086A39B2-476D-F0CC-AD91-6A6F29B4C3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5187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A8ADA46F-B928-D745-0CD2-32C6D6B96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1C54156A-F8CC-2D1E-FE40-239E171B08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11F59E4D-D9DD-5155-0BD0-B41EEF6BAB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0446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EC661CC7-73CA-A530-C72F-02940AF8D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56931DBF-4C3B-30C5-AADA-2092AC4B79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264378C1-32F0-53DF-6876-A66E6A4F55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772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BCBC49EC-0C9B-97AD-E0B1-4016F9C08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C4351F47-D877-1483-B692-EC722E5E7D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E8AB15A8-D428-C6C6-1229-98E3110935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42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D028EB70-4EE6-FF70-95B1-0B7846E76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35AC3029-5168-6487-70E1-5B67EFEF17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2A552FAE-F663-DDB3-1827-EC27C3E1FF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00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5F116DB8-771A-3E6B-F003-BB84ACED6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43F8FE4A-7591-5F96-CE4C-A7A3882B36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B78917F7-B74A-E75C-32E2-E168EE40CE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888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0057F84E-6EA5-EC5B-C505-BBAE9F4DE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8DC9EEDE-F7D6-B648-D2BD-CB46EEA6FF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66893F3D-B1C1-7951-EC14-31DC07F10F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919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1AA06EAA-5FAC-261C-38D1-5DE16D4CE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91FAA277-2B7F-B639-8D94-7D7CCA6D79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AC7840C9-C932-F3FA-D8CD-904BF467D3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2825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cb944fc367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8" name="Google Shape;348;g2cb944fc36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p28">
            <a:extLst>
              <a:ext uri="{FF2B5EF4-FFF2-40B4-BE49-F238E27FC236}">
                <a16:creationId xmlns:a16="http://schemas.microsoft.com/office/drawing/2014/main" id="{51D23840-E17D-FD8C-3E5E-D0FC70B42E21}"/>
              </a:ext>
            </a:extLst>
          </p:cNvPr>
          <p:cNvSpPr txBox="1"/>
          <p:nvPr userDrawn="1"/>
        </p:nvSpPr>
        <p:spPr>
          <a:xfrm>
            <a:off x="10858050" y="0"/>
            <a:ext cx="16539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de"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ISK </a:t>
            </a:r>
            <a:r>
              <a:rPr lang="de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Wien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de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Institut für strategische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de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Kapitalmarktforschung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25;p28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873469E9-8D72-95C8-1FDD-1EDB72DC98F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322702" y="96277"/>
            <a:ext cx="540000" cy="4155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zövegdoboz 8">
            <a:extLst>
              <a:ext uri="{FF2B5EF4-FFF2-40B4-BE49-F238E27FC236}">
                <a16:creationId xmlns:a16="http://schemas.microsoft.com/office/drawing/2014/main" id="{460B4F66-13A1-4B13-BA18-A9C50AD9585F}"/>
              </a:ext>
            </a:extLst>
          </p:cNvPr>
          <p:cNvSpPr txBox="1"/>
          <p:nvPr userDrawn="1"/>
        </p:nvSpPr>
        <p:spPr>
          <a:xfrm>
            <a:off x="11422380" y="6517910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C193CD2-EB5E-4946-8C5C-F7B26690B716}" type="slidenum">
              <a:rPr lang="hu-HU" sz="1200" b="1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pPr algn="r"/>
              <a:t>‹#›</a:t>
            </a:fld>
            <a:endParaRPr lang="hu-HU" sz="1200" b="1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sp>
        <p:nvSpPr>
          <p:cNvPr id="18" name="Szöveg helye 2">
            <a:extLst>
              <a:ext uri="{FF2B5EF4-FFF2-40B4-BE49-F238E27FC236}">
                <a16:creationId xmlns:a16="http://schemas.microsoft.com/office/drawing/2014/main" id="{7A2B6DAA-3D2E-4851-803C-B1FAE19AE4B0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26814" y="96277"/>
            <a:ext cx="11295566" cy="441417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lang="en-GB" sz="1800"/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GB"/>
              <a:t>Action title</a:t>
            </a:r>
          </a:p>
        </p:txBody>
      </p:sp>
      <p:pic>
        <p:nvPicPr>
          <p:cNvPr id="3" name="Google Shape;125;p28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910648F3-FB8E-D9F3-3FE7-7042347B3A9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575968" y="109204"/>
            <a:ext cx="540000" cy="4155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5244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1"/>
            </a:lvl1pPr>
            <a:lvl2pPr marL="0" lvl="1" indent="0" algn="r">
              <a:spcBef>
                <a:spcPts val="0"/>
              </a:spcBef>
              <a:buNone/>
              <a:defRPr sz="1400" b="1"/>
            </a:lvl2pPr>
            <a:lvl3pPr marL="0" lvl="2" indent="0" algn="r">
              <a:spcBef>
                <a:spcPts val="0"/>
              </a:spcBef>
              <a:buNone/>
              <a:defRPr sz="1400" b="1"/>
            </a:lvl3pPr>
            <a:lvl4pPr marL="0" lvl="3" indent="0" algn="r">
              <a:spcBef>
                <a:spcPts val="0"/>
              </a:spcBef>
              <a:buNone/>
              <a:defRPr sz="1400" b="1"/>
            </a:lvl4pPr>
            <a:lvl5pPr marL="0" lvl="4" indent="0" algn="r">
              <a:spcBef>
                <a:spcPts val="0"/>
              </a:spcBef>
              <a:buNone/>
              <a:defRPr sz="1400" b="1"/>
            </a:lvl5pPr>
            <a:lvl6pPr marL="0" lvl="5" indent="0" algn="r">
              <a:spcBef>
                <a:spcPts val="0"/>
              </a:spcBef>
              <a:buNone/>
              <a:defRPr sz="1400" b="1"/>
            </a:lvl6pPr>
            <a:lvl7pPr marL="0" lvl="6" indent="0" algn="r">
              <a:spcBef>
                <a:spcPts val="0"/>
              </a:spcBef>
              <a:buNone/>
              <a:defRPr sz="1400" b="1"/>
            </a:lvl7pPr>
            <a:lvl8pPr marL="0" lvl="7" indent="0" algn="r">
              <a:spcBef>
                <a:spcPts val="0"/>
              </a:spcBef>
              <a:buNone/>
              <a:defRPr sz="1400" b="1"/>
            </a:lvl8pPr>
            <a:lvl9pPr marL="0" lvl="8" indent="0" algn="r">
              <a:spcBef>
                <a:spcPts val="0"/>
              </a:spcBef>
              <a:buNone/>
              <a:defRPr sz="1400" b="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4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94944"/>
            <a:ext cx="10363200" cy="594360"/>
          </a:xfrm>
        </p:spPr>
        <p:txBody>
          <a:bodyPr vert="horz" lIns="0" tIns="45720" rIns="0" bIns="0" rtlCol="0" anchor="b" anchorCtr="0">
            <a:noAutofit/>
          </a:bodyPr>
          <a:lstStyle>
            <a:lvl1pPr>
              <a:defRPr lang="en-US" sz="3600" b="0" spc="-75" dirty="0">
                <a:latin typeface="+mj-lt"/>
              </a:defRPr>
            </a:lvl1pPr>
          </a:lstStyle>
          <a:p>
            <a:pPr lvl="0" defTabSz="68580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D545910-EC58-4E59-AC9B-9F096DAB35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971" y="466344"/>
            <a:ext cx="3355848" cy="2032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900" b="1" kern="0" cap="all" spc="250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228600" lvl="0" indent="-228600"/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652208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4" r:id="rId2"/>
    <p:sldLayoutId id="2147483665" r:id="rId3"/>
    <p:sldLayoutId id="214748366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spaces/farkastallos/Ilab_Factor_Momentu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uilding with a triangular shape&#10;&#10;AI-generated content may be incorrect.">
            <a:extLst>
              <a:ext uri="{FF2B5EF4-FFF2-40B4-BE49-F238E27FC236}">
                <a16:creationId xmlns:a16="http://schemas.microsoft.com/office/drawing/2014/main" id="{DBD9CD5C-D8DF-5A5F-6665-5D3EB1AB0F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2" b="780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lowchart: Manual Operation 4">
            <a:extLst>
              <a:ext uri="{FF2B5EF4-FFF2-40B4-BE49-F238E27FC236}">
                <a16:creationId xmlns:a16="http://schemas.microsoft.com/office/drawing/2014/main" id="{AD92602E-37E8-2B87-7318-C55F83EC64B3}"/>
              </a:ext>
            </a:extLst>
          </p:cNvPr>
          <p:cNvSpPr/>
          <p:nvPr/>
        </p:nvSpPr>
        <p:spPr>
          <a:xfrm rot="11297026">
            <a:off x="-2137957" y="-537424"/>
            <a:ext cx="8776041" cy="4300617"/>
          </a:xfrm>
          <a:prstGeom prst="flowChartManualOperation">
            <a:avLst/>
          </a:prstGeom>
          <a:solidFill>
            <a:srgbClr val="0A2B65">
              <a:alpha val="51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" name="Flowchart: Manual Operation 5">
            <a:extLst>
              <a:ext uri="{FF2B5EF4-FFF2-40B4-BE49-F238E27FC236}">
                <a16:creationId xmlns:a16="http://schemas.microsoft.com/office/drawing/2014/main" id="{491F0452-A849-34DC-C8AF-08FDA1459794}"/>
              </a:ext>
            </a:extLst>
          </p:cNvPr>
          <p:cNvSpPr/>
          <p:nvPr/>
        </p:nvSpPr>
        <p:spPr>
          <a:xfrm rot="9995555">
            <a:off x="-1675859" y="-581934"/>
            <a:ext cx="8349401" cy="4300617"/>
          </a:xfrm>
          <a:prstGeom prst="flowChartManualOperation">
            <a:avLst/>
          </a:prstGeom>
          <a:solidFill>
            <a:srgbClr val="0A2B65">
              <a:alpha val="51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A83BC8-33B0-80E3-64CC-B5C4B4902DAF}"/>
              </a:ext>
            </a:extLst>
          </p:cNvPr>
          <p:cNvSpPr txBox="1"/>
          <p:nvPr/>
        </p:nvSpPr>
        <p:spPr>
          <a:xfrm>
            <a:off x="268201" y="639599"/>
            <a:ext cx="51946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200" b="1" noProof="0">
                <a:solidFill>
                  <a:schemeClr val="bg1">
                    <a:lumMod val="95000"/>
                  </a:schemeClr>
                </a:solidFill>
              </a:rPr>
              <a:t>ZZ </a:t>
            </a:r>
            <a:r>
              <a:rPr lang="cs-CZ" sz="3200" b="1" noProof="0" err="1">
                <a:solidFill>
                  <a:schemeClr val="bg1">
                    <a:lumMod val="95000"/>
                  </a:schemeClr>
                </a:solidFill>
              </a:rPr>
              <a:t>ILab</a:t>
            </a:r>
            <a:r>
              <a:rPr lang="cs-CZ" sz="3200" b="1" noProof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cs-CZ" sz="3200" b="1" noProof="0" err="1">
                <a:solidFill>
                  <a:schemeClr val="bg1">
                    <a:lumMod val="95000"/>
                  </a:schemeClr>
                </a:solidFill>
              </a:rPr>
              <a:t>Midterm</a:t>
            </a:r>
            <a:r>
              <a:rPr lang="cs-CZ" sz="3200" b="1" noProof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cs-CZ" sz="3200" b="1" noProof="0" err="1">
                <a:solidFill>
                  <a:schemeClr val="bg1">
                    <a:lumMod val="95000"/>
                  </a:schemeClr>
                </a:solidFill>
              </a:rPr>
              <a:t>Presentation</a:t>
            </a:r>
            <a:r>
              <a:rPr lang="cs-CZ" sz="3200" b="1" noProof="0">
                <a:solidFill>
                  <a:schemeClr val="bg1">
                    <a:lumMod val="95000"/>
                  </a:schemeClr>
                </a:solidFill>
              </a:rPr>
              <a:t> </a:t>
            </a:r>
            <a:endParaRPr lang="en-US" sz="3200" b="1" noProof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397B07-A739-A37D-09CD-A8561FBB4B96}"/>
              </a:ext>
            </a:extLst>
          </p:cNvPr>
          <p:cNvSpPr/>
          <p:nvPr/>
        </p:nvSpPr>
        <p:spPr>
          <a:xfrm>
            <a:off x="1263141" y="2255044"/>
            <a:ext cx="3204761" cy="5767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cs-CZ" sz="1600" b="0" i="1" u="none" strike="noStrike" cap="none" noProof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Giulio</a:t>
            </a:r>
            <a:r>
              <a:rPr lang="cs-CZ" sz="1600" b="0" i="1" u="none" strike="noStrike" cap="none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cs-CZ" sz="1600" b="0" i="1" u="none" strike="noStrike" cap="none" noProof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Iepure</a:t>
            </a:r>
            <a:r>
              <a:rPr lang="en-US" sz="1600" b="0" i="1" u="none" strike="noStrike" cap="none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Caterina Piacentini, Farkas Tallos, Tomas Samaj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B0A37E-7A11-EECA-1CD9-E4DD56413B52}"/>
              </a:ext>
            </a:extLst>
          </p:cNvPr>
          <p:cNvSpPr/>
          <p:nvPr/>
        </p:nvSpPr>
        <p:spPr>
          <a:xfrm>
            <a:off x="268201" y="1714817"/>
            <a:ext cx="5194642" cy="5767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cs-CZ" sz="3200" noProof="0">
                <a:solidFill>
                  <a:schemeClr val="bg1">
                    <a:lumMod val="95000"/>
                  </a:schemeClr>
                </a:solidFill>
                <a:sym typeface="Calibri"/>
              </a:rPr>
              <a:t>03</a:t>
            </a:r>
            <a:r>
              <a:rPr lang="en-US" sz="3200" noProof="0">
                <a:solidFill>
                  <a:schemeClr val="bg1">
                    <a:lumMod val="95000"/>
                  </a:schemeClr>
                </a:solidFill>
                <a:sym typeface="Calibri"/>
              </a:rPr>
              <a:t>.1</a:t>
            </a:r>
            <a:r>
              <a:rPr lang="cs-CZ" sz="3200" noProof="0">
                <a:solidFill>
                  <a:schemeClr val="bg1">
                    <a:lumMod val="95000"/>
                  </a:schemeClr>
                </a:solidFill>
                <a:sym typeface="Calibri"/>
              </a:rPr>
              <a:t>2</a:t>
            </a:r>
            <a:r>
              <a:rPr lang="en-US" sz="3200" noProof="0">
                <a:solidFill>
                  <a:schemeClr val="bg1">
                    <a:lumMod val="95000"/>
                  </a:schemeClr>
                </a:solidFill>
                <a:sym typeface="Calibri"/>
              </a:rPr>
              <a:t>.2025</a:t>
            </a:r>
          </a:p>
        </p:txBody>
      </p:sp>
    </p:spTree>
    <p:extLst>
      <p:ext uri="{BB962C8B-B14F-4D97-AF65-F5344CB8AC3E}">
        <p14:creationId xmlns:p14="http://schemas.microsoft.com/office/powerpoint/2010/main" val="3443664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4785FDF-B953-4139-AB2D-2973F144F9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4785FDF-B953-4139-AB2D-2973F144F9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F8651E3-1C12-42EF-900E-7FD32E26282C}"/>
              </a:ext>
            </a:extLst>
          </p:cNvPr>
          <p:cNvSpPr/>
          <p:nvPr/>
        </p:nvSpPr>
        <p:spPr>
          <a:xfrm>
            <a:off x="169682" y="197962"/>
            <a:ext cx="4551174" cy="65233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3E941A6-7602-4A3E-A028-A0A8E6585B12}"/>
              </a:ext>
            </a:extLst>
          </p:cNvPr>
          <p:cNvSpPr txBox="1">
            <a:spLocks/>
          </p:cNvSpPr>
          <p:nvPr/>
        </p:nvSpPr>
        <p:spPr>
          <a:xfrm>
            <a:off x="495593" y="2069466"/>
            <a:ext cx="2598481" cy="623396"/>
          </a:xfrm>
          <a:prstGeom prst="rect">
            <a:avLst/>
          </a:prstGeom>
        </p:spPr>
        <p:txBody>
          <a:bodyPr lIns="0" tIns="0" rIns="0" bIns="0" anchor="t"/>
          <a:lstStyle>
            <a:lvl1pPr algn="l" defTabSz="121917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4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j-ea"/>
                <a:cs typeface="+mj-cs"/>
              </a:rPr>
              <a:t>Agenda</a:t>
            </a:r>
            <a:endParaRPr kumimoji="0" lang="en-US" sz="4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C169E0-D508-479B-A3AF-2B717F90543D}"/>
              </a:ext>
            </a:extLst>
          </p:cNvPr>
          <p:cNvSpPr/>
          <p:nvPr/>
        </p:nvSpPr>
        <p:spPr>
          <a:xfrm>
            <a:off x="612740" y="1880365"/>
            <a:ext cx="763573" cy="7098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C6BDF50-7426-183A-1915-694FAF6C2B0A}"/>
              </a:ext>
            </a:extLst>
          </p:cNvPr>
          <p:cNvSpPr/>
          <p:nvPr/>
        </p:nvSpPr>
        <p:spPr>
          <a:xfrm>
            <a:off x="5163914" y="960733"/>
            <a:ext cx="557784" cy="54864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1155EB4-0991-16FF-630B-8600093CB589}"/>
              </a:ext>
            </a:extLst>
          </p:cNvPr>
          <p:cNvSpPr/>
          <p:nvPr/>
        </p:nvSpPr>
        <p:spPr>
          <a:xfrm>
            <a:off x="5163914" y="1816110"/>
            <a:ext cx="557784" cy="54864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07FB2F-E780-7DC7-9AA2-DD190F8DE8CF}"/>
              </a:ext>
            </a:extLst>
          </p:cNvPr>
          <p:cNvSpPr/>
          <p:nvPr/>
        </p:nvSpPr>
        <p:spPr>
          <a:xfrm>
            <a:off x="6276434" y="1014345"/>
            <a:ext cx="5302826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cs-CZ" err="1">
                <a:solidFill>
                  <a:schemeClr val="tx1"/>
                </a:solidFill>
              </a:rPr>
              <a:t>Strategy</a:t>
            </a:r>
            <a:r>
              <a:rPr lang="cs-CZ">
                <a:solidFill>
                  <a:schemeClr val="tx1"/>
                </a:solidFill>
              </a:rPr>
              <a:t> </a:t>
            </a:r>
            <a:r>
              <a:rPr lang="cs-CZ" err="1">
                <a:solidFill>
                  <a:schemeClr val="tx1"/>
                </a:solidFill>
              </a:rPr>
              <a:t>Overview</a:t>
            </a:r>
            <a:r>
              <a:rPr lang="cs-CZ">
                <a:solidFill>
                  <a:schemeClr val="tx1"/>
                </a:solidFill>
              </a:rPr>
              <a:t> &amp; </a:t>
            </a:r>
            <a:r>
              <a:rPr lang="cs-CZ" err="1">
                <a:solidFill>
                  <a:schemeClr val="tx1"/>
                </a:solidFill>
              </a:rPr>
              <a:t>Methodology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70E8AE1-C503-1217-5863-3C626BE1B311}"/>
              </a:ext>
            </a:extLst>
          </p:cNvPr>
          <p:cNvSpPr/>
          <p:nvPr/>
        </p:nvSpPr>
        <p:spPr>
          <a:xfrm>
            <a:off x="6276434" y="1869722"/>
            <a:ext cx="5302826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>
                <a:solidFill>
                  <a:schemeClr val="tx1"/>
                </a:solidFill>
              </a:rPr>
              <a:t>Replication Results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751F698-5533-8459-909C-EE5E9D1D31E0}"/>
              </a:ext>
            </a:extLst>
          </p:cNvPr>
          <p:cNvSpPr/>
          <p:nvPr/>
        </p:nvSpPr>
        <p:spPr>
          <a:xfrm>
            <a:off x="6276434" y="2725099"/>
            <a:ext cx="5302826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>
                <a:solidFill>
                  <a:schemeClr val="tx1"/>
                </a:solidFill>
              </a:rPr>
              <a:t>Portfolio View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FF43879-9D51-BC85-DBBC-2EF22D8ECA66}"/>
              </a:ext>
            </a:extLst>
          </p:cNvPr>
          <p:cNvSpPr/>
          <p:nvPr/>
        </p:nvSpPr>
        <p:spPr>
          <a:xfrm>
            <a:off x="6276434" y="3580476"/>
            <a:ext cx="5302826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23734EC-DFB3-5F1C-72C7-22DBC63EC47F}"/>
              </a:ext>
            </a:extLst>
          </p:cNvPr>
          <p:cNvSpPr/>
          <p:nvPr/>
        </p:nvSpPr>
        <p:spPr>
          <a:xfrm>
            <a:off x="6276434" y="4435853"/>
            <a:ext cx="5302826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>
                <a:solidFill>
                  <a:schemeClr val="tx1"/>
                </a:solidFill>
              </a:rPr>
              <a:t>Robustness of the Strategy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BBE7119-2E1F-2BFA-8618-FECBA1A79DC2}"/>
              </a:ext>
            </a:extLst>
          </p:cNvPr>
          <p:cNvSpPr/>
          <p:nvPr/>
        </p:nvSpPr>
        <p:spPr>
          <a:xfrm>
            <a:off x="5163914" y="2671487"/>
            <a:ext cx="557784" cy="54864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59A9A9C-C523-7E3A-1D06-79F69686BFF1}"/>
              </a:ext>
            </a:extLst>
          </p:cNvPr>
          <p:cNvSpPr/>
          <p:nvPr/>
        </p:nvSpPr>
        <p:spPr>
          <a:xfrm>
            <a:off x="5163914" y="3526864"/>
            <a:ext cx="557784" cy="54864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B951665-5E67-07FC-E235-9CC09AB7BA17}"/>
              </a:ext>
            </a:extLst>
          </p:cNvPr>
          <p:cNvSpPr/>
          <p:nvPr/>
        </p:nvSpPr>
        <p:spPr>
          <a:xfrm>
            <a:off x="5163914" y="4382241"/>
            <a:ext cx="557784" cy="54864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2A12E38-066B-265B-A0AC-EB5B9B493A3E}"/>
              </a:ext>
            </a:extLst>
          </p:cNvPr>
          <p:cNvSpPr/>
          <p:nvPr/>
        </p:nvSpPr>
        <p:spPr>
          <a:xfrm>
            <a:off x="5214206" y="1014345"/>
            <a:ext cx="457200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>
                <a:solidFill>
                  <a:schemeClr val="tx1"/>
                </a:solidFill>
              </a:rPr>
              <a:t>1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AA3A024-B3C7-5DCB-F4B0-D3884AC4FE76}"/>
              </a:ext>
            </a:extLst>
          </p:cNvPr>
          <p:cNvSpPr/>
          <p:nvPr/>
        </p:nvSpPr>
        <p:spPr>
          <a:xfrm>
            <a:off x="5214206" y="1869722"/>
            <a:ext cx="457200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>
                <a:solidFill>
                  <a:schemeClr val="tx1"/>
                </a:solidFill>
              </a:rPr>
              <a:t>2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7C5C5B-EA00-88D9-7FF6-D82E3C246E5C}"/>
              </a:ext>
            </a:extLst>
          </p:cNvPr>
          <p:cNvSpPr/>
          <p:nvPr/>
        </p:nvSpPr>
        <p:spPr>
          <a:xfrm>
            <a:off x="5214206" y="2725099"/>
            <a:ext cx="457200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>
                <a:solidFill>
                  <a:schemeClr val="tx1"/>
                </a:solidFill>
              </a:rPr>
              <a:t>3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824D5B7-28B6-333A-1603-CDA04BAFA926}"/>
              </a:ext>
            </a:extLst>
          </p:cNvPr>
          <p:cNvSpPr/>
          <p:nvPr/>
        </p:nvSpPr>
        <p:spPr>
          <a:xfrm>
            <a:off x="5214206" y="3572784"/>
            <a:ext cx="457200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>
                <a:solidFill>
                  <a:schemeClr val="tx1"/>
                </a:solidFill>
              </a:rPr>
              <a:t>4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E239547-9A86-AD84-8993-54EEAFFB69BF}"/>
              </a:ext>
            </a:extLst>
          </p:cNvPr>
          <p:cNvSpPr/>
          <p:nvPr/>
        </p:nvSpPr>
        <p:spPr>
          <a:xfrm>
            <a:off x="5214206" y="4435853"/>
            <a:ext cx="457200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>
                <a:solidFill>
                  <a:schemeClr val="tx1"/>
                </a:solidFill>
              </a:rPr>
              <a:t>5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AEA6DA5-C3E1-46C3-E5C9-933F49EB51CC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>
            <a:off x="5442806" y="1509373"/>
            <a:ext cx="0" cy="30673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D29329B-C61F-6534-7E1A-FA9C2FCD534D}"/>
              </a:ext>
            </a:extLst>
          </p:cNvPr>
          <p:cNvCxnSpPr>
            <a:cxnSpLocks/>
            <a:stCxn id="30" idx="4"/>
            <a:endCxn id="37" idx="0"/>
          </p:cNvCxnSpPr>
          <p:nvPr/>
        </p:nvCxnSpPr>
        <p:spPr>
          <a:xfrm>
            <a:off x="5442806" y="2364750"/>
            <a:ext cx="0" cy="30673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0FB6B7E-DADD-F820-B4E7-ED7C1C84A529}"/>
              </a:ext>
            </a:extLst>
          </p:cNvPr>
          <p:cNvCxnSpPr>
            <a:cxnSpLocks/>
            <a:stCxn id="37" idx="4"/>
            <a:endCxn id="39" idx="0"/>
          </p:cNvCxnSpPr>
          <p:nvPr/>
        </p:nvCxnSpPr>
        <p:spPr>
          <a:xfrm>
            <a:off x="5442806" y="3220127"/>
            <a:ext cx="0" cy="30673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C1F5090-862C-90A8-03A0-A681FAC7B8BC}"/>
              </a:ext>
            </a:extLst>
          </p:cNvPr>
          <p:cNvCxnSpPr>
            <a:cxnSpLocks/>
            <a:stCxn id="39" idx="4"/>
            <a:endCxn id="40" idx="0"/>
          </p:cNvCxnSpPr>
          <p:nvPr/>
        </p:nvCxnSpPr>
        <p:spPr>
          <a:xfrm>
            <a:off x="5442806" y="4075504"/>
            <a:ext cx="0" cy="30673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A86FFE2-C5A4-D33E-5242-FF5FB6C1E19E}"/>
              </a:ext>
            </a:extLst>
          </p:cNvPr>
          <p:cNvSpPr txBox="1"/>
          <p:nvPr/>
        </p:nvSpPr>
        <p:spPr>
          <a:xfrm>
            <a:off x="6276435" y="3616518"/>
            <a:ext cx="5302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Factor Selection &amp; Clustering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AEEFAC-1EC3-D090-ED33-FE7D63E2E118}"/>
              </a:ext>
            </a:extLst>
          </p:cNvPr>
          <p:cNvSpPr/>
          <p:nvPr/>
        </p:nvSpPr>
        <p:spPr>
          <a:xfrm>
            <a:off x="6276434" y="5286892"/>
            <a:ext cx="5302826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>
                <a:solidFill>
                  <a:schemeClr val="tx1"/>
                </a:solidFill>
              </a:rPr>
              <a:t>Conclusion &amp; Investment Verdict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FAD5849-CFD1-F784-F1BE-177C8CA651EA}"/>
              </a:ext>
            </a:extLst>
          </p:cNvPr>
          <p:cNvSpPr/>
          <p:nvPr/>
        </p:nvSpPr>
        <p:spPr>
          <a:xfrm>
            <a:off x="5163914" y="5237618"/>
            <a:ext cx="557784" cy="54864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AE7DEB-D27D-D202-A40C-386A25527B27}"/>
              </a:ext>
            </a:extLst>
          </p:cNvPr>
          <p:cNvSpPr/>
          <p:nvPr/>
        </p:nvSpPr>
        <p:spPr>
          <a:xfrm>
            <a:off x="5214206" y="5291230"/>
            <a:ext cx="457200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>
                <a:solidFill>
                  <a:schemeClr val="tx1"/>
                </a:solidFill>
              </a:rPr>
              <a:t>6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3E4DCF-E2CE-F380-CE8E-D9AC82B41A7E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442806" y="4930881"/>
            <a:ext cx="0" cy="30673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36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121CF0CD-689C-B524-DD3F-0151DDFF9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635FD9-F625-24D1-0057-4FDA4A4A46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Papers and Context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90A538-4FA2-B5AF-DBE3-5C710B300E3C}"/>
              </a:ext>
            </a:extLst>
          </p:cNvPr>
          <p:cNvSpPr/>
          <p:nvPr/>
        </p:nvSpPr>
        <p:spPr>
          <a:xfrm>
            <a:off x="391886" y="881744"/>
            <a:ext cx="11370732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noProof="0">
                <a:solidFill>
                  <a:schemeClr val="bg1"/>
                </a:solidFill>
              </a:rPr>
              <a:t>Literature Review &amp; Methodology </a:t>
            </a:r>
            <a:endParaRPr lang="en-US" sz="1800" b="1" i="1" noProof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93670B-D792-6554-99A2-403E29990DD4}"/>
              </a:ext>
            </a:extLst>
          </p:cNvPr>
          <p:cNvSpPr/>
          <p:nvPr/>
        </p:nvSpPr>
        <p:spPr>
          <a:xfrm>
            <a:off x="391885" y="1683415"/>
            <a:ext cx="5704114" cy="22628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sz="1200" b="1" u="sng">
                <a:solidFill>
                  <a:schemeClr val="tx1"/>
                </a:solidFill>
              </a:rPr>
              <a:t>Literature Review - Arnott, </a:t>
            </a:r>
            <a:r>
              <a:rPr lang="en-US" sz="1200" b="1" u="sng" err="1">
                <a:solidFill>
                  <a:schemeClr val="tx1"/>
                </a:solidFill>
              </a:rPr>
              <a:t>Kalesnik</a:t>
            </a:r>
            <a:r>
              <a:rPr lang="en-US" sz="1200" b="1" u="sng">
                <a:solidFill>
                  <a:schemeClr val="tx1"/>
                </a:solidFill>
              </a:rPr>
              <a:t> &amp; </a:t>
            </a:r>
            <a:r>
              <a:rPr lang="en-US" sz="1200" b="1" u="sng" err="1">
                <a:solidFill>
                  <a:schemeClr val="tx1"/>
                </a:solidFill>
              </a:rPr>
              <a:t>Linnainmaa</a:t>
            </a:r>
            <a:r>
              <a:rPr lang="en-US" sz="1200" b="1" u="sng">
                <a:solidFill>
                  <a:schemeClr val="tx1"/>
                </a:solidFill>
              </a:rPr>
              <a:t> (2023):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Extends momentum research to factor portfolios – showing that factor returns themselves exhibit momentum.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Finds that factor momentum subsumes industry momentum.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/>
                </a:solidFill>
              </a:rPr>
              <a:t>Uses principal component analysis to identify systematic</a:t>
            </a:r>
            <a:r>
              <a:rPr lang="cs-CZ" sz="1200">
                <a:solidFill>
                  <a:schemeClr val="tx1"/>
                </a:solidFill>
              </a:rPr>
              <a:t> </a:t>
            </a:r>
            <a:r>
              <a:rPr lang="en-GB" sz="1200">
                <a:solidFill>
                  <a:schemeClr val="tx1"/>
                </a:solidFill>
              </a:rPr>
              <a:t>sources of momentum.</a:t>
            </a:r>
            <a:endParaRPr lang="cs-CZ" sz="120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1786D7E1-4A30-7E5F-45BB-D6EC3026A5F1}"/>
              </a:ext>
            </a:extLst>
          </p:cNvPr>
          <p:cNvSpPr/>
          <p:nvPr/>
        </p:nvSpPr>
        <p:spPr>
          <a:xfrm>
            <a:off x="391885" y="3938632"/>
            <a:ext cx="5704114" cy="22628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sz="1200" b="1" u="sng">
                <a:solidFill>
                  <a:schemeClr val="tx1"/>
                </a:solidFill>
              </a:rPr>
              <a:t>Data Description: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solidFill>
                  <a:schemeClr val="tx1"/>
                </a:solidFill>
              </a:rPr>
              <a:t>Fama</a:t>
            </a:r>
            <a:r>
              <a:rPr lang="cs-CZ" sz="1200" b="1">
                <a:solidFill>
                  <a:schemeClr val="tx1"/>
                </a:solidFill>
              </a:rPr>
              <a:t>-</a:t>
            </a:r>
            <a:r>
              <a:rPr lang="en-GB" sz="1200" b="1">
                <a:solidFill>
                  <a:schemeClr val="tx1"/>
                </a:solidFill>
              </a:rPr>
              <a:t>French 17 Industry Portfolios: </a:t>
            </a:r>
            <a:r>
              <a:rPr lang="en-GB" sz="1200">
                <a:solidFill>
                  <a:schemeClr val="tx1"/>
                </a:solidFill>
              </a:rPr>
              <a:t>Monthly excess</a:t>
            </a:r>
            <a:r>
              <a:rPr lang="cs-CZ" sz="1200">
                <a:solidFill>
                  <a:schemeClr val="tx1"/>
                </a:solidFill>
              </a:rPr>
              <a:t> </a:t>
            </a:r>
            <a:r>
              <a:rPr lang="en-GB" sz="1200">
                <a:solidFill>
                  <a:schemeClr val="tx1"/>
                </a:solidFill>
              </a:rPr>
              <a:t>returns (July 1963</a:t>
            </a:r>
            <a:r>
              <a:rPr lang="cs-CZ" sz="1200">
                <a:solidFill>
                  <a:schemeClr val="tx1"/>
                </a:solidFill>
              </a:rPr>
              <a:t> - </a:t>
            </a:r>
            <a:r>
              <a:rPr lang="en-GB" sz="1200">
                <a:solidFill>
                  <a:schemeClr val="tx1"/>
                </a:solidFill>
              </a:rPr>
              <a:t>Dec 2024).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solidFill>
                  <a:schemeClr val="tx1"/>
                </a:solidFill>
              </a:rPr>
              <a:t>JKP Factors: </a:t>
            </a:r>
            <a:r>
              <a:rPr lang="en-GB" sz="1200">
                <a:solidFill>
                  <a:schemeClr val="tx1"/>
                </a:solidFill>
              </a:rPr>
              <a:t>Cross-sectional factor returns (value,</a:t>
            </a:r>
            <a:r>
              <a:rPr lang="cs-CZ" sz="1200">
                <a:solidFill>
                  <a:schemeClr val="tx1"/>
                </a:solidFill>
              </a:rPr>
              <a:t> </a:t>
            </a:r>
            <a:r>
              <a:rPr lang="en-GB" sz="1200">
                <a:solidFill>
                  <a:schemeClr val="tx1"/>
                </a:solidFill>
              </a:rPr>
              <a:t>pro</a:t>
            </a:r>
            <a:r>
              <a:rPr lang="cs-CZ" sz="1200" err="1">
                <a:solidFill>
                  <a:schemeClr val="tx1"/>
                </a:solidFill>
              </a:rPr>
              <a:t>fi</a:t>
            </a:r>
            <a:r>
              <a:rPr lang="en-GB" sz="1200" err="1">
                <a:solidFill>
                  <a:schemeClr val="tx1"/>
                </a:solidFill>
              </a:rPr>
              <a:t>tability</a:t>
            </a:r>
            <a:r>
              <a:rPr lang="en-GB" sz="1200">
                <a:solidFill>
                  <a:schemeClr val="tx1"/>
                </a:solidFill>
              </a:rPr>
              <a:t>, investment, quality, risk).</a:t>
            </a:r>
            <a:endParaRPr lang="cs-CZ" sz="120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solidFill>
                  <a:schemeClr val="tx1"/>
                </a:solidFill>
              </a:rPr>
              <a:t>Thematic Factors: </a:t>
            </a:r>
            <a:r>
              <a:rPr lang="en-GB" sz="1200">
                <a:solidFill>
                  <a:schemeClr val="tx1"/>
                </a:solidFill>
              </a:rPr>
              <a:t>Growth, leverage, volatility, and other</a:t>
            </a:r>
            <a:r>
              <a:rPr lang="cs-CZ" sz="1200">
                <a:solidFill>
                  <a:schemeClr val="tx1"/>
                </a:solidFill>
              </a:rPr>
              <a:t> </a:t>
            </a:r>
            <a:r>
              <a:rPr lang="en-GB" sz="1200">
                <a:solidFill>
                  <a:schemeClr val="tx1"/>
                </a:solidFill>
              </a:rPr>
              <a:t>economic themes.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solidFill>
                  <a:schemeClr val="tx1"/>
                </a:solidFill>
              </a:rPr>
              <a:t>Final Sample</a:t>
            </a:r>
            <a:r>
              <a:rPr lang="en-GB" sz="1200">
                <a:solidFill>
                  <a:schemeClr val="tx1"/>
                </a:solidFill>
              </a:rPr>
              <a:t>: July 1963 </a:t>
            </a:r>
            <a:r>
              <a:rPr lang="cs-CZ" sz="1200">
                <a:solidFill>
                  <a:schemeClr val="tx1"/>
                </a:solidFill>
              </a:rPr>
              <a:t>-</a:t>
            </a:r>
            <a:r>
              <a:rPr lang="en-GB" sz="1200">
                <a:solidFill>
                  <a:schemeClr val="tx1"/>
                </a:solidFill>
              </a:rPr>
              <a:t> December 2024</a:t>
            </a:r>
            <a:r>
              <a:rPr lang="en-GB" sz="1200" b="1">
                <a:solidFill>
                  <a:schemeClr val="tx1"/>
                </a:solidFill>
              </a:rPr>
              <a:t> </a:t>
            </a:r>
            <a:r>
              <a:rPr lang="en-GB" sz="1200">
                <a:solidFill>
                  <a:schemeClr val="tx1"/>
                </a:solidFill>
              </a:rPr>
              <a:t>(U.S. market).</a:t>
            </a:r>
            <a:endParaRPr lang="cs-CZ" sz="12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A4832966-EA4F-6436-6125-728312B67C24}"/>
              </a:ext>
            </a:extLst>
          </p:cNvPr>
          <p:cNvSpPr/>
          <p:nvPr/>
        </p:nvSpPr>
        <p:spPr>
          <a:xfrm>
            <a:off x="6170992" y="3926586"/>
            <a:ext cx="5704114" cy="27350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sz="1200" b="1" u="sng">
                <a:solidFill>
                  <a:schemeClr val="tx1"/>
                </a:solidFill>
              </a:rPr>
              <a:t>Replication Methodology: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/>
                </a:solidFill>
              </a:rPr>
              <a:t>Replicate Arnott et al. (2023) Appendix </a:t>
            </a:r>
            <a:r>
              <a:rPr lang="cs-CZ" sz="1200" err="1">
                <a:solidFill>
                  <a:schemeClr val="tx1"/>
                </a:solidFill>
              </a:rPr>
              <a:t>fi</a:t>
            </a:r>
            <a:r>
              <a:rPr lang="en-GB" sz="1200" err="1">
                <a:solidFill>
                  <a:schemeClr val="tx1"/>
                </a:solidFill>
              </a:rPr>
              <a:t>gure</a:t>
            </a:r>
            <a:r>
              <a:rPr lang="cs-CZ" sz="1200">
                <a:solidFill>
                  <a:schemeClr val="tx1"/>
                </a:solidFill>
              </a:rPr>
              <a:t> </a:t>
            </a:r>
            <a:r>
              <a:rPr lang="en-GB" sz="1200">
                <a:solidFill>
                  <a:schemeClr val="tx1"/>
                </a:solidFill>
              </a:rPr>
              <a:t>comparing </a:t>
            </a:r>
            <a:r>
              <a:rPr lang="en-GB" sz="1200" b="1">
                <a:solidFill>
                  <a:schemeClr val="tx1"/>
                </a:solidFill>
              </a:rPr>
              <a:t>Factor vs. Industry Momentum.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200">
                <a:solidFill>
                  <a:schemeClr val="tx1"/>
                </a:solidFill>
              </a:rPr>
              <a:t>For each month:</a:t>
            </a:r>
            <a:endParaRPr lang="cs-CZ" sz="120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/>
                </a:solidFill>
              </a:rPr>
              <a:t>Rank all assets by previous month's return.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/>
                </a:solidFill>
              </a:rPr>
              <a:t>Go </a:t>
            </a:r>
            <a:r>
              <a:rPr lang="en-GB" sz="1200" b="1">
                <a:solidFill>
                  <a:schemeClr val="tx1"/>
                </a:solidFill>
              </a:rPr>
              <a:t>long</a:t>
            </a:r>
            <a:r>
              <a:rPr lang="en-GB" sz="1200">
                <a:solidFill>
                  <a:schemeClr val="tx1"/>
                </a:solidFill>
              </a:rPr>
              <a:t> the top half (winners), </a:t>
            </a:r>
            <a:r>
              <a:rPr lang="en-GB" sz="1200" b="1">
                <a:solidFill>
                  <a:schemeClr val="tx1"/>
                </a:solidFill>
              </a:rPr>
              <a:t>short</a:t>
            </a:r>
            <a:r>
              <a:rPr lang="en-GB" sz="1200">
                <a:solidFill>
                  <a:schemeClr val="tx1"/>
                </a:solidFill>
              </a:rPr>
              <a:t> the bottom half (losers).</a:t>
            </a:r>
            <a:endParaRPr lang="cs-CZ" sz="1200">
              <a:solidFill>
                <a:schemeClr val="tx1"/>
              </a:solidFill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GB" sz="1200">
                <a:solidFill>
                  <a:prstClr val="black"/>
                </a:solidFill>
              </a:rPr>
              <a:t>Apply to Fama</a:t>
            </a:r>
            <a:r>
              <a:rPr lang="cs-CZ" sz="1200">
                <a:solidFill>
                  <a:prstClr val="black"/>
                </a:solidFill>
              </a:rPr>
              <a:t>-</a:t>
            </a:r>
            <a:r>
              <a:rPr lang="en-GB" sz="1200">
                <a:solidFill>
                  <a:prstClr val="black"/>
                </a:solidFill>
              </a:rPr>
              <a:t>French 17 industries and selected JKP factors.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cs-CZ" sz="1200" err="1">
                <a:solidFill>
                  <a:prstClr val="black"/>
                </a:solidFill>
              </a:rPr>
              <a:t>Equal-weight</a:t>
            </a:r>
            <a:r>
              <a:rPr lang="cs-CZ" sz="1200">
                <a:solidFill>
                  <a:prstClr val="black"/>
                </a:solidFill>
              </a:rPr>
              <a:t> </a:t>
            </a:r>
            <a:r>
              <a:rPr lang="cs-CZ" sz="1200" err="1">
                <a:solidFill>
                  <a:prstClr val="black"/>
                </a:solidFill>
              </a:rPr>
              <a:t>portfolios</a:t>
            </a:r>
            <a:r>
              <a:rPr lang="cs-CZ" sz="1200">
                <a:solidFill>
                  <a:prstClr val="black"/>
                </a:solidFill>
              </a:rPr>
              <a:t>; </a:t>
            </a:r>
            <a:r>
              <a:rPr lang="cs-CZ" sz="1200" err="1">
                <a:solidFill>
                  <a:prstClr val="black"/>
                </a:solidFill>
              </a:rPr>
              <a:t>rebalance</a:t>
            </a:r>
            <a:r>
              <a:rPr lang="cs-CZ" sz="1200">
                <a:solidFill>
                  <a:prstClr val="black"/>
                </a:solidFill>
              </a:rPr>
              <a:t> </a:t>
            </a:r>
            <a:r>
              <a:rPr lang="cs-CZ" sz="1200" err="1">
                <a:solidFill>
                  <a:prstClr val="black"/>
                </a:solidFill>
              </a:rPr>
              <a:t>monthly</a:t>
            </a:r>
            <a:r>
              <a:rPr lang="cs-CZ" sz="1200">
                <a:solidFill>
                  <a:prstClr val="black"/>
                </a:solidFill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GB" sz="1200">
                <a:solidFill>
                  <a:prstClr val="black"/>
                </a:solidFill>
              </a:rPr>
              <a:t>Compute 1-month long</a:t>
            </a:r>
            <a:r>
              <a:rPr lang="cs-CZ" sz="1200">
                <a:solidFill>
                  <a:prstClr val="black"/>
                </a:solidFill>
              </a:rPr>
              <a:t>-</a:t>
            </a:r>
            <a:r>
              <a:rPr lang="en-GB" sz="1200">
                <a:solidFill>
                  <a:prstClr val="black"/>
                </a:solidFill>
              </a:rPr>
              <a:t>short return.</a:t>
            </a:r>
            <a:endParaRPr lang="en-US" sz="12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95CA65BD-3A08-26CF-12A7-C1E3CC7D9729}"/>
              </a:ext>
            </a:extLst>
          </p:cNvPr>
          <p:cNvSpPr/>
          <p:nvPr/>
        </p:nvSpPr>
        <p:spPr>
          <a:xfrm>
            <a:off x="6170992" y="1683415"/>
            <a:ext cx="5704112" cy="19092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sz="1200" b="1" u="sng">
                <a:solidFill>
                  <a:schemeClr val="tx1"/>
                </a:solidFill>
              </a:rPr>
              <a:t>Literature Review - Ehsani &amp; </a:t>
            </a:r>
            <a:r>
              <a:rPr lang="en-US" sz="1200" b="1" u="sng" err="1">
                <a:solidFill>
                  <a:schemeClr val="tx1"/>
                </a:solidFill>
              </a:rPr>
              <a:t>Linnainmaa</a:t>
            </a:r>
            <a:r>
              <a:rPr lang="en-US" sz="1200" b="1" u="sng">
                <a:solidFill>
                  <a:schemeClr val="tx1"/>
                </a:solidFill>
              </a:rPr>
              <a:t> (2022):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/>
                </a:solidFill>
              </a:rPr>
              <a:t>Shows that momentum in stock returns stems from</a:t>
            </a:r>
            <a:r>
              <a:rPr lang="cs-CZ" sz="1200">
                <a:solidFill>
                  <a:schemeClr val="tx1"/>
                </a:solidFill>
              </a:rPr>
              <a:t> </a:t>
            </a:r>
            <a:r>
              <a:rPr lang="en-GB" sz="1200">
                <a:solidFill>
                  <a:schemeClr val="tx1"/>
                </a:solidFill>
              </a:rPr>
              <a:t>momentum in factor returns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/>
                </a:solidFill>
              </a:rPr>
              <a:t>Factors show strong autocorrelation: winners stay winners,</a:t>
            </a:r>
            <a:r>
              <a:rPr lang="cs-CZ" sz="1200">
                <a:solidFill>
                  <a:schemeClr val="tx1"/>
                </a:solidFill>
              </a:rPr>
              <a:t> </a:t>
            </a:r>
            <a:r>
              <a:rPr lang="en-GB" sz="1200">
                <a:solidFill>
                  <a:schemeClr val="tx1"/>
                </a:solidFill>
              </a:rPr>
              <a:t>losers stay losers</a:t>
            </a:r>
            <a:r>
              <a:rPr lang="cs-CZ" sz="1200">
                <a:solidFill>
                  <a:schemeClr val="tx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/>
                </a:solidFill>
              </a:rPr>
              <a:t>Momentum re</a:t>
            </a:r>
            <a:r>
              <a:rPr lang="cs-CZ" sz="1200" err="1">
                <a:solidFill>
                  <a:schemeClr val="tx1"/>
                </a:solidFill>
              </a:rPr>
              <a:t>fl</a:t>
            </a:r>
            <a:r>
              <a:rPr lang="en-GB" sz="1200" err="1">
                <a:solidFill>
                  <a:schemeClr val="tx1"/>
                </a:solidFill>
              </a:rPr>
              <a:t>ects</a:t>
            </a:r>
            <a:r>
              <a:rPr lang="en-GB" sz="1200">
                <a:solidFill>
                  <a:schemeClr val="tx1"/>
                </a:solidFill>
              </a:rPr>
              <a:t> timing of factor exposures, not a separate</a:t>
            </a:r>
            <a:r>
              <a:rPr lang="cs-CZ" sz="1200">
                <a:solidFill>
                  <a:schemeClr val="tx1"/>
                </a:solidFill>
              </a:rPr>
              <a:t> </a:t>
            </a:r>
            <a:r>
              <a:rPr lang="en-GB" sz="1200">
                <a:solidFill>
                  <a:schemeClr val="tx1"/>
                </a:solidFill>
              </a:rPr>
              <a:t>risk factor.</a:t>
            </a:r>
            <a:endParaRPr lang="cs-CZ" sz="12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D269C8B3-D24A-A607-DB05-2B8C5752984D}"/>
              </a:ext>
            </a:extLst>
          </p:cNvPr>
          <p:cNvSpPr/>
          <p:nvPr/>
        </p:nvSpPr>
        <p:spPr>
          <a:xfrm>
            <a:off x="391886" y="1653051"/>
            <a:ext cx="5629123" cy="2114717"/>
          </a:xfrm>
          <a:prstGeom prst="rect">
            <a:avLst/>
          </a:prstGeom>
          <a:noFill/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3B95D00-2CA0-4287-EA0D-0574FDBB6B69}"/>
              </a:ext>
            </a:extLst>
          </p:cNvPr>
          <p:cNvSpPr/>
          <p:nvPr/>
        </p:nvSpPr>
        <p:spPr>
          <a:xfrm>
            <a:off x="6133495" y="1653052"/>
            <a:ext cx="5629123" cy="2114716"/>
          </a:xfrm>
          <a:prstGeom prst="rect">
            <a:avLst/>
          </a:prstGeom>
          <a:noFill/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8A8DA30-BB07-4227-4674-22D2F5135C65}"/>
              </a:ext>
            </a:extLst>
          </p:cNvPr>
          <p:cNvSpPr/>
          <p:nvPr/>
        </p:nvSpPr>
        <p:spPr>
          <a:xfrm>
            <a:off x="391885" y="3926587"/>
            <a:ext cx="5629123" cy="2650481"/>
          </a:xfrm>
          <a:prstGeom prst="rect">
            <a:avLst/>
          </a:prstGeom>
          <a:noFill/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F371BCA4-2944-8E0F-9DC9-8659F272845D}"/>
              </a:ext>
            </a:extLst>
          </p:cNvPr>
          <p:cNvSpPr/>
          <p:nvPr/>
        </p:nvSpPr>
        <p:spPr>
          <a:xfrm>
            <a:off x="6133495" y="3926586"/>
            <a:ext cx="5629123" cy="2650481"/>
          </a:xfrm>
          <a:prstGeom prst="rect">
            <a:avLst/>
          </a:prstGeom>
          <a:noFill/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2282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18ECFFDE-9146-4F17-63EC-CA49DE888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474119-918C-74A7-49C3-C1845F19DC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err="1"/>
              <a:t>Replication</a:t>
            </a:r>
            <a:r>
              <a:rPr lang="cs-CZ"/>
              <a:t> </a:t>
            </a:r>
            <a:r>
              <a:rPr lang="cs-CZ" err="1"/>
              <a:t>Results</a:t>
            </a:r>
            <a:endParaRPr lang="de-A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1FC12F-5F7D-6412-EFE2-80649120930C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err="1">
                <a:solidFill>
                  <a:schemeClr val="bg1"/>
                </a:solidFill>
              </a:rPr>
              <a:t>Replication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Results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7D04322B-5994-F512-45DA-8CB27AB95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6" y="1748308"/>
            <a:ext cx="7555902" cy="456849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BB97E845-0C3A-525F-C1B2-E724E146CD51}"/>
              </a:ext>
            </a:extLst>
          </p:cNvPr>
          <p:cNvSpPr txBox="1"/>
          <p:nvPr/>
        </p:nvSpPr>
        <p:spPr>
          <a:xfrm>
            <a:off x="8042313" y="1748308"/>
            <a:ext cx="3607819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200"/>
              <a:t>To match the </a:t>
            </a:r>
            <a:r>
              <a:rPr lang="it-IT" sz="1200" err="1"/>
              <a:t>paper’s</a:t>
            </a:r>
            <a:r>
              <a:rPr lang="it-IT" sz="1200"/>
              <a:t> </a:t>
            </a:r>
            <a:r>
              <a:rPr lang="it-IT" sz="1200" err="1"/>
              <a:t>methodology</a:t>
            </a:r>
            <a:r>
              <a:rPr lang="it-IT" sz="1200"/>
              <a:t>, the strategies are </a:t>
            </a:r>
            <a:r>
              <a:rPr lang="it-IT" sz="1200" err="1"/>
              <a:t>scaled</a:t>
            </a:r>
            <a:r>
              <a:rPr lang="it-IT" sz="1200"/>
              <a:t> to </a:t>
            </a:r>
            <a:r>
              <a:rPr lang="it-IT" sz="1200" b="1"/>
              <a:t>a target </a:t>
            </a:r>
            <a:r>
              <a:rPr lang="it-IT" sz="1200" b="1" err="1"/>
              <a:t>volatility</a:t>
            </a:r>
            <a:r>
              <a:rPr lang="it-IT" sz="1200" b="1"/>
              <a:t> of 10% per </a:t>
            </a:r>
            <a:r>
              <a:rPr lang="it-IT" sz="1200" b="1" err="1"/>
              <a:t>year</a:t>
            </a:r>
            <a:r>
              <a:rPr lang="it-IT" sz="120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200" b="1" err="1"/>
              <a:t>Before</a:t>
            </a:r>
            <a:r>
              <a:rPr lang="it-IT" sz="1200" b="1"/>
              <a:t> 2000</a:t>
            </a:r>
            <a:r>
              <a:rPr lang="it-IT" sz="1200"/>
              <a:t>, </a:t>
            </a:r>
            <a:r>
              <a:rPr lang="it-IT" sz="1200" err="1"/>
              <a:t>industry</a:t>
            </a:r>
            <a:r>
              <a:rPr lang="it-IT" sz="1200"/>
              <a:t> </a:t>
            </a:r>
            <a:r>
              <a:rPr lang="it-IT" sz="1200" err="1"/>
              <a:t>momentum</a:t>
            </a:r>
            <a:r>
              <a:rPr lang="it-IT" sz="1200"/>
              <a:t> </a:t>
            </a:r>
            <a:r>
              <a:rPr lang="it-IT" sz="1200" err="1"/>
              <a:t>consistently</a:t>
            </a:r>
            <a:r>
              <a:rPr lang="it-IT" sz="1200"/>
              <a:t> </a:t>
            </a:r>
            <a:r>
              <a:rPr lang="it-IT" sz="1200" err="1"/>
              <a:t>outperforms</a:t>
            </a:r>
            <a:r>
              <a:rPr lang="it-IT" sz="1200"/>
              <a:t> </a:t>
            </a:r>
            <a:r>
              <a:rPr lang="it-IT" sz="1200" err="1"/>
              <a:t>factor</a:t>
            </a:r>
            <a:r>
              <a:rPr lang="it-IT" sz="1200"/>
              <a:t> </a:t>
            </a:r>
            <a:r>
              <a:rPr lang="it-IT" sz="1200" err="1"/>
              <a:t>momentum</a:t>
            </a:r>
            <a:r>
              <a:rPr lang="it-IT" sz="1200"/>
              <a:t>, </a:t>
            </a:r>
            <a:r>
              <a:rPr lang="it-IT" sz="1200" err="1"/>
              <a:t>showing</a:t>
            </a:r>
            <a:r>
              <a:rPr lang="it-IT" sz="1200"/>
              <a:t> </a:t>
            </a:r>
            <a:r>
              <a:rPr lang="it-IT" sz="1200" err="1"/>
              <a:t>stronger</a:t>
            </a:r>
            <a:r>
              <a:rPr lang="it-IT" sz="1200"/>
              <a:t> cumulative </a:t>
            </a:r>
            <a:r>
              <a:rPr lang="it-IT" sz="1200" err="1"/>
              <a:t>returns</a:t>
            </a:r>
            <a:r>
              <a:rPr lang="it-IT" sz="120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200" b="1"/>
              <a:t>After 2000</a:t>
            </a:r>
            <a:r>
              <a:rPr lang="it-IT" sz="1200"/>
              <a:t>, </a:t>
            </a:r>
            <a:r>
              <a:rPr lang="it-IT" sz="1200" err="1"/>
              <a:t>industry</a:t>
            </a:r>
            <a:r>
              <a:rPr lang="it-IT" sz="1200"/>
              <a:t> </a:t>
            </a:r>
            <a:r>
              <a:rPr lang="it-IT" sz="1200" err="1"/>
              <a:t>momentum</a:t>
            </a:r>
            <a:r>
              <a:rPr lang="it-IT" sz="1200"/>
              <a:t> </a:t>
            </a:r>
            <a:r>
              <a:rPr lang="it-IT" sz="1200" err="1"/>
              <a:t>stops</a:t>
            </a:r>
            <a:r>
              <a:rPr lang="it-IT" sz="1200"/>
              <a:t> </a:t>
            </a:r>
            <a:r>
              <a:rPr lang="it-IT" sz="1200" err="1"/>
              <a:t>growing</a:t>
            </a:r>
            <a:r>
              <a:rPr lang="it-IT" sz="1200"/>
              <a:t>, </a:t>
            </a:r>
            <a:r>
              <a:rPr lang="it-IT" sz="1200" err="1"/>
              <a:t>while</a:t>
            </a:r>
            <a:r>
              <a:rPr lang="it-IT" sz="1200"/>
              <a:t> </a:t>
            </a:r>
            <a:r>
              <a:rPr lang="it-IT" sz="1200" err="1"/>
              <a:t>factor</a:t>
            </a:r>
            <a:r>
              <a:rPr lang="it-IT" sz="1200"/>
              <a:t> </a:t>
            </a:r>
            <a:r>
              <a:rPr lang="it-IT" sz="1200" err="1"/>
              <a:t>momentum</a:t>
            </a:r>
            <a:r>
              <a:rPr lang="it-IT" sz="1200"/>
              <a:t> </a:t>
            </a:r>
            <a:r>
              <a:rPr lang="it-IT" sz="1200" err="1"/>
              <a:t>accelerates</a:t>
            </a:r>
            <a:r>
              <a:rPr lang="it-IT" sz="1200"/>
              <a:t> and </a:t>
            </a:r>
            <a:r>
              <a:rPr lang="it-IT" sz="1200" err="1"/>
              <a:t>becomes</a:t>
            </a:r>
            <a:r>
              <a:rPr lang="it-IT" sz="1200"/>
              <a:t> the clear winner.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200" err="1"/>
              <a:t>This</a:t>
            </a:r>
            <a:r>
              <a:rPr lang="it-IT" sz="1200"/>
              <a:t> trend </a:t>
            </a:r>
            <a:r>
              <a:rPr lang="it-IT" sz="1200" err="1"/>
              <a:t>is</a:t>
            </a:r>
            <a:r>
              <a:rPr lang="it-IT" sz="1200"/>
              <a:t> </a:t>
            </a:r>
            <a:r>
              <a:rPr lang="it-IT" sz="1200" err="1"/>
              <a:t>even</a:t>
            </a:r>
            <a:r>
              <a:rPr lang="it-IT" sz="1200"/>
              <a:t> more </a:t>
            </a:r>
            <a:r>
              <a:rPr lang="it-IT" sz="1200" err="1"/>
              <a:t>pronounced</a:t>
            </a:r>
            <a:r>
              <a:rPr lang="it-IT" sz="1200"/>
              <a:t> in the </a:t>
            </a:r>
            <a:r>
              <a:rPr lang="it-IT" sz="1200" err="1"/>
              <a:t>unscaled</a:t>
            </a:r>
            <a:r>
              <a:rPr lang="it-IT" sz="1200"/>
              <a:t> strategy</a:t>
            </a:r>
            <a:r>
              <a:rPr lang="it-IT" sz="140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sz="1100"/>
          </a:p>
        </p:txBody>
      </p:sp>
    </p:spTree>
    <p:extLst>
      <p:ext uri="{BB962C8B-B14F-4D97-AF65-F5344CB8AC3E}">
        <p14:creationId xmlns:p14="http://schemas.microsoft.com/office/powerpoint/2010/main" val="3556147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2F1579F0-A923-1E08-D9B4-F9E364317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1C6AA8-B424-514B-2355-5356D9428F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err="1"/>
              <a:t>Replication</a:t>
            </a:r>
            <a:r>
              <a:rPr lang="cs-CZ"/>
              <a:t> </a:t>
            </a:r>
            <a:r>
              <a:rPr lang="cs-CZ" err="1"/>
              <a:t>Results</a:t>
            </a:r>
            <a:endParaRPr lang="de-A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878CA6-468B-19E9-C466-E85E2EEFDDD2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err="1">
                <a:solidFill>
                  <a:schemeClr val="bg1"/>
                </a:solidFill>
              </a:rPr>
              <a:t>Replication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Results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B9792BC-591B-B715-11F0-B8D9520D5F27}"/>
              </a:ext>
            </a:extLst>
          </p:cNvPr>
          <p:cNvSpPr txBox="1"/>
          <p:nvPr/>
        </p:nvSpPr>
        <p:spPr>
          <a:xfrm>
            <a:off x="6096001" y="1748308"/>
            <a:ext cx="5554132" cy="4489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200" err="1"/>
              <a:t>We</a:t>
            </a:r>
            <a:r>
              <a:rPr lang="it-IT" sz="1200"/>
              <a:t> benchmark the </a:t>
            </a:r>
            <a:r>
              <a:rPr lang="it-IT" sz="1200" err="1"/>
              <a:t>factor</a:t>
            </a:r>
            <a:r>
              <a:rPr lang="it-IT" sz="1200"/>
              <a:t> </a:t>
            </a:r>
            <a:r>
              <a:rPr lang="it-IT" sz="1200" err="1"/>
              <a:t>momentum</a:t>
            </a:r>
            <a:r>
              <a:rPr lang="it-IT" sz="1200"/>
              <a:t> and </a:t>
            </a:r>
            <a:r>
              <a:rPr lang="it-IT" sz="1200" err="1"/>
              <a:t>industry</a:t>
            </a:r>
            <a:r>
              <a:rPr lang="it-IT" sz="1200"/>
              <a:t> </a:t>
            </a:r>
            <a:r>
              <a:rPr lang="it-IT" sz="1200" err="1"/>
              <a:t>momentum</a:t>
            </a:r>
            <a:r>
              <a:rPr lang="it-IT" sz="1200"/>
              <a:t> strategies </a:t>
            </a:r>
            <a:r>
              <a:rPr lang="it-IT" sz="1200" err="1"/>
              <a:t>against</a:t>
            </a:r>
            <a:r>
              <a:rPr lang="it-IT" sz="1200"/>
              <a:t> </a:t>
            </a:r>
            <a:r>
              <a:rPr lang="it-IT" sz="1200" err="1"/>
              <a:t>two</a:t>
            </a:r>
            <a:r>
              <a:rPr lang="it-IT" sz="1200"/>
              <a:t> major asset classes: </a:t>
            </a:r>
            <a:r>
              <a:rPr lang="it-IT" sz="1200" b="1"/>
              <a:t>U.S. equities </a:t>
            </a:r>
            <a:r>
              <a:rPr lang="it-IT" sz="1200"/>
              <a:t>(S&amp;P 500) and </a:t>
            </a:r>
            <a:r>
              <a:rPr lang="it-IT" sz="1200" b="1"/>
              <a:t>U.S. Treasury bonds </a:t>
            </a:r>
            <a:r>
              <a:rPr lang="it-IT" sz="1200"/>
              <a:t>(IEF ETF).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200"/>
              <a:t>Over the full sample, </a:t>
            </a:r>
            <a:r>
              <a:rPr lang="it-IT" sz="1200" b="1" err="1"/>
              <a:t>factor</a:t>
            </a:r>
            <a:r>
              <a:rPr lang="it-IT" sz="1200" b="1"/>
              <a:t> </a:t>
            </a:r>
            <a:r>
              <a:rPr lang="it-IT" sz="1200" b="1" err="1"/>
              <a:t>momentum</a:t>
            </a:r>
            <a:r>
              <a:rPr lang="it-IT" sz="1200" b="1"/>
              <a:t> </a:t>
            </a:r>
            <a:r>
              <a:rPr lang="it-IT" sz="1200" b="1" err="1"/>
              <a:t>delivers</a:t>
            </a:r>
            <a:r>
              <a:rPr lang="it-IT" sz="1200" b="1"/>
              <a:t> </a:t>
            </a:r>
            <a:r>
              <a:rPr lang="it-IT" sz="1200" b="1" err="1"/>
              <a:t>total</a:t>
            </a:r>
            <a:r>
              <a:rPr lang="it-IT" sz="1200" b="1"/>
              <a:t> </a:t>
            </a:r>
            <a:r>
              <a:rPr lang="it-IT" sz="1200" b="1" err="1"/>
              <a:t>returns</a:t>
            </a:r>
            <a:r>
              <a:rPr lang="it-IT" sz="1200" b="1"/>
              <a:t> comparable to the S&amp;P 500</a:t>
            </a:r>
            <a:r>
              <a:rPr lang="it-IT" sz="1200"/>
              <a:t>, </a:t>
            </a:r>
            <a:r>
              <a:rPr lang="it-IT" sz="1200" err="1"/>
              <a:t>despite</a:t>
            </a:r>
            <a:r>
              <a:rPr lang="it-IT" sz="1200"/>
              <a:t> </a:t>
            </a:r>
            <a:r>
              <a:rPr lang="it-IT" sz="1200" err="1"/>
              <a:t>lower</a:t>
            </a:r>
            <a:r>
              <a:rPr lang="it-IT" sz="1200"/>
              <a:t> </a:t>
            </a:r>
            <a:r>
              <a:rPr lang="it-IT" sz="1200" err="1"/>
              <a:t>volatility</a:t>
            </a:r>
            <a:r>
              <a:rPr lang="it-IT" sz="120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200" b="1"/>
              <a:t>Industry </a:t>
            </a:r>
            <a:r>
              <a:rPr lang="it-IT" sz="1200" b="1" err="1"/>
              <a:t>momentum</a:t>
            </a:r>
            <a:r>
              <a:rPr lang="it-IT" sz="1200" b="1"/>
              <a:t> </a:t>
            </a:r>
            <a:r>
              <a:rPr lang="it-IT" sz="1200" b="1" err="1"/>
              <a:t>underperforms</a:t>
            </a:r>
            <a:r>
              <a:rPr lang="it-IT" sz="1200" b="1"/>
              <a:t> the S&amp;P 500</a:t>
            </a:r>
            <a:r>
              <a:rPr lang="it-IT" sz="1200"/>
              <a:t>, with </a:t>
            </a:r>
            <a:r>
              <a:rPr lang="it-IT" sz="1200" err="1"/>
              <a:t>substantially</a:t>
            </a:r>
            <a:r>
              <a:rPr lang="it-IT" sz="1200"/>
              <a:t> </a:t>
            </a:r>
            <a:r>
              <a:rPr lang="it-IT" sz="1200" err="1"/>
              <a:t>lower</a:t>
            </a:r>
            <a:r>
              <a:rPr lang="it-IT" sz="1200"/>
              <a:t> cumulative </a:t>
            </a:r>
            <a:r>
              <a:rPr lang="it-IT" sz="1200" err="1"/>
              <a:t>returns</a:t>
            </a:r>
            <a:r>
              <a:rPr lang="it-IT" sz="1200"/>
              <a:t>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200" b="1"/>
              <a:t>US Treasuries </a:t>
            </a:r>
            <a:r>
              <a:rPr lang="it-IT" sz="1200"/>
              <a:t>(IEF) </a:t>
            </a:r>
            <a:r>
              <a:rPr lang="it-IT" sz="1200" err="1"/>
              <a:t>provide</a:t>
            </a:r>
            <a:r>
              <a:rPr lang="it-IT" sz="1200"/>
              <a:t> </a:t>
            </a:r>
            <a:r>
              <a:rPr lang="it-IT" sz="1200" err="1"/>
              <a:t>much</a:t>
            </a:r>
            <a:r>
              <a:rPr lang="it-IT" sz="1200"/>
              <a:t> </a:t>
            </a:r>
            <a:r>
              <a:rPr lang="it-IT" sz="1200" err="1"/>
              <a:t>lower</a:t>
            </a:r>
            <a:r>
              <a:rPr lang="it-IT" sz="1200"/>
              <a:t> long-</a:t>
            </a:r>
            <a:r>
              <a:rPr lang="it-IT" sz="1200" err="1"/>
              <a:t>run</a:t>
            </a:r>
            <a:r>
              <a:rPr lang="it-IT" sz="1200"/>
              <a:t> </a:t>
            </a:r>
            <a:r>
              <a:rPr lang="it-IT" sz="1200" err="1"/>
              <a:t>returns</a:t>
            </a:r>
            <a:r>
              <a:rPr lang="it-IT" sz="1200"/>
              <a:t> </a:t>
            </a:r>
            <a:r>
              <a:rPr lang="it-IT" sz="1200" err="1"/>
              <a:t>but</a:t>
            </a:r>
            <a:r>
              <a:rPr lang="it-IT" sz="1200"/>
              <a:t> </a:t>
            </a:r>
            <a:r>
              <a:rPr lang="it-IT" sz="1200" err="1"/>
              <a:t>remain</a:t>
            </a:r>
            <a:r>
              <a:rPr lang="it-IT" sz="1200"/>
              <a:t> the </a:t>
            </a:r>
            <a:r>
              <a:rPr lang="it-IT" sz="1200" err="1"/>
              <a:t>lowest-volatility</a:t>
            </a:r>
            <a:r>
              <a:rPr lang="it-IT" sz="1200"/>
              <a:t> asset in the </a:t>
            </a:r>
            <a:r>
              <a:rPr lang="it-IT" sz="1200" err="1"/>
              <a:t>comparison</a:t>
            </a:r>
            <a:r>
              <a:rPr lang="it-IT" sz="120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200"/>
              <a:t>Overall, </a:t>
            </a:r>
            <a:r>
              <a:rPr lang="it-IT" sz="1200" err="1"/>
              <a:t>factor</a:t>
            </a:r>
            <a:r>
              <a:rPr lang="it-IT" sz="1200"/>
              <a:t> </a:t>
            </a:r>
            <a:r>
              <a:rPr lang="it-IT" sz="1200" err="1"/>
              <a:t>momentum</a:t>
            </a:r>
            <a:r>
              <a:rPr lang="it-IT" sz="1200"/>
              <a:t> stands out </a:t>
            </a:r>
            <a:r>
              <a:rPr lang="it-IT" sz="1200" err="1"/>
              <a:t>as</a:t>
            </a:r>
            <a:r>
              <a:rPr lang="it-IT" sz="1200"/>
              <a:t> the </a:t>
            </a:r>
            <a:r>
              <a:rPr lang="it-IT" sz="1200" err="1"/>
              <a:t>strongest</a:t>
            </a:r>
            <a:r>
              <a:rPr lang="it-IT" sz="1200"/>
              <a:t> alternative to equities, </a:t>
            </a:r>
            <a:r>
              <a:rPr lang="it-IT" sz="1200" err="1"/>
              <a:t>while</a:t>
            </a:r>
            <a:r>
              <a:rPr lang="it-IT" sz="1200"/>
              <a:t> </a:t>
            </a:r>
            <a:r>
              <a:rPr lang="it-IT" sz="1200" err="1"/>
              <a:t>industry</a:t>
            </a:r>
            <a:r>
              <a:rPr lang="it-IT" sz="1200"/>
              <a:t> </a:t>
            </a:r>
            <a:r>
              <a:rPr lang="it-IT" sz="1200" err="1"/>
              <a:t>momentum</a:t>
            </a:r>
            <a:r>
              <a:rPr lang="it-IT" sz="1200"/>
              <a:t> </a:t>
            </a:r>
            <a:r>
              <a:rPr lang="it-IT" sz="1200" err="1"/>
              <a:t>behaves</a:t>
            </a:r>
            <a:r>
              <a:rPr lang="it-IT" sz="1200"/>
              <a:t> more </a:t>
            </a:r>
            <a:r>
              <a:rPr lang="it-IT" sz="1200" err="1"/>
              <a:t>defensively</a:t>
            </a:r>
            <a:r>
              <a:rPr lang="it-IT" sz="1200"/>
              <a:t> </a:t>
            </a:r>
            <a:r>
              <a:rPr lang="it-IT" sz="1200" err="1"/>
              <a:t>but</a:t>
            </a:r>
            <a:r>
              <a:rPr lang="it-IT" sz="1200"/>
              <a:t> with limited </a:t>
            </a:r>
            <a:r>
              <a:rPr lang="it-IT" sz="1200" err="1"/>
              <a:t>upside</a:t>
            </a:r>
            <a:r>
              <a:rPr lang="it-IT" sz="1200"/>
              <a:t>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F9EB608-2DE2-A022-7A35-7FEB22C8F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6" y="2408133"/>
            <a:ext cx="5392271" cy="298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82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B6BA43D0-210C-6DA3-703C-4C62160B7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6C3E29E-9749-A424-B4CB-1AC983E483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err="1"/>
              <a:t>Factor</a:t>
            </a:r>
            <a:r>
              <a:rPr lang="cs-CZ"/>
              <a:t> </a:t>
            </a:r>
            <a:r>
              <a:rPr lang="cs-CZ" err="1"/>
              <a:t>Correlation</a:t>
            </a:r>
            <a:r>
              <a:rPr lang="cs-CZ"/>
              <a:t> &amp; </a:t>
            </a:r>
            <a:r>
              <a:rPr lang="cs-CZ" err="1"/>
              <a:t>Regression</a:t>
            </a:r>
            <a:r>
              <a:rPr lang="cs-CZ"/>
              <a:t> </a:t>
            </a:r>
            <a:r>
              <a:rPr lang="cs-CZ" err="1"/>
              <a:t>Analysis</a:t>
            </a:r>
            <a:endParaRPr lang="de-A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1EA95C-B423-614F-9B3A-EBF53D6E7C4C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noProof="0">
                <a:solidFill>
                  <a:schemeClr val="bg1"/>
                </a:solidFill>
              </a:rPr>
              <a:t>Factor Correlation Heatmap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84092B-241C-7B63-013C-338F65229163}"/>
              </a:ext>
            </a:extLst>
          </p:cNvPr>
          <p:cNvSpPr/>
          <p:nvPr/>
        </p:nvSpPr>
        <p:spPr>
          <a:xfrm>
            <a:off x="5793257" y="1572255"/>
            <a:ext cx="5856875" cy="46122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/>
                </a:solidFill>
              </a:rPr>
              <a:t>Correlation calculated across </a:t>
            </a:r>
            <a:r>
              <a:rPr lang="en-GB" sz="1200" b="1">
                <a:solidFill>
                  <a:schemeClr val="tx1"/>
                </a:solidFill>
              </a:rPr>
              <a:t>selected JKP factors</a:t>
            </a:r>
            <a:r>
              <a:rPr lang="en-GB" sz="1200">
                <a:solidFill>
                  <a:schemeClr val="tx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20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/>
                </a:solidFill>
              </a:rPr>
              <a:t>We observe clusters of </a:t>
            </a:r>
            <a:r>
              <a:rPr lang="en-GB" sz="1200" b="1">
                <a:solidFill>
                  <a:schemeClr val="tx1"/>
                </a:solidFill>
              </a:rPr>
              <a:t>highly correlated factors </a:t>
            </a:r>
            <a:r>
              <a:rPr lang="en-GB" sz="1200">
                <a:solidFill>
                  <a:schemeClr val="tx1"/>
                </a:solidFill>
              </a:rPr>
              <a:t>(dark green), such as profitability and investment factors, as well as groups with </a:t>
            </a:r>
            <a:r>
              <a:rPr lang="en-GB" sz="1200" b="1">
                <a:solidFill>
                  <a:schemeClr val="tx1"/>
                </a:solidFill>
              </a:rPr>
              <a:t>low or negative correlation </a:t>
            </a:r>
            <a:r>
              <a:rPr lang="en-GB" sz="1200">
                <a:solidFill>
                  <a:schemeClr val="tx1"/>
                </a:solidFill>
              </a:rPr>
              <a:t>(brown). For example, distress and volatility proxies show weak or inverse correlation with profitability/value.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20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solidFill>
                  <a:schemeClr val="tx1"/>
                </a:solidFill>
              </a:rPr>
              <a:t>Size (SMB) and momentum</a:t>
            </a:r>
            <a:r>
              <a:rPr lang="en-GB" sz="1200">
                <a:solidFill>
                  <a:schemeClr val="tx1"/>
                </a:solidFill>
              </a:rPr>
              <a:t>-related factors remain largely orthogonal, reflecting their distinct economic drivers.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20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solidFill>
                  <a:prstClr val="black"/>
                </a:solidFill>
              </a:rPr>
              <a:t>Fundamental factors move together, reinforcing systematic</a:t>
            </a:r>
            <a:r>
              <a:rPr lang="cs-CZ" sz="1200" b="1">
                <a:solidFill>
                  <a:prstClr val="black"/>
                </a:solidFill>
              </a:rPr>
              <a:t> </a:t>
            </a:r>
            <a:r>
              <a:rPr lang="en-GB" sz="1200" b="1">
                <a:solidFill>
                  <a:prstClr val="black"/>
                </a:solidFill>
              </a:rPr>
              <a:t>momentum.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200" b="1">
              <a:solidFill>
                <a:prstClr val="black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>
                <a:solidFill>
                  <a:prstClr val="black"/>
                </a:solidFill>
              </a:rPr>
              <a:t>We then regress each factor on </a:t>
            </a:r>
            <a:r>
              <a:rPr lang="en-GB" sz="1200" b="1">
                <a:solidFill>
                  <a:prstClr val="black"/>
                </a:solidFill>
              </a:rPr>
              <a:t>FF5 + MOM </a:t>
            </a:r>
            <a:r>
              <a:rPr lang="en-GB" sz="1200">
                <a:solidFill>
                  <a:prstClr val="black"/>
                </a:solidFill>
              </a:rPr>
              <a:t>to isolate the subset of statistically significant, non-redundant factors used in the subsequent analysis.</a:t>
            </a:r>
            <a:endParaRPr lang="cs-CZ" sz="1200">
              <a:solidFill>
                <a:prstClr val="black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40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cs-CZ" sz="14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cs-CZ" sz="1400">
              <a:solidFill>
                <a:schemeClr val="tx1"/>
              </a:solidFill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C61B613-B41F-A056-4379-26351781B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0" r="8690"/>
          <a:stretch/>
        </p:blipFill>
        <p:spPr>
          <a:xfrm>
            <a:off x="444332" y="1572255"/>
            <a:ext cx="5306473" cy="4404001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EC0DE19F-6DDD-20BE-E9A3-96C2373F62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187" y="6184490"/>
            <a:ext cx="10277625" cy="46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08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6A95CA4D-A8BD-2AED-7A88-30C6660BA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882324C-1ABA-268F-D784-3A163E1B68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Selected factor performance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480C54-16DB-D10F-F796-DEB8557C24B3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>
                <a:solidFill>
                  <a:schemeClr val="bg1"/>
                </a:solidFill>
              </a:rPr>
              <a:t>Selected factors vs. all</a:t>
            </a:r>
            <a:endParaRPr lang="en-US" sz="1800" b="1" noProof="0">
              <a:solidFill>
                <a:schemeClr val="bg1"/>
              </a:solidFill>
            </a:endParaRPr>
          </a:p>
        </p:txBody>
      </p:sp>
      <p:pic>
        <p:nvPicPr>
          <p:cNvPr id="3" name="Immagine 2" descr="Immagine che contiene testo,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BAD642CA-12D1-5404-7528-AA9656603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86" y="1748308"/>
            <a:ext cx="7167395" cy="447874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034248AF-7553-DC12-3EA9-3702CD6AC8D7}"/>
              </a:ext>
            </a:extLst>
          </p:cNvPr>
          <p:cNvSpPr txBox="1"/>
          <p:nvPr/>
        </p:nvSpPr>
        <p:spPr>
          <a:xfrm>
            <a:off x="7659445" y="1877551"/>
            <a:ext cx="3990687" cy="3935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We selected </a:t>
            </a:r>
            <a:r>
              <a:rPr lang="en-US" sz="1200" b="1"/>
              <a:t>11 factors </a:t>
            </a:r>
            <a:r>
              <a:rPr lang="en-US" sz="1200"/>
              <a:t>based on: 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Statistically significant alpha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Thematic Uniqueness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and inclusion of the original FF5 factors.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/>
              <a:t>The selected factor portfolio underperforms </a:t>
            </a:r>
            <a:r>
              <a:rPr lang="en-US" sz="1200"/>
              <a:t>both the full factor set and the excluded factors over the full sample.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Its </a:t>
            </a:r>
            <a:r>
              <a:rPr lang="en-US" sz="1200" b="1"/>
              <a:t>performance flattens after 2000</a:t>
            </a:r>
            <a:r>
              <a:rPr lang="en-US" sz="1200"/>
              <a:t>, reducing its attractiveness from an investor perspective.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Given these results, we proceed with the </a:t>
            </a:r>
            <a:r>
              <a:rPr lang="en-US" sz="1200" b="1"/>
              <a:t>full factor set </a:t>
            </a:r>
            <a:r>
              <a:rPr lang="en-US" sz="1200"/>
              <a:t>in the rest of the analysis.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019480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58ABACF3-9767-CE28-0988-BDEB60F90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228571-EFB7-7472-6461-2C10765AE1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Clustering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B4EA86-8FF9-1D6F-4486-B057E4659E22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>
                <a:solidFill>
                  <a:schemeClr val="bg1"/>
                </a:solidFill>
              </a:rPr>
              <a:t>Evenly Split Clusters</a:t>
            </a:r>
            <a:endParaRPr lang="en-US" sz="1800" b="1" noProof="0">
              <a:solidFill>
                <a:schemeClr val="bg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1B16DE9-4A1F-2E3E-02AA-5CD35E94C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841147"/>
              </p:ext>
            </p:extLst>
          </p:nvPr>
        </p:nvGraphicFramePr>
        <p:xfrm>
          <a:off x="391886" y="1477318"/>
          <a:ext cx="6934200" cy="5284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4617">
                  <a:extLst>
                    <a:ext uri="{9D8B030D-6E8A-4147-A177-3AD203B41FA5}">
                      <a16:colId xmlns:a16="http://schemas.microsoft.com/office/drawing/2014/main" val="2926321736"/>
                    </a:ext>
                  </a:extLst>
                </a:gridCol>
                <a:gridCol w="3699583">
                  <a:extLst>
                    <a:ext uri="{9D8B030D-6E8A-4147-A177-3AD203B41FA5}">
                      <a16:colId xmlns:a16="http://schemas.microsoft.com/office/drawing/2014/main" val="4184204904"/>
                    </a:ext>
                  </a:extLst>
                </a:gridCol>
              </a:tblGrid>
              <a:tr h="287908">
                <a:tc>
                  <a:txBody>
                    <a:bodyPr/>
                    <a:lstStyle/>
                    <a:p>
                      <a:r>
                        <a:rPr lang="en-US" sz="1600"/>
                        <a:t>Cluster Theme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Factors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981020"/>
                  </a:ext>
                </a:extLst>
              </a:tr>
              <a:tr h="7196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050" b="1"/>
                        <a:t>Financing Activity &amp; Low-Risk Quality</a:t>
                      </a:r>
                      <a:endParaRPr lang="en-IE" sz="1050"/>
                    </a:p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050" err="1"/>
                        <a:t>One_Year_Share_Issuance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Total_External_Financing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Profit_Margin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Residual_Variance_RVAR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Firm_Age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Low_Beta_BAB</a:t>
                      </a:r>
                      <a:endParaRPr lang="en-IE" sz="1050"/>
                    </a:p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306154"/>
                  </a:ext>
                </a:extLst>
              </a:tr>
              <a:tr h="7815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050" b="1"/>
                        <a:t>Quality vs Aggressive Growth &amp; Leverage</a:t>
                      </a:r>
                      <a:endParaRPr lang="en-IE" sz="1050"/>
                    </a:p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050" err="1"/>
                        <a:t>Piotroski_F_Score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Growth_in_Inventory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CAPX_Growth_Rate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Asset_Growth_CMA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Sales_Growth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Leverage_Factor</a:t>
                      </a:r>
                      <a:endParaRPr lang="en-IE" sz="1050"/>
                    </a:p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649412"/>
                  </a:ext>
                </a:extLst>
              </a:tr>
              <a:tr h="7815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050" b="1"/>
                        <a:t>Value &amp; Distress Valuation</a:t>
                      </a:r>
                      <a:endParaRPr lang="en-IE" sz="1050"/>
                    </a:p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050" err="1"/>
                        <a:t>Altman_Z_Score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Book_to_Market_HML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Sales_to_Price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Cash_Flow_to_Price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Earnings_to_Price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Enterprise_Multiple</a:t>
                      </a:r>
                      <a:endParaRPr lang="en-IE" sz="1050"/>
                    </a:p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718"/>
                  </a:ext>
                </a:extLst>
              </a:tr>
              <a:tr h="8857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050" b="1"/>
                        <a:t>Size, Liquidity &amp; Junk vs Quality</a:t>
                      </a:r>
                      <a:endParaRPr lang="en-IE" sz="1050"/>
                    </a:p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050" err="1"/>
                        <a:t>High_Volume_Premium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Size_SMB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Amihud_Illiquidity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Long_Term_Reversals_LTREV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Quality_Minus_Junk_QMJ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Nominal_Price</a:t>
                      </a:r>
                      <a:endParaRPr lang="en-IE" sz="1050"/>
                    </a:p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068681"/>
                  </a:ext>
                </a:extLst>
              </a:tr>
              <a:tr h="8771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050" b="1"/>
                        <a:t>Profitability &amp; Investment / Working-Capital Policies</a:t>
                      </a:r>
                      <a:endParaRPr lang="en-IE" sz="1050"/>
                    </a:p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050" err="1"/>
                        <a:t>Growth_in_Sales_Inventory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Net_Operating_Assets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Abnormal_Investment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Operating_Profitability_RMW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Return_on_Equity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Return_on_Assets</a:t>
                      </a:r>
                      <a:endParaRPr lang="en-IE" sz="1050"/>
                    </a:p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450529"/>
                  </a:ext>
                </a:extLst>
              </a:tr>
              <a:tr h="8857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050"/>
                        <a:t> </a:t>
                      </a:r>
                      <a:r>
                        <a:rPr lang="en-IE" sz="1050" b="1"/>
                        <a:t>Distress, Accruals &amp; Operating Efficiency</a:t>
                      </a:r>
                      <a:endParaRPr lang="en-IE" sz="1050"/>
                    </a:p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050" err="1"/>
                        <a:t>Ohlson_O_Score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Accruals_Factor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Net_Working_Capital_Changes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Debt_Issuance_Factor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Gross_Profitability</a:t>
                      </a:r>
                      <a:r>
                        <a:rPr lang="en-IE" sz="1050"/>
                        <a:t>; </a:t>
                      </a:r>
                      <a:r>
                        <a:rPr lang="en-IE" sz="1050" err="1"/>
                        <a:t>Change_in_Asset_Turnover</a:t>
                      </a:r>
                      <a:endParaRPr lang="en-IE" sz="1050"/>
                    </a:p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3078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0F6A583-8BF1-FD8E-B673-948DF0F4B1F0}"/>
              </a:ext>
            </a:extLst>
          </p:cNvPr>
          <p:cNvSpPr txBox="1"/>
          <p:nvPr/>
        </p:nvSpPr>
        <p:spPr>
          <a:xfrm>
            <a:off x="7326086" y="1748308"/>
            <a:ext cx="4680858" cy="25853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200"/>
              <a:t>We cluster factors based on 1 − |⍴|, so that factors whose returns move together end up in the same cluster, while factors that are largely unrelated are separated into different clusters.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200"/>
              <a:t>Then, instead of letting the algorithm create uneven groups, we force an even split by slicing the ordered dendrogram into 6 consecutive blocks of equal size (6 factors per cluster).</a:t>
            </a:r>
          </a:p>
          <a:p>
            <a:endParaRPr lang="en-IE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sz="1200"/>
              <a:t>Within each cluster, we again use an even split: top 1/3 of factors long, bottom 1/3 short, middle 1/3 neutral.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989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BF3990-35D6-3FB3-C025-ED4C0B7F9B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Clustering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2C3B61-48B4-F543-1D3F-0C7B3A02F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79" y="751114"/>
            <a:ext cx="10533642" cy="535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016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378BE45-3D2A-7879-D9A9-212F28BA2E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Clustering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C9795B-2FEF-4362-B90A-FE0B62A0C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71" y="828800"/>
            <a:ext cx="10638609" cy="540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205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017CB84E-9EEE-01A6-D993-7D9D58BC6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F4111C-E2DE-4A1C-3B1C-1FC10AFECF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/>
              <a:t>Long/Short Performance &amp; Robustness Checks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28CA53-AA48-A242-FD2B-EE97628FEFDC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err="1">
                <a:solidFill>
                  <a:schemeClr val="bg1"/>
                </a:solidFill>
              </a:rPr>
              <a:t>Lagging</a:t>
            </a:r>
            <a:endParaRPr lang="en-GB" sz="1800" b="1" noProof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3046A7-4A8C-602F-7E18-28B733CEB611}"/>
              </a:ext>
            </a:extLst>
          </p:cNvPr>
          <p:cNvSpPr/>
          <p:nvPr/>
        </p:nvSpPr>
        <p:spPr>
          <a:xfrm>
            <a:off x="391886" y="1748308"/>
            <a:ext cx="11258246" cy="34523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hu-HU" sz="140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D19504-4158-0EAC-71ED-4E1D2C2A2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170" y="1458048"/>
            <a:ext cx="7655659" cy="4503327"/>
          </a:xfrm>
          <a:prstGeom prst="rect">
            <a:avLst/>
          </a:prstGeom>
        </p:spPr>
      </p:pic>
      <p:sp>
        <p:nvSpPr>
          <p:cNvPr id="6" name="Rectangle 10">
            <a:extLst>
              <a:ext uri="{FF2B5EF4-FFF2-40B4-BE49-F238E27FC236}">
                <a16:creationId xmlns:a16="http://schemas.microsoft.com/office/drawing/2014/main" id="{2947C342-AF08-B533-D3E5-CB5C266324FF}"/>
              </a:ext>
            </a:extLst>
          </p:cNvPr>
          <p:cNvSpPr/>
          <p:nvPr/>
        </p:nvSpPr>
        <p:spPr>
          <a:xfrm>
            <a:off x="391886" y="6085726"/>
            <a:ext cx="11414051" cy="6339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Once </a:t>
            </a:r>
            <a:r>
              <a:rPr lang="it-IT" err="1"/>
              <a:t>we</a:t>
            </a:r>
            <a:r>
              <a:rPr lang="it-IT"/>
              <a:t> lag 1 </a:t>
            </a:r>
            <a:r>
              <a:rPr lang="it-IT" err="1"/>
              <a:t>month</a:t>
            </a:r>
            <a:r>
              <a:rPr lang="it-IT"/>
              <a:t> the </a:t>
            </a:r>
            <a:r>
              <a:rPr lang="it-IT" err="1"/>
              <a:t>outperformance</a:t>
            </a:r>
            <a:r>
              <a:rPr lang="it-IT"/>
              <a:t> of the </a:t>
            </a:r>
            <a:r>
              <a:rPr lang="it-IT" err="1"/>
              <a:t>factor</a:t>
            </a:r>
            <a:r>
              <a:rPr lang="it-IT"/>
              <a:t> </a:t>
            </a:r>
            <a:r>
              <a:rPr lang="it-IT" err="1"/>
              <a:t>momentum</a:t>
            </a:r>
            <a:r>
              <a:rPr lang="it-IT"/>
              <a:t> strategy </a:t>
            </a:r>
            <a:r>
              <a:rPr lang="it-IT" err="1"/>
              <a:t>disappears</a:t>
            </a:r>
            <a:r>
              <a:rPr lang="it-IT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37423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23B04307-EB60-13A5-664E-A740DA054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329562D-CF38-6254-228D-29B0C7BA2E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Deeper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2DC770-8891-98BC-C462-FA288F1A4195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>
                <a:solidFill>
                  <a:schemeClr val="bg1"/>
                </a:solidFill>
              </a:rPr>
              <a:t>R Shiny App</a:t>
            </a:r>
            <a:endParaRPr lang="en-US" sz="1800" b="1" noProof="0">
              <a:solidFill>
                <a:schemeClr val="bg1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10E0825-B69E-17F3-FD76-E0F4DF794A1A}"/>
              </a:ext>
            </a:extLst>
          </p:cNvPr>
          <p:cNvSpPr txBox="1"/>
          <p:nvPr/>
        </p:nvSpPr>
        <p:spPr>
          <a:xfrm>
            <a:off x="391887" y="1748308"/>
            <a:ext cx="3195375" cy="2683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More interactively what we did: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1400">
                <a:hlinkClick r:id="rId3"/>
              </a:rPr>
              <a:t>https://huggingface.co/spaces/farkastallos/Ilab_Factor_Momentum</a:t>
            </a:r>
            <a:endParaRPr lang="hu-HU" sz="1400"/>
          </a:p>
          <a:p>
            <a:endParaRPr lang="hu-HU" sz="1400"/>
          </a:p>
          <a:p>
            <a:endParaRPr lang="hu-HU" sz="1400"/>
          </a:p>
          <a:p>
            <a:r>
              <a:rPr lang="hu-HU" sz="1400" err="1"/>
              <a:t>Credentials</a:t>
            </a:r>
            <a:r>
              <a:rPr lang="hu-HU" sz="140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err="1"/>
              <a:t>User</a:t>
            </a:r>
            <a:r>
              <a:rPr lang="hu-HU" sz="1400"/>
              <a:t>: </a:t>
            </a:r>
            <a:r>
              <a:rPr lang="hu-HU" sz="1400" err="1"/>
              <a:t>Ilab_member</a:t>
            </a:r>
            <a:endParaRPr lang="hu-HU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err="1"/>
              <a:t>Password</a:t>
            </a:r>
            <a:r>
              <a:rPr lang="hu-HU" sz="1400"/>
              <a:t>: Ilab_member_12_1</a:t>
            </a:r>
            <a:endParaRPr lang="en-US" sz="14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F897D6-666E-4719-822F-8A527478E1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9375" y="1832436"/>
            <a:ext cx="7728174" cy="386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385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539072B2-8E2A-7FCF-0ECC-2739B688F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F2BB79-8BE7-0344-D281-EA772CAD31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Deeper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56EEB1-2A72-00A5-4EFE-E292BC220EAD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>
                <a:solidFill>
                  <a:schemeClr val="bg1"/>
                </a:solidFill>
              </a:rPr>
              <a:t>Structural Decay in the Performance Post-2000 </a:t>
            </a:r>
          </a:p>
          <a:p>
            <a:pPr algn="ctr"/>
            <a:r>
              <a:rPr lang="en-US" b="1">
                <a:solidFill>
                  <a:schemeClr val="bg1"/>
                </a:solidFill>
              </a:rPr>
              <a:t>M</a:t>
            </a:r>
            <a:r>
              <a:rPr lang="en-US" b="1" noProof="0" err="1">
                <a:solidFill>
                  <a:schemeClr val="bg1"/>
                </a:solidFill>
              </a:rPr>
              <a:t>otivates</a:t>
            </a:r>
            <a:r>
              <a:rPr lang="en-US" b="1" noProof="0">
                <a:solidFill>
                  <a:schemeClr val="bg1"/>
                </a:solidFill>
              </a:rPr>
              <a:t> for Optimalization to Exploit the Strategy’s Benefits Today </a:t>
            </a:r>
            <a:endParaRPr lang="en-US" sz="1800" b="1" noProof="0">
              <a:solidFill>
                <a:schemeClr val="bg1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3318758-0891-565F-3E33-D930D94BFF6F}"/>
              </a:ext>
            </a:extLst>
          </p:cNvPr>
          <p:cNvSpPr txBox="1"/>
          <p:nvPr/>
        </p:nvSpPr>
        <p:spPr>
          <a:xfrm>
            <a:off x="391884" y="5392660"/>
            <a:ext cx="11408229" cy="697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400" b="1"/>
              <a:t>Why Alpha Has Decayed Post-2000: </a:t>
            </a:r>
            <a:r>
              <a:rPr lang="en-GB" sz="1400"/>
              <a:t>Structural alpha decay in the modern era (from SR=1.09 to 0.33) is probably driven by increased market efficiency and the crowding of factor strategies following widespread academic publication</a:t>
            </a:r>
            <a:endParaRPr lang="en-US" sz="11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0DDE79-2C8E-9421-5278-700B3207E0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1886" y="1409354"/>
            <a:ext cx="5770417" cy="40392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7F5C1E-FF13-4B07-4783-FDCEF3285F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2304" y="1398203"/>
            <a:ext cx="5770417" cy="4039292"/>
          </a:xfrm>
          <a:prstGeom prst="rect">
            <a:avLst/>
          </a:prstGeom>
        </p:spPr>
      </p:pic>
      <p:sp>
        <p:nvSpPr>
          <p:cNvPr id="13" name="Rectangle 10">
            <a:extLst>
              <a:ext uri="{FF2B5EF4-FFF2-40B4-BE49-F238E27FC236}">
                <a16:creationId xmlns:a16="http://schemas.microsoft.com/office/drawing/2014/main" id="{C722B416-7373-8FFF-CD3D-5D55E096E04E}"/>
              </a:ext>
            </a:extLst>
          </p:cNvPr>
          <p:cNvSpPr/>
          <p:nvPr/>
        </p:nvSpPr>
        <p:spPr>
          <a:xfrm>
            <a:off x="391886" y="6092176"/>
            <a:ext cx="11414051" cy="4604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To restore </a:t>
            </a:r>
            <a:r>
              <a:rPr lang="en-GB" sz="1400" err="1"/>
              <a:t>investability</a:t>
            </a:r>
            <a:r>
              <a:rPr lang="en-GB" sz="1400"/>
              <a:t>, in Phase 2 we must pivot to a cost-efficient, long-only implementation that leverages the strategy's proven negative correlation during market stress as a reliable tail-risk hedge (7.2%  COVID; +2.8% GFC)</a:t>
            </a:r>
            <a:endParaRPr lang="it-IT" sz="1400"/>
          </a:p>
        </p:txBody>
      </p:sp>
    </p:spTree>
    <p:extLst>
      <p:ext uri="{BB962C8B-B14F-4D97-AF65-F5344CB8AC3E}">
        <p14:creationId xmlns:p14="http://schemas.microsoft.com/office/powerpoint/2010/main" val="3989720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9650A0C3-2E2B-334F-BB92-D865898B2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EA9C805-82FE-B6B6-AA80-0B619F5CDE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Deeper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5F596E-18A1-7126-CECD-2F49AA0A77B1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>
                <a:solidFill>
                  <a:schemeClr val="bg1"/>
                </a:solidFill>
              </a:rPr>
              <a:t>Structural Decay in the Performance Post-2000 </a:t>
            </a:r>
          </a:p>
          <a:p>
            <a:pPr algn="ctr"/>
            <a:r>
              <a:rPr lang="en-US" b="1">
                <a:solidFill>
                  <a:schemeClr val="bg1"/>
                </a:solidFill>
              </a:rPr>
              <a:t>M</a:t>
            </a:r>
            <a:r>
              <a:rPr lang="en-US" b="1" noProof="0" err="1">
                <a:solidFill>
                  <a:schemeClr val="bg1"/>
                </a:solidFill>
              </a:rPr>
              <a:t>otivates</a:t>
            </a:r>
            <a:r>
              <a:rPr lang="en-US" b="1" noProof="0">
                <a:solidFill>
                  <a:schemeClr val="bg1"/>
                </a:solidFill>
              </a:rPr>
              <a:t> for Optimalization to Exploit the Strategy’s Benefits Today </a:t>
            </a:r>
            <a:endParaRPr lang="en-US" sz="1800" b="1" noProof="0">
              <a:solidFill>
                <a:schemeClr val="bg1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79272D4-B098-EFAE-1E61-8D98F7D3E7D0}"/>
              </a:ext>
            </a:extLst>
          </p:cNvPr>
          <p:cNvSpPr txBox="1"/>
          <p:nvPr/>
        </p:nvSpPr>
        <p:spPr>
          <a:xfrm>
            <a:off x="391884" y="5392660"/>
            <a:ext cx="11408229" cy="697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400" b="1"/>
              <a:t>Why Alpha Has Decayed Post-2000: </a:t>
            </a:r>
            <a:r>
              <a:rPr lang="en-GB" sz="1400"/>
              <a:t>Structural alpha decay in the modern era (from SR=1.09 to 0.33) is probably driven by increased market efficiency and the crowding of factor strategies following widespread academic publication</a:t>
            </a:r>
            <a:endParaRPr lang="en-US" sz="1100"/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215943A4-4B34-B5CF-0FF5-F92584C49B9D}"/>
              </a:ext>
            </a:extLst>
          </p:cNvPr>
          <p:cNvSpPr/>
          <p:nvPr/>
        </p:nvSpPr>
        <p:spPr>
          <a:xfrm>
            <a:off x="391886" y="6092176"/>
            <a:ext cx="11414051" cy="4604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To restore </a:t>
            </a:r>
            <a:r>
              <a:rPr lang="en-GB" sz="1400" err="1"/>
              <a:t>investability</a:t>
            </a:r>
            <a:r>
              <a:rPr lang="en-GB" sz="1400"/>
              <a:t>, in Phase 2 we must pivot to a cost-efficient, long-only implementation that leverages the strategy's proven negative correlation during market stress as a reliable tail-risk hedge (7.2%  COVID; +2.8% GFC)</a:t>
            </a:r>
            <a:endParaRPr lang="it-IT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62B1FA-EFC8-FC9F-20D0-46A01D41E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663" y="1489826"/>
            <a:ext cx="8170674" cy="390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829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695BC602-0E6C-D691-DF70-EE61364B8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2BDB3D-55A9-E654-3540-619F5CF53F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Deeper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CBFE80-10BD-AA69-05E0-6D1AA86BC8CF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/>
              <a:t>Portfolio Impact: Factor Momentum Acts more as a Volatility Dampener</a:t>
            </a:r>
            <a:endParaRPr lang="en-US" sz="1800" b="1" noProof="0">
              <a:solidFill>
                <a:schemeClr val="bg1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0AD875C-B5FC-60AE-9712-533F1F40BF02}"/>
              </a:ext>
            </a:extLst>
          </p:cNvPr>
          <p:cNvSpPr txBox="1"/>
          <p:nvPr/>
        </p:nvSpPr>
        <p:spPr>
          <a:xfrm>
            <a:off x="7133752" y="2446066"/>
            <a:ext cx="4516379" cy="1990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1400"/>
              <a:t>The efficient frontier reveals that portfolios with high allocations to Factor Momentum (blue points) cluster in the lower-volatility region, sacrificing the raw upside of a pure equity portfolio (red points) to achieve a significantly more stable risk profile.</a:t>
            </a:r>
            <a:endParaRPr lang="en-US" sz="1100"/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E3D8BE39-C1EB-7AD2-8750-D7CA3519AFB8}"/>
              </a:ext>
            </a:extLst>
          </p:cNvPr>
          <p:cNvSpPr/>
          <p:nvPr/>
        </p:nvSpPr>
        <p:spPr>
          <a:xfrm>
            <a:off x="391886" y="6092176"/>
            <a:ext cx="11414051" cy="4604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To restore </a:t>
            </a:r>
            <a:r>
              <a:rPr lang="en-GB" sz="1400" err="1"/>
              <a:t>investability</a:t>
            </a:r>
            <a:r>
              <a:rPr lang="en-GB" sz="1400"/>
              <a:t>, in Phase 2 we must pivot to a cost-efficient, long-only implementation that leverages the strategy's proven negative correlation during market stress as a reliable tail-risk hedge (7.2%  COVID; +2.8% GFC)</a:t>
            </a:r>
            <a:endParaRPr lang="it-IT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A40CCB-41BE-9344-948E-E9597A3EA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060" y="1490738"/>
            <a:ext cx="6747692" cy="390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41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A9E68D63-5763-B564-32C7-2797F6255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100A2E-E452-ED46-9B06-FDE6928921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Deeper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0059C4-6C32-AB89-C80E-F9F64BC4AEE9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/>
              <a:t>Systematic Validation: Top 5 Principal Components Drive the Strategy</a:t>
            </a:r>
            <a:endParaRPr lang="en-US" sz="1800" b="1" noProof="0">
              <a:solidFill>
                <a:schemeClr val="bg1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5C6C69F-E89D-02CD-EAAC-34D55C08C78F}"/>
              </a:ext>
            </a:extLst>
          </p:cNvPr>
          <p:cNvSpPr txBox="1"/>
          <p:nvPr/>
        </p:nvSpPr>
        <p:spPr>
          <a:xfrm>
            <a:off x="7437264" y="1435427"/>
            <a:ext cx="42128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/>
              <a:t>PCA Decomposition: </a:t>
            </a:r>
            <a:r>
              <a:rPr lang="en-GB" sz="1400"/>
              <a:t>We performed a Principal Component Analysis (PCA) on the entire universe of 36 factors to separate signal from noise.</a:t>
            </a:r>
          </a:p>
          <a:p>
            <a:endParaRPr lang="en-GB" sz="1400"/>
          </a:p>
          <a:p>
            <a:r>
              <a:rPr lang="en-GB" sz="1400" b="1"/>
              <a:t>Result:</a:t>
            </a:r>
            <a:r>
              <a:rPr lang="en-GB" sz="1400"/>
              <a:t> The </a:t>
            </a:r>
            <a:r>
              <a:rPr lang="en-GB" sz="1400" b="1"/>
              <a:t>Top 5 Principal Components</a:t>
            </a:r>
            <a:r>
              <a:rPr lang="en-GB" sz="1400"/>
              <a:t> alone explain </a:t>
            </a:r>
            <a:r>
              <a:rPr lang="en-GB" sz="1400" b="1"/>
              <a:t>&gt;80%</a:t>
            </a:r>
            <a:r>
              <a:rPr lang="en-GB" sz="1400"/>
              <a:t> of the total variance in the factor dataset. The remaining 31 dimensions are largely idiosyncratic noise that do not drive the trend according to the PCA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A96330-6297-E2A0-B035-A22EAAC15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1886" y="1435427"/>
            <a:ext cx="7041659" cy="43147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771BF3-FEB7-7D92-8F27-19ADA68620D2}"/>
              </a:ext>
            </a:extLst>
          </p:cNvPr>
          <p:cNvSpPr txBox="1"/>
          <p:nvPr/>
        </p:nvSpPr>
        <p:spPr>
          <a:xfrm>
            <a:off x="7437264" y="3682196"/>
            <a:ext cx="421286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/>
              <a:t>Systematic Dominance:</a:t>
            </a:r>
            <a:r>
              <a:rPr lang="en-GB" sz="1400"/>
              <a:t> The simple 5-factor PCA strategy explains </a:t>
            </a:r>
            <a:r>
              <a:rPr lang="en-GB" sz="1400" b="1"/>
              <a:t>53%</a:t>
            </a:r>
            <a:r>
              <a:rPr lang="en-GB" sz="1400"/>
              <a:t> of the variation (R2) in the complex 36-factor strategy returns, confirming the signal is driven by systematic risk.</a:t>
            </a:r>
          </a:p>
          <a:p>
            <a:r>
              <a:rPr lang="en-GB" sz="1400" b="1"/>
              <a:t>High Beta:</a:t>
            </a:r>
            <a:r>
              <a:rPr lang="en-GB" sz="1400"/>
              <a:t> The regression reveals a high beta of </a:t>
            </a:r>
            <a:r>
              <a:rPr lang="en-GB" sz="1400" b="1"/>
              <a:t>0.77</a:t>
            </a:r>
            <a:r>
              <a:rPr lang="en-GB" sz="1400"/>
              <a:t> (t-stat: 25.2) with marginally significant alpha. This suggests the "All Factor" strategy is essentially a leveraged bet on these systematic drivers.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DFE3ADA7-4A14-4D04-E846-98B5962DEF5D}"/>
              </a:ext>
            </a:extLst>
          </p:cNvPr>
          <p:cNvSpPr/>
          <p:nvPr/>
        </p:nvSpPr>
        <p:spPr>
          <a:xfrm>
            <a:off x="391886" y="6092176"/>
            <a:ext cx="11258247" cy="4604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Because the Systematic Core (Top 5 PCs) tracks the full strategy so closely, we can focus in Phase 2 only on liquid, major factors, effectively bypassing the limitations of our earlier factor selection process.</a:t>
            </a:r>
          </a:p>
        </p:txBody>
      </p:sp>
    </p:spTree>
    <p:extLst>
      <p:ext uri="{BB962C8B-B14F-4D97-AF65-F5344CB8AC3E}">
        <p14:creationId xmlns:p14="http://schemas.microsoft.com/office/powerpoint/2010/main" val="793516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34E69C6B-CF46-8D3D-8F30-B85345F92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377CD60-4F28-68DE-B3AD-E6F97D02A6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/>
              <a:t>Daily Data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E4F77A-9416-A67E-0939-3EDAD70EF20A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err="1">
                <a:solidFill>
                  <a:schemeClr val="bg1"/>
                </a:solidFill>
              </a:rPr>
              <a:t>Switching</a:t>
            </a:r>
            <a:r>
              <a:rPr lang="cs-CZ" b="1">
                <a:solidFill>
                  <a:schemeClr val="bg1"/>
                </a:solidFill>
              </a:rPr>
              <a:t> to </a:t>
            </a:r>
            <a:r>
              <a:rPr lang="cs-CZ" b="1" err="1">
                <a:solidFill>
                  <a:schemeClr val="bg1"/>
                </a:solidFill>
              </a:rPr>
              <a:t>Daily</a:t>
            </a:r>
            <a:r>
              <a:rPr lang="cs-CZ" b="1">
                <a:solidFill>
                  <a:schemeClr val="bg1"/>
                </a:solidFill>
              </a:rPr>
              <a:t> Data – </a:t>
            </a:r>
            <a:r>
              <a:rPr lang="cs-CZ" b="1" err="1">
                <a:solidFill>
                  <a:schemeClr val="bg1"/>
                </a:solidFill>
              </a:rPr>
              <a:t>Closer</a:t>
            </a:r>
            <a:r>
              <a:rPr lang="cs-CZ" b="1">
                <a:solidFill>
                  <a:schemeClr val="bg1"/>
                </a:solidFill>
              </a:rPr>
              <a:t> to Real-</a:t>
            </a:r>
            <a:r>
              <a:rPr lang="cs-CZ" b="1" err="1">
                <a:solidFill>
                  <a:schemeClr val="bg1"/>
                </a:solidFill>
              </a:rPr>
              <a:t>life</a:t>
            </a:r>
            <a:r>
              <a:rPr lang="cs-CZ" b="1">
                <a:solidFill>
                  <a:schemeClr val="bg1"/>
                </a:solidFill>
              </a:rPr>
              <a:t> </a:t>
            </a:r>
            <a:r>
              <a:rPr lang="cs-CZ" b="1" err="1">
                <a:solidFill>
                  <a:schemeClr val="bg1"/>
                </a:solidFill>
              </a:rPr>
              <a:t>implementation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07D50A-2561-8567-655F-AF9418AD496A}"/>
              </a:ext>
            </a:extLst>
          </p:cNvPr>
          <p:cNvSpPr/>
          <p:nvPr/>
        </p:nvSpPr>
        <p:spPr>
          <a:xfrm>
            <a:off x="391886" y="1570007"/>
            <a:ext cx="11258246" cy="49975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1400">
                <a:solidFill>
                  <a:schemeClr val="tx1"/>
                </a:solidFill>
              </a:rPr>
              <a:t>We tried to switch to daily data to mimic real-life implementation of the Investment Strategy.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1400">
                <a:solidFill>
                  <a:schemeClr val="tx1"/>
                </a:solidFill>
              </a:rPr>
              <a:t>Replication - daily data: instead of investing at EoM close prices, invest at 1st day of the following month closing prices.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u-HU" sz="140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9993D0-F183-DDFD-0DDD-6681E3A31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5027" y="2409647"/>
            <a:ext cx="7798107" cy="425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337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D569F101-7762-D4CC-7D5E-D47C1025D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D29C4B0-C894-0E7B-6891-6BB884FB6C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/>
              <a:t>Conclusion &amp; Investment Summary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4FCF40-32D8-F159-53DC-D3572FB9AD99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err="1">
                <a:solidFill>
                  <a:schemeClr val="bg1"/>
                </a:solidFill>
              </a:rPr>
              <a:t>Strategy</a:t>
            </a:r>
            <a:r>
              <a:rPr lang="cs-CZ" b="1">
                <a:solidFill>
                  <a:schemeClr val="bg1"/>
                </a:solidFill>
              </a:rPr>
              <a:t> </a:t>
            </a:r>
            <a:r>
              <a:rPr lang="cs-CZ" b="1" err="1">
                <a:solidFill>
                  <a:schemeClr val="bg1"/>
                </a:solidFill>
              </a:rPr>
              <a:t>Conclusion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70DB3408-61EE-801B-0A19-E44E8F145B2D}"/>
              </a:ext>
            </a:extLst>
          </p:cNvPr>
          <p:cNvSpPr/>
          <p:nvPr/>
        </p:nvSpPr>
        <p:spPr>
          <a:xfrm>
            <a:off x="391885" y="1685856"/>
            <a:ext cx="5629122" cy="41340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cs-CZ" sz="1400" b="1" u="sng">
                <a:solidFill>
                  <a:schemeClr val="tx1"/>
                </a:solidFill>
              </a:rPr>
              <a:t>Pros: </a:t>
            </a:r>
            <a:r>
              <a:rPr lang="cs-CZ" sz="1400" b="1" u="sng" err="1">
                <a:solidFill>
                  <a:schemeClr val="tx1"/>
                </a:solidFill>
              </a:rPr>
              <a:t>Diversification</a:t>
            </a:r>
            <a:r>
              <a:rPr lang="cs-CZ" sz="1400" b="1" u="sng">
                <a:solidFill>
                  <a:schemeClr val="tx1"/>
                </a:solidFill>
              </a:rPr>
              <a:t> &amp; </a:t>
            </a:r>
            <a:r>
              <a:rPr lang="cs-CZ" sz="1400" b="1" u="sng" err="1">
                <a:solidFill>
                  <a:schemeClr val="tx1"/>
                </a:solidFill>
              </a:rPr>
              <a:t>Crisis</a:t>
            </a:r>
            <a:r>
              <a:rPr lang="cs-CZ" sz="1400" b="1" u="sng">
                <a:solidFill>
                  <a:schemeClr val="tx1"/>
                </a:solidFill>
              </a:rPr>
              <a:t> </a:t>
            </a:r>
            <a:r>
              <a:rPr lang="cs-CZ" sz="1400" b="1" u="sng" err="1">
                <a:solidFill>
                  <a:schemeClr val="tx1"/>
                </a:solidFill>
              </a:rPr>
              <a:t>Resilience</a:t>
            </a:r>
            <a:endParaRPr lang="en-US" sz="1400" b="1" u="sng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solidFill>
                  <a:schemeClr val="tx1"/>
                </a:solidFill>
              </a:rPr>
              <a:t>Tail-Risk Hedge:</a:t>
            </a:r>
            <a:r>
              <a:rPr lang="en-GB" sz="1200">
                <a:solidFill>
                  <a:schemeClr val="tx1"/>
                </a:solidFill>
              </a:rPr>
              <a:t> </a:t>
            </a:r>
            <a:r>
              <a:rPr lang="cs-CZ" sz="1200" err="1">
                <a:solidFill>
                  <a:schemeClr val="tx1"/>
                </a:solidFill>
              </a:rPr>
              <a:t>Neg</a:t>
            </a:r>
            <a:r>
              <a:rPr lang="cs-CZ" sz="1200">
                <a:solidFill>
                  <a:schemeClr val="tx1"/>
                </a:solidFill>
              </a:rPr>
              <a:t>.</a:t>
            </a:r>
            <a:r>
              <a:rPr lang="en-GB" sz="1200">
                <a:solidFill>
                  <a:schemeClr val="tx1"/>
                </a:solidFill>
              </a:rPr>
              <a:t> correlation during market stress</a:t>
            </a:r>
            <a:r>
              <a:rPr lang="cs-CZ" sz="1200">
                <a:solidFill>
                  <a:schemeClr val="tx1"/>
                </a:solidFill>
              </a:rPr>
              <a:t> → </a:t>
            </a:r>
            <a:r>
              <a:rPr lang="en-GB" sz="1200">
                <a:solidFill>
                  <a:schemeClr val="tx1"/>
                </a:solidFill>
              </a:rPr>
              <a:t>positive returns during the </a:t>
            </a:r>
            <a:r>
              <a:rPr lang="cs-CZ" sz="1200">
                <a:solidFill>
                  <a:schemeClr val="tx1"/>
                </a:solidFill>
              </a:rPr>
              <a:t>GFC </a:t>
            </a:r>
            <a:r>
              <a:rPr lang="en-GB" sz="1200">
                <a:solidFill>
                  <a:schemeClr val="tx1"/>
                </a:solidFill>
              </a:rPr>
              <a:t>(+2.8%) and COVID-19 (+7.2%).</a:t>
            </a:r>
            <a:endParaRPr lang="cs-CZ" sz="120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solidFill>
                  <a:schemeClr val="tx1"/>
                </a:solidFill>
              </a:rPr>
              <a:t>Superior to Industry Momentum:</a:t>
            </a:r>
            <a:r>
              <a:rPr lang="en-GB" sz="1200">
                <a:solidFill>
                  <a:schemeClr val="tx1"/>
                </a:solidFill>
              </a:rPr>
              <a:t> Factor momentum consistently subsumes industry momentum post-2000, accelerating while industry momentum stagnates.</a:t>
            </a:r>
            <a:endParaRPr lang="cs-CZ" sz="120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solidFill>
                  <a:schemeClr val="tx1"/>
                </a:solidFill>
              </a:rPr>
              <a:t>Uncorrelated Returns: </a:t>
            </a:r>
            <a:r>
              <a:rPr lang="en-GB" sz="1200">
                <a:solidFill>
                  <a:schemeClr val="tx1"/>
                </a:solidFill>
              </a:rPr>
              <a:t>The strategy exhibits low correlation to the traditional 60/40 portfolio, offering valuable diversification benefits.</a:t>
            </a:r>
            <a:endParaRPr lang="cs-CZ" sz="120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solidFill>
                  <a:schemeClr val="tx1"/>
                </a:solidFill>
              </a:rPr>
              <a:t>Long-Leg Strength:</a:t>
            </a:r>
            <a:r>
              <a:rPr lang="en-GB" sz="1200">
                <a:solidFill>
                  <a:schemeClr val="tx1"/>
                </a:solidFill>
              </a:rPr>
              <a:t> The majority of the cumulative performance is driven by the long leg (winners), suggesting the "momentum" signal effectively identifies outperforming factors.</a:t>
            </a:r>
            <a:endParaRPr lang="cs-CZ" sz="120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200" b="1" err="1">
                <a:solidFill>
                  <a:schemeClr val="tx1"/>
                </a:solidFill>
              </a:rPr>
              <a:t>Robustness</a:t>
            </a:r>
            <a:r>
              <a:rPr lang="cs-CZ" sz="1200" b="1">
                <a:solidFill>
                  <a:schemeClr val="tx1"/>
                </a:solidFill>
              </a:rPr>
              <a:t>:</a:t>
            </a:r>
            <a:r>
              <a:rPr lang="cs-CZ" sz="1200">
                <a:solidFill>
                  <a:schemeClr val="tx1"/>
                </a:solidFill>
              </a:rPr>
              <a:t> </a:t>
            </a:r>
            <a:r>
              <a:rPr lang="cs-CZ" sz="1200" err="1">
                <a:solidFill>
                  <a:schemeClr val="tx1"/>
                </a:solidFill>
              </a:rPr>
              <a:t>Unlike</a:t>
            </a:r>
            <a:r>
              <a:rPr lang="cs-CZ" sz="1200">
                <a:solidFill>
                  <a:schemeClr val="tx1"/>
                </a:solidFill>
              </a:rPr>
              <a:t> many </a:t>
            </a:r>
            <a:r>
              <a:rPr lang="cs-CZ" sz="1200" err="1">
                <a:solidFill>
                  <a:schemeClr val="tx1"/>
                </a:solidFill>
              </a:rPr>
              <a:t>academic</a:t>
            </a:r>
            <a:r>
              <a:rPr lang="cs-CZ" sz="1200">
                <a:solidFill>
                  <a:schemeClr val="tx1"/>
                </a:solidFill>
              </a:rPr>
              <a:t> </a:t>
            </a:r>
            <a:r>
              <a:rPr lang="cs-CZ" sz="1200" err="1">
                <a:solidFill>
                  <a:schemeClr val="tx1"/>
                </a:solidFill>
              </a:rPr>
              <a:t>anomalies</a:t>
            </a:r>
            <a:r>
              <a:rPr lang="cs-CZ" sz="1200">
                <a:solidFill>
                  <a:schemeClr val="tx1"/>
                </a:solidFill>
              </a:rPr>
              <a:t>, </a:t>
            </a:r>
            <a:r>
              <a:rPr lang="cs-CZ" sz="1200" err="1">
                <a:solidFill>
                  <a:schemeClr val="tx1"/>
                </a:solidFill>
              </a:rPr>
              <a:t>Factor</a:t>
            </a:r>
            <a:r>
              <a:rPr lang="cs-CZ" sz="1200">
                <a:solidFill>
                  <a:schemeClr val="tx1"/>
                </a:solidFill>
              </a:rPr>
              <a:t> </a:t>
            </a:r>
            <a:r>
              <a:rPr lang="cs-CZ" sz="1200" err="1">
                <a:solidFill>
                  <a:schemeClr val="tx1"/>
                </a:solidFill>
              </a:rPr>
              <a:t>momentum</a:t>
            </a:r>
            <a:r>
              <a:rPr lang="cs-CZ" sz="1200">
                <a:solidFill>
                  <a:schemeClr val="tx1"/>
                </a:solidFill>
              </a:rPr>
              <a:t> </a:t>
            </a:r>
            <a:r>
              <a:rPr lang="cs-CZ" sz="1200" err="1">
                <a:solidFill>
                  <a:schemeClr val="tx1"/>
                </a:solidFill>
              </a:rPr>
              <a:t>survives</a:t>
            </a:r>
            <a:r>
              <a:rPr lang="cs-CZ" sz="1200">
                <a:solidFill>
                  <a:schemeClr val="tx1"/>
                </a:solidFill>
              </a:rPr>
              <a:t> a </a:t>
            </a:r>
            <a:r>
              <a:rPr lang="cs-CZ" sz="1200" err="1">
                <a:solidFill>
                  <a:schemeClr val="tx1"/>
                </a:solidFill>
              </a:rPr>
              <a:t>realistic</a:t>
            </a:r>
            <a:r>
              <a:rPr lang="cs-CZ" sz="1200">
                <a:solidFill>
                  <a:schemeClr val="tx1"/>
                </a:solidFill>
              </a:rPr>
              <a:t> T+1 </a:t>
            </a:r>
            <a:r>
              <a:rPr lang="cs-CZ" sz="1200" err="1">
                <a:solidFill>
                  <a:schemeClr val="tx1"/>
                </a:solidFill>
              </a:rPr>
              <a:t>implementation</a:t>
            </a:r>
            <a:r>
              <a:rPr lang="cs-CZ" sz="1200">
                <a:solidFill>
                  <a:schemeClr val="tx1"/>
                </a:solidFill>
              </a:rPr>
              <a:t> (</a:t>
            </a:r>
            <a:r>
              <a:rPr lang="cs-CZ" sz="1200" err="1">
                <a:solidFill>
                  <a:schemeClr val="tx1"/>
                </a:solidFill>
              </a:rPr>
              <a:t>even</a:t>
            </a:r>
            <a:r>
              <a:rPr lang="cs-CZ" sz="1200">
                <a:solidFill>
                  <a:schemeClr val="tx1"/>
                </a:solidFill>
              </a:rPr>
              <a:t> </a:t>
            </a:r>
            <a:r>
              <a:rPr lang="cs-CZ" sz="1200" err="1">
                <a:solidFill>
                  <a:schemeClr val="tx1"/>
                </a:solidFill>
              </a:rPr>
              <a:t>though</a:t>
            </a:r>
            <a:r>
              <a:rPr lang="cs-CZ" sz="1200">
                <a:solidFill>
                  <a:schemeClr val="tx1"/>
                </a:solidFill>
              </a:rPr>
              <a:t> performance </a:t>
            </a:r>
            <a:r>
              <a:rPr lang="cs-CZ" sz="1200" err="1">
                <a:solidFill>
                  <a:schemeClr val="tx1"/>
                </a:solidFill>
              </a:rPr>
              <a:t>is</a:t>
            </a:r>
            <a:r>
              <a:rPr lang="cs-CZ" sz="1200">
                <a:solidFill>
                  <a:schemeClr val="tx1"/>
                </a:solidFill>
              </a:rPr>
              <a:t> </a:t>
            </a:r>
            <a:r>
              <a:rPr lang="cs-CZ" sz="1200" err="1">
                <a:solidFill>
                  <a:schemeClr val="tx1"/>
                </a:solidFill>
              </a:rPr>
              <a:t>reduced</a:t>
            </a:r>
            <a:r>
              <a:rPr lang="cs-CZ" sz="1200">
                <a:solidFill>
                  <a:schemeClr val="tx1"/>
                </a:solidFill>
              </a:rPr>
              <a:t> </a:t>
            </a:r>
            <a:r>
              <a:rPr lang="cs-CZ" sz="1200" err="1">
                <a:solidFill>
                  <a:schemeClr val="tx1"/>
                </a:solidFill>
              </a:rPr>
              <a:t>significantly</a:t>
            </a:r>
            <a:r>
              <a:rPr lang="cs-CZ" sz="1200">
                <a:solidFill>
                  <a:schemeClr val="tx1"/>
                </a:solidFill>
              </a:rPr>
              <a:t>).</a:t>
            </a:r>
            <a:endParaRPr lang="en-GB" sz="1200" b="1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EC4A2F4A-550B-37F6-23B5-E2BB2D6359D0}"/>
              </a:ext>
            </a:extLst>
          </p:cNvPr>
          <p:cNvSpPr/>
          <p:nvPr/>
        </p:nvSpPr>
        <p:spPr>
          <a:xfrm>
            <a:off x="6133493" y="1667773"/>
            <a:ext cx="5629123" cy="41521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cs-CZ" sz="1400" b="1" u="sng" err="1">
                <a:solidFill>
                  <a:schemeClr val="tx1"/>
                </a:solidFill>
              </a:rPr>
              <a:t>Cons</a:t>
            </a:r>
            <a:r>
              <a:rPr lang="en-US" sz="1400" b="1" u="sng">
                <a:solidFill>
                  <a:schemeClr val="tx1"/>
                </a:solidFill>
              </a:rPr>
              <a:t>:</a:t>
            </a:r>
            <a:r>
              <a:rPr lang="cs-CZ" sz="1400" b="1" u="sng">
                <a:solidFill>
                  <a:schemeClr val="tx1"/>
                </a:solidFill>
              </a:rPr>
              <a:t> </a:t>
            </a:r>
            <a:r>
              <a:rPr lang="cs-CZ" sz="1400" b="1" u="sng" err="1">
                <a:solidFill>
                  <a:schemeClr val="tx1"/>
                </a:solidFill>
              </a:rPr>
              <a:t>Structural</a:t>
            </a:r>
            <a:r>
              <a:rPr lang="cs-CZ" sz="1400" b="1" u="sng">
                <a:solidFill>
                  <a:schemeClr val="tx1"/>
                </a:solidFill>
              </a:rPr>
              <a:t> </a:t>
            </a:r>
            <a:r>
              <a:rPr lang="cs-CZ" sz="1400" b="1" u="sng" err="1">
                <a:solidFill>
                  <a:schemeClr val="tx1"/>
                </a:solidFill>
              </a:rPr>
              <a:t>Decay</a:t>
            </a:r>
            <a:r>
              <a:rPr lang="cs-CZ" sz="1400" b="1" u="sng">
                <a:solidFill>
                  <a:schemeClr val="tx1"/>
                </a:solidFill>
              </a:rPr>
              <a:t> &amp; </a:t>
            </a:r>
            <a:r>
              <a:rPr lang="cs-CZ" sz="1400" b="1" u="sng" err="1">
                <a:solidFill>
                  <a:schemeClr val="tx1"/>
                </a:solidFill>
              </a:rPr>
              <a:t>Implementation</a:t>
            </a:r>
            <a:r>
              <a:rPr lang="cs-CZ" sz="1400" b="1" u="sng">
                <a:solidFill>
                  <a:schemeClr val="tx1"/>
                </a:solidFill>
              </a:rPr>
              <a:t> </a:t>
            </a:r>
            <a:r>
              <a:rPr lang="cs-CZ" sz="1400" b="1" u="sng" err="1">
                <a:solidFill>
                  <a:schemeClr val="tx1"/>
                </a:solidFill>
              </a:rPr>
              <a:t>Costs</a:t>
            </a:r>
            <a:endParaRPr lang="en-US" sz="1400" b="1" u="sng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solidFill>
                  <a:schemeClr val="tx1"/>
                </a:solidFill>
              </a:rPr>
              <a:t>Alpha Decay:</a:t>
            </a:r>
            <a:r>
              <a:rPr lang="en-GB" sz="1200">
                <a:solidFill>
                  <a:schemeClr val="tx1"/>
                </a:solidFill>
              </a:rPr>
              <a:t> There is a structural break in performance post-2000; the Sharpe Ratio dropped from 1.09 (pre-2000) to 0.33 (post-2000), likely due to increased market efficiency</a:t>
            </a:r>
            <a:r>
              <a:rPr lang="cs-CZ" sz="1200">
                <a:solidFill>
                  <a:schemeClr val="tx1"/>
                </a:solidFill>
              </a:rPr>
              <a:t> &amp; post-</a:t>
            </a:r>
            <a:r>
              <a:rPr lang="cs-CZ" sz="1200" err="1">
                <a:solidFill>
                  <a:schemeClr val="tx1"/>
                </a:solidFill>
              </a:rPr>
              <a:t>publication</a:t>
            </a:r>
            <a:r>
              <a:rPr lang="cs-CZ" sz="1200">
                <a:solidFill>
                  <a:schemeClr val="tx1"/>
                </a:solidFill>
              </a:rPr>
              <a:t> </a:t>
            </a:r>
            <a:r>
              <a:rPr lang="cs-CZ" sz="1200" err="1">
                <a:solidFill>
                  <a:schemeClr val="tx1"/>
                </a:solidFill>
              </a:rPr>
              <a:t>effects</a:t>
            </a:r>
            <a:r>
              <a:rPr lang="en-GB" sz="1200">
                <a:solidFill>
                  <a:schemeClr val="tx1"/>
                </a:solidFill>
              </a:rPr>
              <a:t>.</a:t>
            </a:r>
            <a:endParaRPr lang="cs-CZ" sz="120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solidFill>
                  <a:schemeClr val="tx1"/>
                </a:solidFill>
              </a:rPr>
              <a:t>Underperformance vs. Equity: </a:t>
            </a:r>
            <a:r>
              <a:rPr lang="en-GB" sz="1200">
                <a:solidFill>
                  <a:schemeClr val="tx1"/>
                </a:solidFill>
              </a:rPr>
              <a:t>Despite volatility scaling, the strategy underperforms the S&amp;P 500 proxy in the modern era.</a:t>
            </a:r>
            <a:endParaRPr lang="cs-CZ" sz="120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solidFill>
                  <a:schemeClr val="tx1"/>
                </a:solidFill>
              </a:rPr>
              <a:t>Execution Sensitivity: </a:t>
            </a:r>
            <a:r>
              <a:rPr lang="en-GB" sz="1200">
                <a:solidFill>
                  <a:schemeClr val="tx1"/>
                </a:solidFill>
              </a:rPr>
              <a:t>The strategy is highly sensitive to timing; introducing a 1-month lag completely erodes the outperformance</a:t>
            </a:r>
            <a:r>
              <a:rPr lang="cs-CZ" sz="1200">
                <a:solidFill>
                  <a:schemeClr val="tx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solidFill>
                  <a:schemeClr val="tx1"/>
                </a:solidFill>
              </a:rPr>
              <a:t>Selection Complexity: </a:t>
            </a:r>
            <a:r>
              <a:rPr lang="en-GB" sz="1200">
                <a:solidFill>
                  <a:schemeClr val="tx1"/>
                </a:solidFill>
              </a:rPr>
              <a:t>A subset of 11 "unique" factors underperformed the broader "all-factor" universe, suggesting that diversification across many factors is necessary to capture the premium.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" name="Rettangolo 8">
            <a:extLst>
              <a:ext uri="{FF2B5EF4-FFF2-40B4-BE49-F238E27FC236}">
                <a16:creationId xmlns:a16="http://schemas.microsoft.com/office/drawing/2014/main" id="{965AA7E0-98D8-275D-03CE-779A68796A59}"/>
              </a:ext>
            </a:extLst>
          </p:cNvPr>
          <p:cNvSpPr/>
          <p:nvPr/>
        </p:nvSpPr>
        <p:spPr>
          <a:xfrm>
            <a:off x="391885" y="1667776"/>
            <a:ext cx="5629123" cy="4152180"/>
          </a:xfrm>
          <a:prstGeom prst="rect">
            <a:avLst/>
          </a:prstGeom>
          <a:noFill/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9">
            <a:extLst>
              <a:ext uri="{FF2B5EF4-FFF2-40B4-BE49-F238E27FC236}">
                <a16:creationId xmlns:a16="http://schemas.microsoft.com/office/drawing/2014/main" id="{B7F77D8D-1D69-527C-E113-A6221BE9573E}"/>
              </a:ext>
            </a:extLst>
          </p:cNvPr>
          <p:cNvSpPr/>
          <p:nvPr/>
        </p:nvSpPr>
        <p:spPr>
          <a:xfrm>
            <a:off x="6133495" y="1667774"/>
            <a:ext cx="5629123" cy="4152180"/>
          </a:xfrm>
          <a:prstGeom prst="rect">
            <a:avLst/>
          </a:prstGeom>
          <a:noFill/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9E2B51-C447-1400-156B-87868D936CEF}"/>
              </a:ext>
            </a:extLst>
          </p:cNvPr>
          <p:cNvSpPr/>
          <p:nvPr/>
        </p:nvSpPr>
        <p:spPr>
          <a:xfrm>
            <a:off x="391886" y="6092176"/>
            <a:ext cx="11414051" cy="4604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GB" sz="1400"/>
              <a:t>Given the decay in the short leg and the high execution costs, our findings support a pivot toward a long-only implementation to serve as a cost-efficient tail-risk hedge rather than a standalone alpha generating strategy.</a:t>
            </a:r>
          </a:p>
        </p:txBody>
      </p:sp>
    </p:spTree>
    <p:extLst>
      <p:ext uri="{BB962C8B-B14F-4D97-AF65-F5344CB8AC3E}">
        <p14:creationId xmlns:p14="http://schemas.microsoft.com/office/powerpoint/2010/main" val="2853515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8EA9221C-3DCC-7F10-E346-919A8261A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385D70-A97C-85E0-773C-C5CB1CB718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/>
              <a:t>Conclusion &amp; Investment Summary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D746A4-4CBB-2F7F-C4D7-DBAC40F4F701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err="1">
                <a:solidFill>
                  <a:schemeClr val="bg1"/>
                </a:solidFill>
              </a:rPr>
              <a:t>Investment</a:t>
            </a:r>
            <a:r>
              <a:rPr lang="cs-CZ" b="1">
                <a:solidFill>
                  <a:schemeClr val="bg1"/>
                </a:solidFill>
              </a:rPr>
              <a:t> </a:t>
            </a:r>
            <a:r>
              <a:rPr lang="cs-CZ" b="1" err="1">
                <a:solidFill>
                  <a:schemeClr val="bg1"/>
                </a:solidFill>
              </a:rPr>
              <a:t>Decision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9AE244-796A-57C0-C67C-71A52A8AC0CE}"/>
              </a:ext>
            </a:extLst>
          </p:cNvPr>
          <p:cNvSpPr/>
          <p:nvPr/>
        </p:nvSpPr>
        <p:spPr>
          <a:xfrm>
            <a:off x="391883" y="1653530"/>
            <a:ext cx="5629123" cy="2084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cs-CZ" sz="1400" b="1" u="sng">
                <a:solidFill>
                  <a:schemeClr val="tx1"/>
                </a:solidFill>
              </a:rPr>
              <a:t>1) </a:t>
            </a:r>
            <a:r>
              <a:rPr lang="en-GB" sz="1400" b="1" u="sng">
                <a:solidFill>
                  <a:schemeClr val="tx1"/>
                </a:solidFill>
              </a:rPr>
              <a:t>Rejection of Pure Replication (Long/Short):</a:t>
            </a:r>
            <a:endParaRPr lang="en-US" sz="1400" b="1" u="sng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/>
                </a:solidFill>
              </a:rPr>
              <a:t>We advise against deploying the fully replicated Long/Short Arnott et al. (2023) strategy as a standalone alpha </a:t>
            </a:r>
            <a:r>
              <a:rPr lang="en-GB" sz="1200" err="1">
                <a:solidFill>
                  <a:schemeClr val="tx1"/>
                </a:solidFill>
              </a:rPr>
              <a:t>generat</a:t>
            </a:r>
            <a:r>
              <a:rPr lang="cs-CZ" sz="1200" err="1">
                <a:solidFill>
                  <a:schemeClr val="tx1"/>
                </a:solidFill>
              </a:rPr>
              <a:t>ing</a:t>
            </a:r>
            <a:r>
              <a:rPr lang="cs-CZ" sz="1200">
                <a:solidFill>
                  <a:schemeClr val="tx1"/>
                </a:solidFill>
              </a:rPr>
              <a:t> </a:t>
            </a:r>
            <a:r>
              <a:rPr lang="cs-CZ" sz="1200" err="1">
                <a:solidFill>
                  <a:schemeClr val="tx1"/>
                </a:solidFill>
              </a:rPr>
              <a:t>strategy</a:t>
            </a:r>
            <a:r>
              <a:rPr lang="en-GB" sz="1200">
                <a:solidFill>
                  <a:schemeClr val="tx1"/>
                </a:solidFill>
              </a:rPr>
              <a:t>.</a:t>
            </a:r>
            <a:endParaRPr lang="cs-CZ" sz="120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solidFill>
                  <a:schemeClr val="tx1"/>
                </a:solidFill>
              </a:rPr>
              <a:t>Reasoning:</a:t>
            </a:r>
            <a:r>
              <a:rPr lang="en-GB" sz="1200">
                <a:solidFill>
                  <a:schemeClr val="tx1"/>
                </a:solidFill>
              </a:rPr>
              <a:t> The structural alpha decay post-2000 (Sharpe Ratio declining from 1.09 to 0.33) implies that the strategy, in its raw form, likely cannot overcome the transaction costs associated with high-turnover shorting.</a:t>
            </a:r>
            <a:endParaRPr lang="cs-CZ" sz="120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7C7050BE-C520-A816-5F3E-B9C39EA1345A}"/>
              </a:ext>
            </a:extLst>
          </p:cNvPr>
          <p:cNvSpPr/>
          <p:nvPr/>
        </p:nvSpPr>
        <p:spPr>
          <a:xfrm>
            <a:off x="6133493" y="1653051"/>
            <a:ext cx="5629123" cy="20848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cs-CZ" sz="1400" b="1" u="sng">
                <a:solidFill>
                  <a:schemeClr val="tx1"/>
                </a:solidFill>
              </a:rPr>
              <a:t>2) </a:t>
            </a:r>
            <a:r>
              <a:rPr lang="en-US" sz="1400" b="1" u="sng">
                <a:solidFill>
                  <a:schemeClr val="tx1"/>
                </a:solidFill>
              </a:rPr>
              <a:t>Strategic Pivot: Long-Only Implementation: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/>
                </a:solidFill>
              </a:rPr>
              <a:t>We recommend isolating the Long-Only leg for implementation.</a:t>
            </a:r>
            <a:endParaRPr lang="cs-CZ" sz="120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solidFill>
                  <a:schemeClr val="tx1"/>
                </a:solidFill>
              </a:rPr>
              <a:t>Rationale: </a:t>
            </a:r>
            <a:r>
              <a:rPr lang="en-GB" sz="1200">
                <a:solidFill>
                  <a:schemeClr val="tx1"/>
                </a:solidFill>
              </a:rPr>
              <a:t>The replication confirms that the majority of the cumulative performance is driven by the long leg, while the short leg adds volatility without contributing significant returns.</a:t>
            </a:r>
            <a:endParaRPr lang="cs-CZ" sz="120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solidFill>
                  <a:schemeClr val="tx1"/>
                </a:solidFill>
              </a:rPr>
              <a:t>Benefit: </a:t>
            </a:r>
            <a:r>
              <a:rPr lang="cs-CZ" sz="1200">
                <a:solidFill>
                  <a:schemeClr val="tx1"/>
                </a:solidFill>
              </a:rPr>
              <a:t>D</a:t>
            </a:r>
            <a:r>
              <a:rPr lang="en-GB" sz="1200" err="1">
                <a:solidFill>
                  <a:schemeClr val="tx1"/>
                </a:solidFill>
              </a:rPr>
              <a:t>rastically</a:t>
            </a:r>
            <a:r>
              <a:rPr lang="en-GB" sz="1200">
                <a:solidFill>
                  <a:schemeClr val="tx1"/>
                </a:solidFill>
              </a:rPr>
              <a:t> reduces implementation costs (no borrowing costs, lower turnover) while retaining the strategy's primary upside driver.</a:t>
            </a:r>
            <a:endParaRPr lang="en-GB" sz="14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D3B5E55A-5785-5FF4-1E62-C0CAE7C03162}"/>
              </a:ext>
            </a:extLst>
          </p:cNvPr>
          <p:cNvSpPr/>
          <p:nvPr/>
        </p:nvSpPr>
        <p:spPr>
          <a:xfrm>
            <a:off x="391883" y="3918214"/>
            <a:ext cx="5629123" cy="21147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cs-CZ" sz="1400" b="1" u="sng">
                <a:solidFill>
                  <a:schemeClr val="tx1"/>
                </a:solidFill>
              </a:rPr>
              <a:t>3) </a:t>
            </a:r>
            <a:r>
              <a:rPr lang="en-US" sz="1400" b="1" u="sng">
                <a:solidFill>
                  <a:schemeClr val="tx1"/>
                </a:solidFill>
              </a:rPr>
              <a:t>Portfolio Role: Crisis Diversifier:</a:t>
            </a:r>
            <a:endParaRPr lang="cs-CZ" sz="1400" b="1" u="sng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200" b="1" err="1">
                <a:solidFill>
                  <a:schemeClr val="tx1"/>
                </a:solidFill>
              </a:rPr>
              <a:t>Sizing</a:t>
            </a:r>
            <a:r>
              <a:rPr lang="cs-CZ" sz="1200" b="1">
                <a:solidFill>
                  <a:schemeClr val="tx1"/>
                </a:solidFill>
              </a:rPr>
              <a:t>:</a:t>
            </a:r>
            <a:r>
              <a:rPr lang="cs-CZ" sz="1200">
                <a:solidFill>
                  <a:schemeClr val="tx1"/>
                </a:solidFill>
              </a:rPr>
              <a:t> </a:t>
            </a:r>
            <a:r>
              <a:rPr lang="en-GB" sz="1200">
                <a:solidFill>
                  <a:schemeClr val="tx1"/>
                </a:solidFill>
              </a:rPr>
              <a:t>The strategy should be sized as a tail-risk hedge rather than a core equity replacement.</a:t>
            </a:r>
            <a:endParaRPr lang="cs-CZ" sz="120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200">
                <a:solidFill>
                  <a:schemeClr val="tx1"/>
                </a:solidFill>
              </a:rPr>
              <a:t>It</a:t>
            </a:r>
            <a:r>
              <a:rPr lang="en-GB" sz="1200">
                <a:solidFill>
                  <a:schemeClr val="tx1"/>
                </a:solidFill>
              </a:rPr>
              <a:t> demonstrates unique resilience during market stress, delivering returns during the GFC (+2.8%) and the COVID-19 crash (+7.2%).</a:t>
            </a:r>
            <a:endParaRPr lang="cs-CZ" sz="120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200" b="1" err="1">
                <a:solidFill>
                  <a:schemeClr val="tx1"/>
                </a:solidFill>
              </a:rPr>
              <a:t>Correlation</a:t>
            </a:r>
            <a:r>
              <a:rPr lang="cs-CZ" sz="1200" b="1">
                <a:solidFill>
                  <a:schemeClr val="tx1"/>
                </a:solidFill>
              </a:rPr>
              <a:t>:</a:t>
            </a:r>
            <a:r>
              <a:rPr lang="cs-CZ" sz="1200">
                <a:solidFill>
                  <a:schemeClr val="tx1"/>
                </a:solidFill>
              </a:rPr>
              <a:t> </a:t>
            </a:r>
            <a:r>
              <a:rPr lang="en-GB" sz="1200">
                <a:solidFill>
                  <a:schemeClr val="tx1"/>
                </a:solidFill>
              </a:rPr>
              <a:t>-0.034 to the 60/40 portfolio</a:t>
            </a:r>
            <a:r>
              <a:rPr lang="cs-CZ" sz="1200">
                <a:solidFill>
                  <a:schemeClr val="tx1"/>
                </a:solidFill>
              </a:rPr>
              <a:t> → </a:t>
            </a:r>
            <a:r>
              <a:rPr lang="en-GB" sz="1200">
                <a:solidFill>
                  <a:schemeClr val="tx1"/>
                </a:solidFill>
              </a:rPr>
              <a:t>it provides genuine diversification benefits.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9" name="Rettangolo 4">
            <a:extLst>
              <a:ext uri="{FF2B5EF4-FFF2-40B4-BE49-F238E27FC236}">
                <a16:creationId xmlns:a16="http://schemas.microsoft.com/office/drawing/2014/main" id="{C3E1BDC6-140D-82A0-CB74-15D6757AD92D}"/>
              </a:ext>
            </a:extLst>
          </p:cNvPr>
          <p:cNvSpPr/>
          <p:nvPr/>
        </p:nvSpPr>
        <p:spPr>
          <a:xfrm>
            <a:off x="391886" y="1653051"/>
            <a:ext cx="5629123" cy="2114717"/>
          </a:xfrm>
          <a:prstGeom prst="rect">
            <a:avLst/>
          </a:prstGeom>
          <a:noFill/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5">
            <a:extLst>
              <a:ext uri="{FF2B5EF4-FFF2-40B4-BE49-F238E27FC236}">
                <a16:creationId xmlns:a16="http://schemas.microsoft.com/office/drawing/2014/main" id="{6BAB757E-0A86-CAF4-39D8-74E3C7027D7B}"/>
              </a:ext>
            </a:extLst>
          </p:cNvPr>
          <p:cNvSpPr/>
          <p:nvPr/>
        </p:nvSpPr>
        <p:spPr>
          <a:xfrm>
            <a:off x="6133495" y="1653052"/>
            <a:ext cx="5629123" cy="2114716"/>
          </a:xfrm>
          <a:prstGeom prst="rect">
            <a:avLst/>
          </a:prstGeom>
          <a:noFill/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8">
            <a:extLst>
              <a:ext uri="{FF2B5EF4-FFF2-40B4-BE49-F238E27FC236}">
                <a16:creationId xmlns:a16="http://schemas.microsoft.com/office/drawing/2014/main" id="{26DFE5F0-BCD4-A4C4-2D56-1DF1F18A16F0}"/>
              </a:ext>
            </a:extLst>
          </p:cNvPr>
          <p:cNvSpPr/>
          <p:nvPr/>
        </p:nvSpPr>
        <p:spPr>
          <a:xfrm>
            <a:off x="391885" y="3891424"/>
            <a:ext cx="5629123" cy="2084832"/>
          </a:xfrm>
          <a:prstGeom prst="rect">
            <a:avLst/>
          </a:prstGeom>
          <a:noFill/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C1A7CCA2-FA4F-FB82-B2F3-16C1A2E283B2}"/>
              </a:ext>
            </a:extLst>
          </p:cNvPr>
          <p:cNvSpPr/>
          <p:nvPr/>
        </p:nvSpPr>
        <p:spPr>
          <a:xfrm>
            <a:off x="6133494" y="3891424"/>
            <a:ext cx="5629123" cy="20848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cs-CZ" sz="1400" b="1" u="sng">
                <a:solidFill>
                  <a:schemeClr val="tx1"/>
                </a:solidFill>
              </a:rPr>
              <a:t>4) </a:t>
            </a:r>
            <a:r>
              <a:rPr lang="en-US" sz="1400" b="1" u="sng">
                <a:solidFill>
                  <a:schemeClr val="tx1"/>
                </a:solidFill>
              </a:rPr>
              <a:t>Execution Constraints: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solidFill>
                  <a:schemeClr val="tx1"/>
                </a:solidFill>
              </a:rPr>
              <a:t>Universe: </a:t>
            </a:r>
            <a:r>
              <a:rPr lang="en-GB" sz="1200">
                <a:solidFill>
                  <a:schemeClr val="tx1"/>
                </a:solidFill>
              </a:rPr>
              <a:t>The attempt to select a "unique" subset of 11 factors resulted in underperformance, suggesting that broad diversification is required to capture the momentum premium effectively.</a:t>
            </a:r>
            <a:endParaRPr lang="cs-CZ" sz="120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solidFill>
                  <a:schemeClr val="tx1"/>
                </a:solidFill>
              </a:rPr>
              <a:t>Timing: </a:t>
            </a:r>
            <a:r>
              <a:rPr lang="en-GB" sz="1200">
                <a:solidFill>
                  <a:schemeClr val="tx1"/>
                </a:solidFill>
              </a:rPr>
              <a:t>Our robustness checks show that a 1-month lag completely erodes the outperformance,</a:t>
            </a:r>
            <a:r>
              <a:rPr lang="cs-CZ" sz="1200">
                <a:solidFill>
                  <a:schemeClr val="tx1"/>
                </a:solidFill>
              </a:rPr>
              <a:t> </a:t>
            </a:r>
            <a:r>
              <a:rPr lang="cs-CZ" sz="1200" err="1">
                <a:solidFill>
                  <a:schemeClr val="tx1"/>
                </a:solidFill>
              </a:rPr>
              <a:t>while</a:t>
            </a:r>
            <a:r>
              <a:rPr lang="cs-CZ" sz="1200">
                <a:solidFill>
                  <a:schemeClr val="tx1"/>
                </a:solidFill>
              </a:rPr>
              <a:t> </a:t>
            </a:r>
            <a:r>
              <a:rPr lang="cs-CZ" sz="1200" err="1">
                <a:solidFill>
                  <a:schemeClr val="tx1"/>
                </a:solidFill>
              </a:rPr>
              <a:t>the</a:t>
            </a:r>
            <a:r>
              <a:rPr lang="cs-CZ" sz="1200">
                <a:solidFill>
                  <a:schemeClr val="tx1"/>
                </a:solidFill>
              </a:rPr>
              <a:t> 1-day </a:t>
            </a:r>
            <a:r>
              <a:rPr lang="cs-CZ" sz="1200" err="1">
                <a:solidFill>
                  <a:schemeClr val="tx1"/>
                </a:solidFill>
              </a:rPr>
              <a:t>lag</a:t>
            </a:r>
            <a:r>
              <a:rPr lang="cs-CZ" sz="1200">
                <a:solidFill>
                  <a:schemeClr val="tx1"/>
                </a:solidFill>
              </a:rPr>
              <a:t> </a:t>
            </a:r>
            <a:r>
              <a:rPr lang="cs-CZ" sz="1200" err="1">
                <a:solidFill>
                  <a:schemeClr val="tx1"/>
                </a:solidFill>
              </a:rPr>
              <a:t>harms</a:t>
            </a:r>
            <a:r>
              <a:rPr lang="cs-CZ" sz="1200">
                <a:solidFill>
                  <a:schemeClr val="tx1"/>
                </a:solidFill>
              </a:rPr>
              <a:t> </a:t>
            </a:r>
            <a:r>
              <a:rPr lang="cs-CZ" sz="1200" err="1">
                <a:solidFill>
                  <a:schemeClr val="tx1"/>
                </a:solidFill>
              </a:rPr>
              <a:t>it</a:t>
            </a:r>
            <a:r>
              <a:rPr lang="cs-CZ" sz="1200">
                <a:solidFill>
                  <a:schemeClr val="tx1"/>
                </a:solidFill>
              </a:rPr>
              <a:t> </a:t>
            </a:r>
            <a:r>
              <a:rPr lang="cs-CZ" sz="1200" err="1">
                <a:solidFill>
                  <a:schemeClr val="tx1"/>
                </a:solidFill>
              </a:rPr>
              <a:t>significantly</a:t>
            </a:r>
            <a:r>
              <a:rPr lang="cs-CZ" sz="1200">
                <a:solidFill>
                  <a:schemeClr val="tx1"/>
                </a:solidFill>
              </a:rPr>
              <a:t>, </a:t>
            </a:r>
            <a:r>
              <a:rPr lang="en-GB" sz="1200">
                <a:solidFill>
                  <a:schemeClr val="tx1"/>
                </a:solidFill>
              </a:rPr>
              <a:t>necessitating a strict rebalancing schedule.</a:t>
            </a:r>
            <a:endParaRPr lang="en-US" sz="14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5" name="Rettangolo 8">
            <a:extLst>
              <a:ext uri="{FF2B5EF4-FFF2-40B4-BE49-F238E27FC236}">
                <a16:creationId xmlns:a16="http://schemas.microsoft.com/office/drawing/2014/main" id="{DEAADE41-FC90-4627-03D2-B42B398F23D2}"/>
              </a:ext>
            </a:extLst>
          </p:cNvPr>
          <p:cNvSpPr/>
          <p:nvPr/>
        </p:nvSpPr>
        <p:spPr>
          <a:xfrm>
            <a:off x="6133494" y="3891424"/>
            <a:ext cx="5629123" cy="2084832"/>
          </a:xfrm>
          <a:prstGeom prst="rect">
            <a:avLst/>
          </a:prstGeom>
          <a:noFill/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6796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8590F5E7-3147-DE2E-8392-0F22C79AC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DD7AE76-757D-530B-73D3-A49D4F0CE0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/>
              <a:t>Turning to the 2nd part of the project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1226F7-2360-D3D2-A2E5-0E3749434C0E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err="1">
                <a:solidFill>
                  <a:schemeClr val="bg1"/>
                </a:solidFill>
              </a:rPr>
              <a:t>Finding</a:t>
            </a:r>
            <a:r>
              <a:rPr lang="cs-CZ" b="1">
                <a:solidFill>
                  <a:schemeClr val="bg1"/>
                </a:solidFill>
              </a:rPr>
              <a:t>s </a:t>
            </a:r>
            <a:r>
              <a:rPr lang="cs-CZ" b="1" err="1">
                <a:solidFill>
                  <a:schemeClr val="bg1"/>
                </a:solidFill>
              </a:rPr>
              <a:t>from</a:t>
            </a:r>
            <a:r>
              <a:rPr lang="cs-CZ" b="1">
                <a:solidFill>
                  <a:schemeClr val="bg1"/>
                </a:solidFill>
              </a:rPr>
              <a:t> </a:t>
            </a:r>
            <a:r>
              <a:rPr lang="cs-CZ" b="1" err="1">
                <a:solidFill>
                  <a:schemeClr val="bg1"/>
                </a:solidFill>
              </a:rPr>
              <a:t>the</a:t>
            </a:r>
            <a:r>
              <a:rPr lang="cs-CZ" b="1">
                <a:solidFill>
                  <a:schemeClr val="bg1"/>
                </a:solidFill>
              </a:rPr>
              <a:t> 1st part – </a:t>
            </a:r>
            <a:r>
              <a:rPr lang="cs-CZ" b="1" err="1">
                <a:solidFill>
                  <a:schemeClr val="bg1"/>
                </a:solidFill>
              </a:rPr>
              <a:t>Implementation</a:t>
            </a:r>
            <a:r>
              <a:rPr lang="cs-CZ" b="1">
                <a:solidFill>
                  <a:schemeClr val="bg1"/>
                </a:solidFill>
              </a:rPr>
              <a:t> </a:t>
            </a:r>
            <a:r>
              <a:rPr lang="cs-CZ" b="1" err="1">
                <a:solidFill>
                  <a:schemeClr val="bg1"/>
                </a:solidFill>
              </a:rPr>
              <a:t>Bottlenecks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EB4662-D653-E6DF-6F4B-7C5F9319EA2D}"/>
              </a:ext>
            </a:extLst>
          </p:cNvPr>
          <p:cNvSpPr/>
          <p:nvPr/>
        </p:nvSpPr>
        <p:spPr>
          <a:xfrm>
            <a:off x="391886" y="1748308"/>
            <a:ext cx="11258246" cy="34523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b="1">
                <a:solidFill>
                  <a:schemeClr val="tx1"/>
                </a:solidFill>
              </a:rPr>
              <a:t>Structural Alpha Decay: </a:t>
            </a:r>
            <a:r>
              <a:rPr lang="en-GB" sz="1400">
                <a:solidFill>
                  <a:schemeClr val="tx1"/>
                </a:solidFill>
              </a:rPr>
              <a:t>The strategy's risk-adjusted performance has degraded significantly, dropping from a Sharpe Ratio of 1.09 (pre-2000) to 0.33 (post-2000).</a:t>
            </a:r>
            <a:endParaRPr lang="cs-CZ" sz="140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b="1">
                <a:solidFill>
                  <a:schemeClr val="tx1"/>
                </a:solidFill>
              </a:rPr>
              <a:t>Timing Sensitivity: </a:t>
            </a:r>
            <a:r>
              <a:rPr lang="en-GB" sz="1400">
                <a:solidFill>
                  <a:schemeClr val="tx1"/>
                </a:solidFill>
              </a:rPr>
              <a:t>The strategy is highly sensitive to execution timing. Introducing a 1-month lag causes the outperformance against industry momentum to completely disappear.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With</a:t>
            </a:r>
            <a:r>
              <a:rPr lang="cs-CZ" sz="1400">
                <a:solidFill>
                  <a:schemeClr val="tx1"/>
                </a:solidFill>
              </a:rPr>
              <a:t> a 1-day </a:t>
            </a:r>
            <a:r>
              <a:rPr lang="cs-CZ" sz="1400" err="1">
                <a:solidFill>
                  <a:schemeClr val="tx1"/>
                </a:solidFill>
              </a:rPr>
              <a:t>lag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the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strategy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still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outperforms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Industry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Momentum</a:t>
            </a:r>
            <a:r>
              <a:rPr lang="cs-CZ" sz="1400">
                <a:solidFill>
                  <a:schemeClr val="tx1"/>
                </a:solidFill>
              </a:rPr>
              <a:t> but </a:t>
            </a:r>
            <a:r>
              <a:rPr lang="cs-CZ" sz="1400" err="1">
                <a:solidFill>
                  <a:schemeClr val="tx1"/>
                </a:solidFill>
              </a:rPr>
              <a:t>loses</a:t>
            </a:r>
            <a:r>
              <a:rPr lang="cs-CZ" sz="1400">
                <a:solidFill>
                  <a:schemeClr val="tx1"/>
                </a:solidFill>
              </a:rPr>
              <a:t> a </a:t>
            </a:r>
            <a:r>
              <a:rPr lang="cs-CZ" sz="1400" err="1">
                <a:solidFill>
                  <a:schemeClr val="tx1"/>
                </a:solidFill>
              </a:rPr>
              <a:t>significant</a:t>
            </a:r>
            <a:r>
              <a:rPr lang="cs-CZ" sz="1400">
                <a:solidFill>
                  <a:schemeClr val="tx1"/>
                </a:solidFill>
              </a:rPr>
              <a:t> part </a:t>
            </a:r>
            <a:r>
              <a:rPr lang="cs-CZ" sz="1400" err="1">
                <a:solidFill>
                  <a:schemeClr val="tx1"/>
                </a:solidFill>
              </a:rPr>
              <a:t>of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the</a:t>
            </a:r>
            <a:r>
              <a:rPr lang="cs-CZ" sz="1400">
                <a:solidFill>
                  <a:schemeClr val="tx1"/>
                </a:solidFill>
              </a:rPr>
              <a:t> performance </a:t>
            </a:r>
            <a:r>
              <a:rPr lang="cs-CZ" sz="1400" err="1">
                <a:solidFill>
                  <a:schemeClr val="tx1"/>
                </a:solidFill>
              </a:rPr>
              <a:t>compared</a:t>
            </a:r>
            <a:r>
              <a:rPr lang="cs-CZ" sz="1400">
                <a:solidFill>
                  <a:schemeClr val="tx1"/>
                </a:solidFill>
              </a:rPr>
              <a:t> to </a:t>
            </a:r>
            <a:r>
              <a:rPr lang="cs-CZ" sz="1400" err="1">
                <a:solidFill>
                  <a:schemeClr val="tx1"/>
                </a:solidFill>
              </a:rPr>
              <a:t>the</a:t>
            </a:r>
            <a:r>
              <a:rPr lang="cs-CZ" sz="1400">
                <a:solidFill>
                  <a:schemeClr val="tx1"/>
                </a:solidFill>
              </a:rPr>
              <a:t> non-</a:t>
            </a:r>
            <a:r>
              <a:rPr lang="cs-CZ" sz="1400" err="1">
                <a:solidFill>
                  <a:schemeClr val="tx1"/>
                </a:solidFill>
              </a:rPr>
              <a:t>lag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version</a:t>
            </a:r>
            <a:r>
              <a:rPr lang="cs-CZ" sz="1400">
                <a:solidFill>
                  <a:schemeClr val="tx1"/>
                </a:solidFill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b="1">
                <a:solidFill>
                  <a:schemeClr val="tx1"/>
                </a:solidFill>
              </a:rPr>
              <a:t>Simplification Constraints: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en-GB" sz="1400">
                <a:solidFill>
                  <a:schemeClr val="tx1"/>
                </a:solidFill>
              </a:rPr>
              <a:t>Attempting to simplify the strategy by selecting a subset of 11 "unique" factors resulted in underperformance compared to the full "All Factors" universe.</a:t>
            </a:r>
            <a:r>
              <a:rPr lang="cs-CZ" sz="1400">
                <a:solidFill>
                  <a:schemeClr val="tx1"/>
                </a:solidFill>
              </a:rPr>
              <a:t>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cs-CZ" sz="1400" b="1">
                <a:solidFill>
                  <a:schemeClr val="tx1"/>
                </a:solidFill>
              </a:rPr>
              <a:t>PCA </a:t>
            </a:r>
            <a:r>
              <a:rPr lang="cs-CZ" sz="1400" b="1" err="1">
                <a:solidFill>
                  <a:schemeClr val="tx1"/>
                </a:solidFill>
              </a:rPr>
              <a:t>Results</a:t>
            </a:r>
            <a:r>
              <a:rPr lang="cs-CZ" sz="1400" b="1">
                <a:solidFill>
                  <a:schemeClr val="tx1"/>
                </a:solidFill>
              </a:rPr>
              <a:t>: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revealed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that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there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is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however</a:t>
            </a:r>
            <a:r>
              <a:rPr lang="cs-CZ" sz="1400">
                <a:solidFill>
                  <a:schemeClr val="tx1"/>
                </a:solidFill>
              </a:rPr>
              <a:t> a </a:t>
            </a:r>
            <a:r>
              <a:rPr lang="cs-CZ" sz="1400" err="1">
                <a:solidFill>
                  <a:schemeClr val="tx1"/>
                </a:solidFill>
              </a:rPr>
              <a:t>smaller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number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of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drivers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that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essentially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mimic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the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Factor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Momentum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Strategy</a:t>
            </a:r>
            <a:r>
              <a:rPr lang="cs-CZ" sz="1400">
                <a:solidFill>
                  <a:schemeClr val="tx1"/>
                </a:solidFill>
              </a:rPr>
              <a:t> → </a:t>
            </a:r>
            <a:r>
              <a:rPr lang="cs-CZ" sz="1400" err="1">
                <a:solidFill>
                  <a:schemeClr val="tx1"/>
                </a:solidFill>
              </a:rPr>
              <a:t>we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will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focus</a:t>
            </a:r>
            <a:r>
              <a:rPr lang="cs-CZ" sz="1400">
                <a:solidFill>
                  <a:schemeClr val="tx1"/>
                </a:solidFill>
              </a:rPr>
              <a:t> on </a:t>
            </a:r>
            <a:r>
              <a:rPr lang="cs-CZ" sz="1400" err="1">
                <a:solidFill>
                  <a:schemeClr val="tx1"/>
                </a:solidFill>
              </a:rPr>
              <a:t>identifying</a:t>
            </a:r>
            <a:r>
              <a:rPr lang="cs-CZ" sz="1400">
                <a:solidFill>
                  <a:schemeClr val="tx1"/>
                </a:solidFill>
              </a:rPr>
              <a:t> these </a:t>
            </a:r>
            <a:r>
              <a:rPr lang="cs-CZ" sz="1400" err="1">
                <a:solidFill>
                  <a:schemeClr val="tx1"/>
                </a:solidFill>
              </a:rPr>
              <a:t>factors</a:t>
            </a:r>
            <a:r>
              <a:rPr lang="cs-CZ" sz="1400">
                <a:solidFill>
                  <a:schemeClr val="tx1"/>
                </a:solidFill>
              </a:rPr>
              <a:t> and </a:t>
            </a:r>
            <a:r>
              <a:rPr lang="cs-CZ" sz="1400" err="1">
                <a:solidFill>
                  <a:schemeClr val="tx1"/>
                </a:solidFill>
              </a:rPr>
              <a:t>replicating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them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from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individual</a:t>
            </a:r>
            <a:r>
              <a:rPr lang="cs-CZ" sz="1400">
                <a:solidFill>
                  <a:schemeClr val="tx1"/>
                </a:solidFill>
              </a:rPr>
              <a:t> </a:t>
            </a:r>
            <a:r>
              <a:rPr lang="cs-CZ" sz="1400" err="1">
                <a:solidFill>
                  <a:schemeClr val="tx1"/>
                </a:solidFill>
              </a:rPr>
              <a:t>stocks</a:t>
            </a:r>
            <a:r>
              <a:rPr lang="cs-CZ" sz="1400">
                <a:solidFill>
                  <a:schemeClr val="tx1"/>
                </a:solidFill>
              </a:rPr>
              <a:t> in </a:t>
            </a:r>
            <a:r>
              <a:rPr lang="cs-CZ" sz="1400" err="1">
                <a:solidFill>
                  <a:schemeClr val="tx1"/>
                </a:solidFill>
              </a:rPr>
              <a:t>the</a:t>
            </a:r>
            <a:r>
              <a:rPr lang="cs-CZ" sz="1400">
                <a:solidFill>
                  <a:schemeClr val="tx1"/>
                </a:solidFill>
              </a:rPr>
              <a:t> 2nd part.</a:t>
            </a:r>
            <a:endParaRPr lang="hu-HU" sz="14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769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0"/>
          <p:cNvSpPr txBox="1"/>
          <p:nvPr/>
        </p:nvSpPr>
        <p:spPr>
          <a:xfrm>
            <a:off x="716541" y="5441960"/>
            <a:ext cx="8556800" cy="253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SzPts val="1400"/>
            </a:pPr>
            <a:endParaRPr sz="1867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9585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SzPts val="1400"/>
            </a:pPr>
            <a:endParaRPr sz="1867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189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SzPts val="1400"/>
            </a:pPr>
            <a:endParaRPr sz="1867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9585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</a:pPr>
            <a:br>
              <a:rPr lang="de" sz="18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p50" descr="A picture containing 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6748" y="240292"/>
            <a:ext cx="624097" cy="55408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0"/>
          <p:cNvSpPr/>
          <p:nvPr/>
        </p:nvSpPr>
        <p:spPr>
          <a:xfrm flipH="1">
            <a:off x="1093405" y="1640341"/>
            <a:ext cx="9997440" cy="4878067"/>
          </a:xfrm>
          <a:custGeom>
            <a:avLst/>
            <a:gdLst/>
            <a:ahLst/>
            <a:cxnLst/>
            <a:rect l="l" t="t" r="r" b="b"/>
            <a:pathLst>
              <a:path w="9144000" h="5460523" extrusionOk="0">
                <a:moveTo>
                  <a:pt x="4436018" y="2980724"/>
                </a:moveTo>
                <a:lnTo>
                  <a:pt x="4693763" y="3242405"/>
                </a:lnTo>
                <a:cubicBezTo>
                  <a:pt x="4687415" y="3248693"/>
                  <a:pt x="4664137" y="3264719"/>
                  <a:pt x="4624354" y="3299812"/>
                </a:cubicBezTo>
                <a:cubicBezTo>
                  <a:pt x="4561716" y="3350931"/>
                  <a:pt x="4449138" y="3315838"/>
                  <a:pt x="4392848" y="3296567"/>
                </a:cubicBezTo>
                <a:lnTo>
                  <a:pt x="4376342" y="3293321"/>
                </a:lnTo>
                <a:cubicBezTo>
                  <a:pt x="4445752" y="3168972"/>
                  <a:pt x="4438980" y="2990258"/>
                  <a:pt x="4436018" y="2980724"/>
                </a:cubicBezTo>
                <a:close/>
                <a:moveTo>
                  <a:pt x="4104971" y="2297718"/>
                </a:moveTo>
                <a:cubicBezTo>
                  <a:pt x="4124827" y="2320061"/>
                  <a:pt x="4147978" y="2342404"/>
                  <a:pt x="4167834" y="2364730"/>
                </a:cubicBezTo>
                <a:cubicBezTo>
                  <a:pt x="4194301" y="2390267"/>
                  <a:pt x="4217452" y="2409415"/>
                  <a:pt x="4240623" y="2431758"/>
                </a:cubicBezTo>
                <a:cubicBezTo>
                  <a:pt x="4283630" y="2470055"/>
                  <a:pt x="4329953" y="2508352"/>
                  <a:pt x="4376276" y="2546649"/>
                </a:cubicBezTo>
                <a:cubicBezTo>
                  <a:pt x="4379592" y="2562604"/>
                  <a:pt x="4382887" y="2575364"/>
                  <a:pt x="4382887" y="2591318"/>
                </a:cubicBezTo>
                <a:cubicBezTo>
                  <a:pt x="4386203" y="2607272"/>
                  <a:pt x="4389519" y="2626421"/>
                  <a:pt x="4392815" y="2642375"/>
                </a:cubicBezTo>
                <a:lnTo>
                  <a:pt x="4396131" y="2651958"/>
                </a:lnTo>
                <a:lnTo>
                  <a:pt x="4406059" y="2651958"/>
                </a:lnTo>
                <a:cubicBezTo>
                  <a:pt x="4415987" y="2655152"/>
                  <a:pt x="4429210" y="2655152"/>
                  <a:pt x="4439138" y="2655152"/>
                </a:cubicBezTo>
                <a:cubicBezTo>
                  <a:pt x="4449066" y="2655152"/>
                  <a:pt x="4462309" y="2658330"/>
                  <a:pt x="4472237" y="2658330"/>
                </a:cubicBezTo>
                <a:cubicBezTo>
                  <a:pt x="4495388" y="2661524"/>
                  <a:pt x="4518560" y="2661524"/>
                  <a:pt x="4541711" y="2664718"/>
                </a:cubicBezTo>
                <a:cubicBezTo>
                  <a:pt x="4518560" y="2658330"/>
                  <a:pt x="4498704" y="2648764"/>
                  <a:pt x="4475533" y="2642375"/>
                </a:cubicBezTo>
                <a:cubicBezTo>
                  <a:pt x="4465605" y="2639181"/>
                  <a:pt x="4452382" y="2636004"/>
                  <a:pt x="4442454" y="2632810"/>
                </a:cubicBezTo>
                <a:cubicBezTo>
                  <a:pt x="4435842" y="2629615"/>
                  <a:pt x="4425914" y="2629615"/>
                  <a:pt x="4419303" y="2626421"/>
                </a:cubicBezTo>
                <a:cubicBezTo>
                  <a:pt x="4419303" y="2610467"/>
                  <a:pt x="4415987" y="2597707"/>
                  <a:pt x="4415987" y="2581735"/>
                </a:cubicBezTo>
                <a:cubicBezTo>
                  <a:pt x="4412671" y="2565781"/>
                  <a:pt x="4412671" y="2546632"/>
                  <a:pt x="4409375" y="2530678"/>
                </a:cubicBezTo>
                <a:lnTo>
                  <a:pt x="4409375" y="2524307"/>
                </a:lnTo>
                <a:lnTo>
                  <a:pt x="4402763" y="2521112"/>
                </a:lnTo>
                <a:cubicBezTo>
                  <a:pt x="4356440" y="2479621"/>
                  <a:pt x="4306802" y="2441324"/>
                  <a:pt x="4260479" y="2403027"/>
                </a:cubicBezTo>
                <a:cubicBezTo>
                  <a:pt x="4237328" y="2383878"/>
                  <a:pt x="4210860" y="2364730"/>
                  <a:pt x="4184373" y="2348775"/>
                </a:cubicBezTo>
                <a:cubicBezTo>
                  <a:pt x="4157906" y="2329627"/>
                  <a:pt x="4134754" y="2313672"/>
                  <a:pt x="4104971" y="2297718"/>
                </a:cubicBezTo>
                <a:close/>
                <a:moveTo>
                  <a:pt x="4336577" y="2074331"/>
                </a:moveTo>
                <a:cubicBezTo>
                  <a:pt x="4359736" y="2103048"/>
                  <a:pt x="4379589" y="2122198"/>
                  <a:pt x="4399442" y="2141349"/>
                </a:cubicBezTo>
                <a:cubicBezTo>
                  <a:pt x="4422601" y="2163682"/>
                  <a:pt x="4445760" y="2182833"/>
                  <a:pt x="4465613" y="2205183"/>
                </a:cubicBezTo>
                <a:cubicBezTo>
                  <a:pt x="4508624" y="2243467"/>
                  <a:pt x="4554942" y="2281768"/>
                  <a:pt x="4601259" y="2320069"/>
                </a:cubicBezTo>
                <a:cubicBezTo>
                  <a:pt x="4604565" y="2336019"/>
                  <a:pt x="4607870" y="2348786"/>
                  <a:pt x="4607870" y="2364736"/>
                </a:cubicBezTo>
                <a:cubicBezTo>
                  <a:pt x="4611196" y="2380703"/>
                  <a:pt x="4614501" y="2399836"/>
                  <a:pt x="4617807" y="2415803"/>
                </a:cubicBezTo>
                <a:lnTo>
                  <a:pt x="4621112" y="2425370"/>
                </a:lnTo>
                <a:lnTo>
                  <a:pt x="4631049" y="2425370"/>
                </a:lnTo>
                <a:cubicBezTo>
                  <a:pt x="4640965" y="2428570"/>
                  <a:pt x="4654207" y="2428570"/>
                  <a:pt x="4664124" y="2428570"/>
                </a:cubicBezTo>
                <a:cubicBezTo>
                  <a:pt x="4674061" y="2428570"/>
                  <a:pt x="4687283" y="2431754"/>
                  <a:pt x="4697219" y="2431754"/>
                </a:cubicBezTo>
                <a:cubicBezTo>
                  <a:pt x="4720378" y="2434937"/>
                  <a:pt x="4743537" y="2434937"/>
                  <a:pt x="4766695" y="2438137"/>
                </a:cubicBezTo>
                <a:cubicBezTo>
                  <a:pt x="4743537" y="2431754"/>
                  <a:pt x="4723683" y="2422187"/>
                  <a:pt x="4700525" y="2415803"/>
                </a:cubicBezTo>
                <a:cubicBezTo>
                  <a:pt x="4690588" y="2412603"/>
                  <a:pt x="4677366" y="2409420"/>
                  <a:pt x="4667430" y="2406220"/>
                </a:cubicBezTo>
                <a:cubicBezTo>
                  <a:pt x="4660819" y="2403037"/>
                  <a:pt x="4650902" y="2403037"/>
                  <a:pt x="4644271" y="2399836"/>
                </a:cubicBezTo>
                <a:cubicBezTo>
                  <a:pt x="4644271" y="2383886"/>
                  <a:pt x="4640965" y="2371119"/>
                  <a:pt x="4640965" y="2355169"/>
                </a:cubicBezTo>
                <a:cubicBezTo>
                  <a:pt x="4637660" y="2339202"/>
                  <a:pt x="4637660" y="2320052"/>
                  <a:pt x="4634354" y="2304102"/>
                </a:cubicBezTo>
                <a:lnTo>
                  <a:pt x="4634354" y="2297718"/>
                </a:lnTo>
                <a:lnTo>
                  <a:pt x="4627743" y="2294535"/>
                </a:lnTo>
                <a:cubicBezTo>
                  <a:pt x="4581426" y="2253051"/>
                  <a:pt x="4531783" y="2214750"/>
                  <a:pt x="4485466" y="2176449"/>
                </a:cubicBezTo>
                <a:cubicBezTo>
                  <a:pt x="4462307" y="2157299"/>
                  <a:pt x="4435843" y="2138149"/>
                  <a:pt x="4409359" y="2122198"/>
                </a:cubicBezTo>
                <a:cubicBezTo>
                  <a:pt x="4386200" y="2106248"/>
                  <a:pt x="4363041" y="2090281"/>
                  <a:pt x="4336577" y="2074331"/>
                </a:cubicBezTo>
                <a:close/>
                <a:moveTo>
                  <a:pt x="2457429" y="1905197"/>
                </a:moveTo>
                <a:cubicBezTo>
                  <a:pt x="2533186" y="1905197"/>
                  <a:pt x="2596247" y="1965850"/>
                  <a:pt x="2596247" y="2039283"/>
                </a:cubicBezTo>
                <a:cubicBezTo>
                  <a:pt x="2596247" y="2112715"/>
                  <a:pt x="2533186" y="2173369"/>
                  <a:pt x="2457429" y="2173369"/>
                </a:cubicBezTo>
                <a:cubicBezTo>
                  <a:pt x="2381248" y="2173369"/>
                  <a:pt x="2318187" y="2112715"/>
                  <a:pt x="2318187" y="2039283"/>
                </a:cubicBezTo>
                <a:cubicBezTo>
                  <a:pt x="2318187" y="1965850"/>
                  <a:pt x="2381248" y="1905197"/>
                  <a:pt x="2457429" y="1905197"/>
                </a:cubicBezTo>
                <a:close/>
                <a:moveTo>
                  <a:pt x="6688857" y="1771111"/>
                </a:moveTo>
                <a:cubicBezTo>
                  <a:pt x="6613099" y="1771111"/>
                  <a:pt x="6550039" y="1831764"/>
                  <a:pt x="6550039" y="1905197"/>
                </a:cubicBezTo>
                <a:cubicBezTo>
                  <a:pt x="6550039" y="1978629"/>
                  <a:pt x="6613099" y="2039283"/>
                  <a:pt x="6688857" y="2039283"/>
                </a:cubicBezTo>
                <a:cubicBezTo>
                  <a:pt x="6765038" y="2039283"/>
                  <a:pt x="6828099" y="1978629"/>
                  <a:pt x="6828099" y="1905197"/>
                </a:cubicBezTo>
                <a:cubicBezTo>
                  <a:pt x="6828099" y="1831764"/>
                  <a:pt x="6765038" y="1771111"/>
                  <a:pt x="6688857" y="1771111"/>
                </a:cubicBezTo>
                <a:close/>
                <a:moveTo>
                  <a:pt x="2286" y="0"/>
                </a:moveTo>
                <a:lnTo>
                  <a:pt x="2286" y="989315"/>
                </a:lnTo>
                <a:lnTo>
                  <a:pt x="2286" y="2032791"/>
                </a:lnTo>
                <a:lnTo>
                  <a:pt x="2286" y="3719687"/>
                </a:lnTo>
                <a:lnTo>
                  <a:pt x="0" y="3719687"/>
                </a:lnTo>
                <a:lnTo>
                  <a:pt x="0" y="4081545"/>
                </a:lnTo>
                <a:lnTo>
                  <a:pt x="0" y="5098665"/>
                </a:lnTo>
                <a:lnTo>
                  <a:pt x="0" y="5460523"/>
                </a:lnTo>
                <a:lnTo>
                  <a:pt x="9144000" y="5460523"/>
                </a:lnTo>
                <a:lnTo>
                  <a:pt x="9144000" y="5098665"/>
                </a:lnTo>
                <a:lnTo>
                  <a:pt x="9144000" y="4381628"/>
                </a:lnTo>
                <a:lnTo>
                  <a:pt x="9144000" y="4081545"/>
                </a:lnTo>
                <a:lnTo>
                  <a:pt x="9144000" y="3719687"/>
                </a:lnTo>
                <a:lnTo>
                  <a:pt x="9144000" y="1209410"/>
                </a:lnTo>
                <a:lnTo>
                  <a:pt x="6596170" y="2227530"/>
                </a:lnTo>
                <a:cubicBezTo>
                  <a:pt x="6523375" y="2256335"/>
                  <a:pt x="6467509" y="2233819"/>
                  <a:pt x="6447617" y="2182903"/>
                </a:cubicBezTo>
                <a:lnTo>
                  <a:pt x="6394714" y="2048817"/>
                </a:lnTo>
                <a:lnTo>
                  <a:pt x="6298641" y="2093444"/>
                </a:lnTo>
                <a:cubicBezTo>
                  <a:pt x="6249124" y="2115758"/>
                  <a:pt x="6189449" y="2096690"/>
                  <a:pt x="6166171" y="2048817"/>
                </a:cubicBezTo>
                <a:lnTo>
                  <a:pt x="5736172" y="1148960"/>
                </a:lnTo>
                <a:cubicBezTo>
                  <a:pt x="5607088" y="1209410"/>
                  <a:pt x="5425100" y="1279800"/>
                  <a:pt x="5352305" y="1305157"/>
                </a:cubicBezTo>
                <a:cubicBezTo>
                  <a:pt x="5359076" y="1308403"/>
                  <a:pt x="5365425" y="1308403"/>
                  <a:pt x="5368810" y="1311648"/>
                </a:cubicBezTo>
                <a:cubicBezTo>
                  <a:pt x="5398860" y="1324428"/>
                  <a:pt x="5428486" y="1340251"/>
                  <a:pt x="5451763" y="1359522"/>
                </a:cubicBezTo>
                <a:cubicBezTo>
                  <a:pt x="5458111" y="1365810"/>
                  <a:pt x="5464883" y="1369056"/>
                  <a:pt x="5471232" y="1375547"/>
                </a:cubicBezTo>
                <a:lnTo>
                  <a:pt x="5488161" y="1391370"/>
                </a:lnTo>
                <a:cubicBezTo>
                  <a:pt x="5494509" y="1397861"/>
                  <a:pt x="5497895" y="1404149"/>
                  <a:pt x="5504666" y="1410641"/>
                </a:cubicBezTo>
                <a:lnTo>
                  <a:pt x="5511015" y="1420175"/>
                </a:lnTo>
                <a:lnTo>
                  <a:pt x="5517787" y="1429709"/>
                </a:lnTo>
                <a:cubicBezTo>
                  <a:pt x="5537679" y="1455268"/>
                  <a:pt x="5550798" y="1483871"/>
                  <a:pt x="5560956" y="1515921"/>
                </a:cubicBezTo>
                <a:cubicBezTo>
                  <a:pt x="5547413" y="1487116"/>
                  <a:pt x="5530907" y="1458514"/>
                  <a:pt x="5511015" y="1435997"/>
                </a:cubicBezTo>
                <a:lnTo>
                  <a:pt x="5504666" y="1426463"/>
                </a:lnTo>
                <a:lnTo>
                  <a:pt x="5494509" y="1416929"/>
                </a:lnTo>
                <a:cubicBezTo>
                  <a:pt x="5488161" y="1410641"/>
                  <a:pt x="5484775" y="1407395"/>
                  <a:pt x="5478004" y="1400904"/>
                </a:cubicBezTo>
                <a:lnTo>
                  <a:pt x="5461498" y="1388124"/>
                </a:lnTo>
                <a:cubicBezTo>
                  <a:pt x="5454726" y="1381835"/>
                  <a:pt x="5448378" y="1378590"/>
                  <a:pt x="5441606" y="1375344"/>
                </a:cubicBezTo>
                <a:cubicBezTo>
                  <a:pt x="5415365" y="1359522"/>
                  <a:pt x="5388702" y="1346742"/>
                  <a:pt x="5359076" y="1337208"/>
                </a:cubicBezTo>
                <a:cubicBezTo>
                  <a:pt x="5345533" y="1333962"/>
                  <a:pt x="5329027" y="1327674"/>
                  <a:pt x="5315907" y="1324428"/>
                </a:cubicBezTo>
                <a:cubicBezTo>
                  <a:pt x="5309135" y="1324428"/>
                  <a:pt x="5306173" y="1321182"/>
                  <a:pt x="5299401" y="1321182"/>
                </a:cubicBezTo>
                <a:lnTo>
                  <a:pt x="5296016" y="1321182"/>
                </a:lnTo>
                <a:lnTo>
                  <a:pt x="5292630" y="1321182"/>
                </a:lnTo>
                <a:cubicBezTo>
                  <a:pt x="5120800" y="1295623"/>
                  <a:pt x="4690800" y="1241461"/>
                  <a:pt x="4647631" y="1241461"/>
                </a:cubicBezTo>
                <a:cubicBezTo>
                  <a:pt x="4634511" y="1244504"/>
                  <a:pt x="4574836" y="1276555"/>
                  <a:pt x="4498655" y="1321182"/>
                </a:cubicBezTo>
                <a:lnTo>
                  <a:pt x="4478764" y="1333962"/>
                </a:lnTo>
                <a:cubicBezTo>
                  <a:pt x="4359837" y="1404149"/>
                  <a:pt x="4201126" y="1506387"/>
                  <a:pt x="4081776" y="1579617"/>
                </a:cubicBezTo>
                <a:cubicBezTo>
                  <a:pt x="4072042" y="1614711"/>
                  <a:pt x="4022101" y="1777602"/>
                  <a:pt x="3972583" y="1937045"/>
                </a:cubicBezTo>
                <a:cubicBezTo>
                  <a:pt x="3972583" y="1937045"/>
                  <a:pt x="3899788" y="2144563"/>
                  <a:pt x="3879896" y="2189191"/>
                </a:cubicBezTo>
                <a:cubicBezTo>
                  <a:pt x="3876510" y="2195682"/>
                  <a:pt x="3873548" y="2201971"/>
                  <a:pt x="3873548" y="2208462"/>
                </a:cubicBezTo>
                <a:cubicBezTo>
                  <a:pt x="3873548" y="2211505"/>
                  <a:pt x="3873548" y="2211505"/>
                  <a:pt x="3873548" y="2211505"/>
                </a:cubicBezTo>
                <a:cubicBezTo>
                  <a:pt x="3876510" y="2221039"/>
                  <a:pt x="3883282" y="2227530"/>
                  <a:pt x="3890054" y="2233819"/>
                </a:cubicBezTo>
                <a:cubicBezTo>
                  <a:pt x="3890054" y="2233819"/>
                  <a:pt x="3893016" y="2233819"/>
                  <a:pt x="3896402" y="2237064"/>
                </a:cubicBezTo>
                <a:cubicBezTo>
                  <a:pt x="3903174" y="2240310"/>
                  <a:pt x="3906560" y="2243556"/>
                  <a:pt x="3912908" y="2246598"/>
                </a:cubicBezTo>
                <a:cubicBezTo>
                  <a:pt x="3926451" y="2253090"/>
                  <a:pt x="3946343" y="2256335"/>
                  <a:pt x="3972583" y="2259378"/>
                </a:cubicBezTo>
                <a:cubicBezTo>
                  <a:pt x="4048764" y="2243556"/>
                  <a:pt x="4147799" y="2201971"/>
                  <a:pt x="4190969" y="2160589"/>
                </a:cubicBezTo>
                <a:cubicBezTo>
                  <a:pt x="4256992" y="2099936"/>
                  <a:pt x="4323439" y="2029748"/>
                  <a:pt x="4379728" y="1965850"/>
                </a:cubicBezTo>
                <a:cubicBezTo>
                  <a:pt x="4462258" y="1870103"/>
                  <a:pt x="4528281" y="1796670"/>
                  <a:pt x="4584570" y="1777602"/>
                </a:cubicBezTo>
                <a:cubicBezTo>
                  <a:pt x="4584570" y="1768068"/>
                  <a:pt x="4584570" y="1755288"/>
                  <a:pt x="4584570" y="1745551"/>
                </a:cubicBezTo>
                <a:cubicBezTo>
                  <a:pt x="4581608" y="1723237"/>
                  <a:pt x="4578222" y="1700923"/>
                  <a:pt x="4574836" y="1678610"/>
                </a:cubicBezTo>
                <a:cubicBezTo>
                  <a:pt x="4568065" y="1656296"/>
                  <a:pt x="4561716" y="1633982"/>
                  <a:pt x="4551559" y="1614711"/>
                </a:cubicBezTo>
                <a:cubicBezTo>
                  <a:pt x="4541824" y="1595643"/>
                  <a:pt x="4528281" y="1573329"/>
                  <a:pt x="4515161" y="1557303"/>
                </a:cubicBezTo>
                <a:cubicBezTo>
                  <a:pt x="4531667" y="1573329"/>
                  <a:pt x="4548173" y="1589354"/>
                  <a:pt x="4561716" y="1611668"/>
                </a:cubicBezTo>
                <a:cubicBezTo>
                  <a:pt x="4574836" y="1630736"/>
                  <a:pt x="4584570" y="1653050"/>
                  <a:pt x="4591342" y="1675364"/>
                </a:cubicBezTo>
                <a:cubicBezTo>
                  <a:pt x="4601076" y="1697678"/>
                  <a:pt x="4607848" y="1720195"/>
                  <a:pt x="4611234" y="1742508"/>
                </a:cubicBezTo>
                <a:cubicBezTo>
                  <a:pt x="4614620" y="1752042"/>
                  <a:pt x="4614620" y="1764822"/>
                  <a:pt x="4618005" y="1774356"/>
                </a:cubicBezTo>
                <a:cubicBezTo>
                  <a:pt x="4624354" y="1774356"/>
                  <a:pt x="4627740" y="1774356"/>
                  <a:pt x="4634511" y="1777602"/>
                </a:cubicBezTo>
                <a:cubicBezTo>
                  <a:pt x="4684029" y="1793424"/>
                  <a:pt x="4773330" y="1873349"/>
                  <a:pt x="4852897" y="1940290"/>
                </a:cubicBezTo>
                <a:cubicBezTo>
                  <a:pt x="4889294" y="1972138"/>
                  <a:pt x="4928654" y="2007232"/>
                  <a:pt x="4955318" y="2026503"/>
                </a:cubicBezTo>
                <a:cubicBezTo>
                  <a:pt x="4968437" y="2032791"/>
                  <a:pt x="4988329" y="2039283"/>
                  <a:pt x="4988329" y="2042325"/>
                </a:cubicBezTo>
                <a:cubicBezTo>
                  <a:pt x="4988329" y="2042325"/>
                  <a:pt x="4991715" y="2042325"/>
                  <a:pt x="4991715" y="2042325"/>
                </a:cubicBezTo>
                <a:cubicBezTo>
                  <a:pt x="4998486" y="2042325"/>
                  <a:pt x="5001449" y="2042325"/>
                  <a:pt x="5008221" y="2042325"/>
                </a:cubicBezTo>
                <a:cubicBezTo>
                  <a:pt x="5021341" y="2042325"/>
                  <a:pt x="5031499" y="2042325"/>
                  <a:pt x="5044618" y="2039283"/>
                </a:cubicBezTo>
                <a:cubicBezTo>
                  <a:pt x="5067896" y="2036037"/>
                  <a:pt x="5094136" y="2036037"/>
                  <a:pt x="5117413" y="2032791"/>
                </a:cubicBezTo>
                <a:cubicBezTo>
                  <a:pt x="5163545" y="2026503"/>
                  <a:pt x="5213486" y="2016969"/>
                  <a:pt x="5259618" y="2007232"/>
                </a:cubicBezTo>
                <a:cubicBezTo>
                  <a:pt x="5306173" y="1994655"/>
                  <a:pt x="5352305" y="1981875"/>
                  <a:pt x="5398436" y="1962604"/>
                </a:cubicBezTo>
                <a:cubicBezTo>
                  <a:pt x="5421714" y="1953070"/>
                  <a:pt x="5441606" y="1940290"/>
                  <a:pt x="5461498" y="1924265"/>
                </a:cubicBezTo>
                <a:cubicBezTo>
                  <a:pt x="5481389" y="1908442"/>
                  <a:pt x="5497895" y="1889171"/>
                  <a:pt x="5504666" y="1866857"/>
                </a:cubicBezTo>
                <a:cubicBezTo>
                  <a:pt x="5501281" y="1892417"/>
                  <a:pt x="5484775" y="1911485"/>
                  <a:pt x="5464883" y="1927510"/>
                </a:cubicBezTo>
                <a:cubicBezTo>
                  <a:pt x="5444991" y="1943536"/>
                  <a:pt x="5425100" y="1956316"/>
                  <a:pt x="5401823" y="1969095"/>
                </a:cubicBezTo>
                <a:cubicBezTo>
                  <a:pt x="5359076" y="1991409"/>
                  <a:pt x="5312521" y="2010477"/>
                  <a:pt x="5266390" y="2023257"/>
                </a:cubicBezTo>
                <a:cubicBezTo>
                  <a:pt x="5219835" y="2036037"/>
                  <a:pt x="5170317" y="2048817"/>
                  <a:pt x="5124185" y="2058351"/>
                </a:cubicBezTo>
                <a:cubicBezTo>
                  <a:pt x="5100908" y="2061596"/>
                  <a:pt x="5074244" y="2067885"/>
                  <a:pt x="5051390" y="2071130"/>
                </a:cubicBezTo>
                <a:cubicBezTo>
                  <a:pt x="5048004" y="2071130"/>
                  <a:pt x="5041233" y="2071130"/>
                  <a:pt x="5037847" y="2071130"/>
                </a:cubicBezTo>
                <a:cubicBezTo>
                  <a:pt x="5041233" y="2071130"/>
                  <a:pt x="5041233" y="2074376"/>
                  <a:pt x="5044618" y="2074376"/>
                </a:cubicBezTo>
                <a:cubicBezTo>
                  <a:pt x="5064510" y="2087156"/>
                  <a:pt x="5084402" y="2096690"/>
                  <a:pt x="5107680" y="2102978"/>
                </a:cubicBezTo>
                <a:cubicBezTo>
                  <a:pt x="5130534" y="2112715"/>
                  <a:pt x="5150426" y="2115758"/>
                  <a:pt x="5173703" y="2122250"/>
                </a:cubicBezTo>
                <a:cubicBezTo>
                  <a:pt x="5196981" y="2125495"/>
                  <a:pt x="5219835" y="2128538"/>
                  <a:pt x="5243112" y="2125495"/>
                </a:cubicBezTo>
                <a:cubicBezTo>
                  <a:pt x="5219835" y="2131784"/>
                  <a:pt x="5196981" y="2138072"/>
                  <a:pt x="5170317" y="2138072"/>
                </a:cubicBezTo>
                <a:cubicBezTo>
                  <a:pt x="5147039" y="2141318"/>
                  <a:pt x="5120800" y="2138072"/>
                  <a:pt x="5097522" y="2138072"/>
                </a:cubicBezTo>
                <a:cubicBezTo>
                  <a:pt x="5084402" y="2138072"/>
                  <a:pt x="5071282" y="2135029"/>
                  <a:pt x="5057738" y="2131784"/>
                </a:cubicBezTo>
                <a:lnTo>
                  <a:pt x="5153811" y="2278649"/>
                </a:lnTo>
                <a:cubicBezTo>
                  <a:pt x="5180474" y="2304006"/>
                  <a:pt x="5206715" y="2326523"/>
                  <a:pt x="5229992" y="2348837"/>
                </a:cubicBezTo>
                <a:lnTo>
                  <a:pt x="5444991" y="2600983"/>
                </a:lnTo>
                <a:cubicBezTo>
                  <a:pt x="5448378" y="2600983"/>
                  <a:pt x="5448378" y="2600983"/>
                  <a:pt x="5451763" y="2600983"/>
                </a:cubicBezTo>
                <a:cubicBezTo>
                  <a:pt x="5458111" y="2600983"/>
                  <a:pt x="5464883" y="2600983"/>
                  <a:pt x="5471232" y="2600983"/>
                </a:cubicBezTo>
                <a:cubicBezTo>
                  <a:pt x="5481389" y="2604026"/>
                  <a:pt x="5488161" y="2607272"/>
                  <a:pt x="5497895" y="2610517"/>
                </a:cubicBezTo>
                <a:cubicBezTo>
                  <a:pt x="5507630" y="2613763"/>
                  <a:pt x="5514401" y="2620051"/>
                  <a:pt x="5521172" y="2626340"/>
                </a:cubicBezTo>
                <a:cubicBezTo>
                  <a:pt x="5527521" y="2632831"/>
                  <a:pt x="5534292" y="2639120"/>
                  <a:pt x="5541064" y="2648857"/>
                </a:cubicBezTo>
                <a:cubicBezTo>
                  <a:pt x="5537679" y="2639120"/>
                  <a:pt x="5534292" y="2629585"/>
                  <a:pt x="5527521" y="2620051"/>
                </a:cubicBezTo>
                <a:cubicBezTo>
                  <a:pt x="5521172" y="2610517"/>
                  <a:pt x="5514401" y="2604026"/>
                  <a:pt x="5507630" y="2597738"/>
                </a:cubicBezTo>
                <a:cubicBezTo>
                  <a:pt x="5501281" y="2591246"/>
                  <a:pt x="5491124" y="2584958"/>
                  <a:pt x="5484775" y="2581712"/>
                </a:cubicBezTo>
                <a:cubicBezTo>
                  <a:pt x="5491124" y="2578466"/>
                  <a:pt x="5497895" y="2575424"/>
                  <a:pt x="5507630" y="2572178"/>
                </a:cubicBezTo>
                <a:cubicBezTo>
                  <a:pt x="5560956" y="2549864"/>
                  <a:pt x="5610473" y="2530593"/>
                  <a:pt x="5653219" y="2505237"/>
                </a:cubicBezTo>
                <a:cubicBezTo>
                  <a:pt x="5653219" y="2514771"/>
                  <a:pt x="5656606" y="2524305"/>
                  <a:pt x="5656606" y="2537084"/>
                </a:cubicBezTo>
                <a:cubicBezTo>
                  <a:pt x="5663377" y="2604026"/>
                  <a:pt x="5676497" y="2715798"/>
                  <a:pt x="5640099" y="2802011"/>
                </a:cubicBezTo>
                <a:cubicBezTo>
                  <a:pt x="5590582" y="2884978"/>
                  <a:pt x="5448378" y="2904046"/>
                  <a:pt x="5339185" y="2891266"/>
                </a:cubicBezTo>
                <a:lnTo>
                  <a:pt x="5332413" y="2891266"/>
                </a:lnTo>
                <a:lnTo>
                  <a:pt x="4912148" y="2460406"/>
                </a:lnTo>
                <a:cubicBezTo>
                  <a:pt x="4915534" y="2460406"/>
                  <a:pt x="4918920" y="2457363"/>
                  <a:pt x="4922306" y="2457363"/>
                </a:cubicBezTo>
                <a:cubicBezTo>
                  <a:pt x="4935426" y="2450872"/>
                  <a:pt x="4948546" y="2444583"/>
                  <a:pt x="4962089" y="2435049"/>
                </a:cubicBezTo>
                <a:cubicBezTo>
                  <a:pt x="4945160" y="2431804"/>
                  <a:pt x="4932040" y="2431804"/>
                  <a:pt x="4915534" y="2431804"/>
                </a:cubicBezTo>
                <a:cubicBezTo>
                  <a:pt x="4899028" y="2431804"/>
                  <a:pt x="4885908" y="2435049"/>
                  <a:pt x="4872365" y="2438092"/>
                </a:cubicBezTo>
                <a:cubicBezTo>
                  <a:pt x="4859245" y="2441338"/>
                  <a:pt x="4842739" y="2444583"/>
                  <a:pt x="4829619" y="2450872"/>
                </a:cubicBezTo>
                <a:cubicBezTo>
                  <a:pt x="4816499" y="2457363"/>
                  <a:pt x="4802956" y="2463652"/>
                  <a:pt x="4789836" y="2470143"/>
                </a:cubicBezTo>
                <a:cubicBezTo>
                  <a:pt x="4806342" y="2473186"/>
                  <a:pt x="4822847" y="2473186"/>
                  <a:pt x="4836391" y="2473186"/>
                </a:cubicBezTo>
                <a:cubicBezTo>
                  <a:pt x="4849511" y="2473186"/>
                  <a:pt x="4862631" y="2470143"/>
                  <a:pt x="4875751" y="2466897"/>
                </a:cubicBezTo>
                <a:lnTo>
                  <a:pt x="5315907" y="2916826"/>
                </a:lnTo>
                <a:cubicBezTo>
                  <a:pt x="5289667" y="2990258"/>
                  <a:pt x="5229992" y="3038132"/>
                  <a:pt x="5180474" y="3060446"/>
                </a:cubicBezTo>
                <a:cubicBezTo>
                  <a:pt x="5140691" y="3079514"/>
                  <a:pt x="5100908" y="3082759"/>
                  <a:pt x="5074244" y="3073225"/>
                </a:cubicBezTo>
                <a:lnTo>
                  <a:pt x="4667523" y="2712552"/>
                </a:lnTo>
                <a:cubicBezTo>
                  <a:pt x="4677257" y="2709307"/>
                  <a:pt x="4687415" y="2706264"/>
                  <a:pt x="4697149" y="2703018"/>
                </a:cubicBezTo>
                <a:cubicBezTo>
                  <a:pt x="4710269" y="2696730"/>
                  <a:pt x="4723812" y="2690239"/>
                  <a:pt x="4736932" y="2680704"/>
                </a:cubicBezTo>
                <a:cubicBezTo>
                  <a:pt x="4720426" y="2677459"/>
                  <a:pt x="4707306" y="2677459"/>
                  <a:pt x="4690800" y="2677459"/>
                </a:cubicBezTo>
                <a:cubicBezTo>
                  <a:pt x="4673871" y="2677459"/>
                  <a:pt x="4660751" y="2680704"/>
                  <a:pt x="4647631" y="2683950"/>
                </a:cubicBezTo>
                <a:cubicBezTo>
                  <a:pt x="4634511" y="2686993"/>
                  <a:pt x="4618005" y="2690239"/>
                  <a:pt x="4604462" y="2696730"/>
                </a:cubicBezTo>
                <a:cubicBezTo>
                  <a:pt x="4591342" y="2703018"/>
                  <a:pt x="4578222" y="2709307"/>
                  <a:pt x="4564679" y="2715798"/>
                </a:cubicBezTo>
                <a:cubicBezTo>
                  <a:pt x="4581608" y="2719044"/>
                  <a:pt x="4594728" y="2719044"/>
                  <a:pt x="4611234" y="2719044"/>
                </a:cubicBezTo>
                <a:cubicBezTo>
                  <a:pt x="4618005" y="2719044"/>
                  <a:pt x="4620968" y="2719044"/>
                  <a:pt x="4627740" y="2715798"/>
                </a:cubicBezTo>
                <a:lnTo>
                  <a:pt x="5048004" y="3086005"/>
                </a:lnTo>
                <a:cubicBezTo>
                  <a:pt x="5028112" y="3159438"/>
                  <a:pt x="4945160" y="3229625"/>
                  <a:pt x="4875751" y="3248693"/>
                </a:cubicBezTo>
                <a:cubicBezTo>
                  <a:pt x="4816499" y="3264719"/>
                  <a:pt x="4766558" y="3235914"/>
                  <a:pt x="4750052" y="3226379"/>
                </a:cubicBezTo>
                <a:lnTo>
                  <a:pt x="4743704" y="3223134"/>
                </a:lnTo>
                <a:lnTo>
                  <a:pt x="4405968" y="2881732"/>
                </a:lnTo>
                <a:cubicBezTo>
                  <a:pt x="4389463" y="2859418"/>
                  <a:pt x="4369571" y="2843393"/>
                  <a:pt x="4343331" y="2833859"/>
                </a:cubicBezTo>
                <a:cubicBezTo>
                  <a:pt x="4323439" y="2827570"/>
                  <a:pt x="4303547" y="2830613"/>
                  <a:pt x="4283656" y="2837104"/>
                </a:cubicBezTo>
                <a:cubicBezTo>
                  <a:pt x="4290427" y="2827570"/>
                  <a:pt x="4296776" y="2817833"/>
                  <a:pt x="4300162" y="2808299"/>
                </a:cubicBezTo>
                <a:cubicBezTo>
                  <a:pt x="4329787" y="2760426"/>
                  <a:pt x="4290427" y="2661433"/>
                  <a:pt x="4217632" y="2604026"/>
                </a:cubicBezTo>
                <a:cubicBezTo>
                  <a:pt x="4161343" y="2559398"/>
                  <a:pt x="4101667" y="2549864"/>
                  <a:pt x="4045378" y="2575424"/>
                </a:cubicBezTo>
                <a:cubicBezTo>
                  <a:pt x="4048764" y="2568932"/>
                  <a:pt x="4048764" y="2562644"/>
                  <a:pt x="4052150" y="2556153"/>
                </a:cubicBezTo>
                <a:cubicBezTo>
                  <a:pt x="4058498" y="2514771"/>
                  <a:pt x="4028872" y="2447626"/>
                  <a:pt x="3979355" y="2402999"/>
                </a:cubicBezTo>
                <a:cubicBezTo>
                  <a:pt x="3929414" y="2358371"/>
                  <a:pt x="3873548" y="2339303"/>
                  <a:pt x="3817259" y="2351880"/>
                </a:cubicBezTo>
                <a:cubicBezTo>
                  <a:pt x="3777475" y="2361616"/>
                  <a:pt x="3717800" y="2409490"/>
                  <a:pt x="3645005" y="2495500"/>
                </a:cubicBezTo>
                <a:cubicBezTo>
                  <a:pt x="3651777" y="2463652"/>
                  <a:pt x="3655162" y="2431804"/>
                  <a:pt x="3648391" y="2406244"/>
                </a:cubicBezTo>
                <a:cubicBezTo>
                  <a:pt x="3608607" y="2265870"/>
                  <a:pt x="3509572" y="2281692"/>
                  <a:pt x="3446511" y="2291429"/>
                </a:cubicBezTo>
                <a:cubicBezTo>
                  <a:pt x="3436777" y="2291429"/>
                  <a:pt x="3426620" y="2294472"/>
                  <a:pt x="3420271" y="2294472"/>
                </a:cubicBezTo>
                <a:cubicBezTo>
                  <a:pt x="3383874" y="2297717"/>
                  <a:pt x="3314041" y="2380685"/>
                  <a:pt x="3248018" y="2463652"/>
                </a:cubicBezTo>
                <a:lnTo>
                  <a:pt x="3000006" y="2291429"/>
                </a:lnTo>
                <a:lnTo>
                  <a:pt x="3410114" y="1429709"/>
                </a:lnTo>
                <a:cubicBezTo>
                  <a:pt x="3433391" y="1381835"/>
                  <a:pt x="3410114" y="1327674"/>
                  <a:pt x="3363982" y="1305157"/>
                </a:cubicBezTo>
                <a:lnTo>
                  <a:pt x="3188342" y="1225436"/>
                </a:lnTo>
                <a:lnTo>
                  <a:pt x="3231512" y="1120155"/>
                </a:lnTo>
                <a:cubicBezTo>
                  <a:pt x="3251403" y="1069036"/>
                  <a:pt x="3224740" y="1014874"/>
                  <a:pt x="3171837" y="99560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28567" tIns="28567" rIns="28567" bIns="28567" anchor="ctr" anchorCtr="0">
            <a:noAutofit/>
          </a:bodyPr>
          <a:lstStyle/>
          <a:p>
            <a:pPr>
              <a:buClr>
                <a:srgbClr val="000000"/>
              </a:buClr>
              <a:buSzPts val="1700"/>
            </a:pPr>
            <a:endParaRPr sz="2267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50"/>
          <p:cNvSpPr txBox="1"/>
          <p:nvPr/>
        </p:nvSpPr>
        <p:spPr>
          <a:xfrm>
            <a:off x="4677905" y="1963117"/>
            <a:ext cx="28364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de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-téma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B2B65"/>
      </a:accent1>
      <a:accent2>
        <a:srgbClr val="9BA7C0"/>
      </a:accent2>
      <a:accent3>
        <a:srgbClr val="D0A616"/>
      </a:accent3>
      <a:accent4>
        <a:srgbClr val="D9D9D9"/>
      </a:accent4>
      <a:accent5>
        <a:srgbClr val="FFFFFF"/>
      </a:accent5>
      <a:accent6>
        <a:srgbClr val="000000"/>
      </a:accent6>
      <a:hlink>
        <a:srgbClr val="0563C1"/>
      </a:hlink>
      <a:folHlink>
        <a:srgbClr val="954F72"/>
      </a:folHlink>
    </a:clrScheme>
    <a:fontScheme name="2. egyéni séma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46759795E1504D9402D042697C5BAE" ma:contentTypeVersion="3" ma:contentTypeDescription="Create a new document." ma:contentTypeScope="" ma:versionID="8a670938f68ec913697818e18fccf6d3">
  <xsd:schema xmlns:xsd="http://www.w3.org/2001/XMLSchema" xmlns:xs="http://www.w3.org/2001/XMLSchema" xmlns:p="http://schemas.microsoft.com/office/2006/metadata/properties" xmlns:ns2="90e81457-e148-4058-bb4c-48b2d4dcffb2" targetNamespace="http://schemas.microsoft.com/office/2006/metadata/properties" ma:root="true" ma:fieldsID="ed404cc26d1bf143f1f946cbaec416a6" ns2:_="">
    <xsd:import namespace="90e81457-e148-4058-bb4c-48b2d4dcff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e81457-e148-4058-bb4c-48b2d4dcff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12E953-6F6D-499C-9B19-5C01CCEE4166}">
  <ds:schemaRefs>
    <ds:schemaRef ds:uri="http://purl.org/dc/dcmitype/"/>
    <ds:schemaRef ds:uri="http://schemas.microsoft.com/office/2006/metadata/properties"/>
    <ds:schemaRef ds:uri="90e81457-e148-4058-bb4c-48b2d4dcffb2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DA9B78B-CC87-448E-A1EC-0587F66861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e81457-e148-4058-bb4c-48b2d4dcff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EA0AE5-F3BB-4154-92B1-5F70B3E6C28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2346</Words>
  <Application>Microsoft Macintosh PowerPoint</Application>
  <PresentationFormat>Widescreen</PresentationFormat>
  <Paragraphs>195</Paragraphs>
  <Slides>21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Nexa Black</vt:lpstr>
      <vt:lpstr>Office-téma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windows</dc:creator>
  <cp:lastModifiedBy>Tallos, Farkas Pal</cp:lastModifiedBy>
  <cp:revision>1</cp:revision>
  <dcterms:created xsi:type="dcterms:W3CDTF">2022-03-14T08:11:17Z</dcterms:created>
  <dcterms:modified xsi:type="dcterms:W3CDTF">2025-12-03T08:48:04Z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0x0101008246759795E1504D9402D042697C5BAE</vt:lpwstr>
  </property>
  <property fmtid="{D5CDD505-2E9C-101B-9397-08002B2CF9AE}" pid="3" name="Order">
    <vt:r8>5300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